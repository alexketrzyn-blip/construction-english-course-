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4"/>
  </p:notesMasterIdLst>
  <p:sldIdLst>
    <p:sldId id="2561" r:id="rId2"/>
    <p:sldId id="2562" r:id="rId3"/>
    <p:sldId id="2563" r:id="rId4"/>
    <p:sldId id="2567" r:id="rId5"/>
    <p:sldId id="2571" r:id="rId6"/>
    <p:sldId id="2575" r:id="rId7"/>
    <p:sldId id="2596" r:id="rId8"/>
    <p:sldId id="2597" r:id="rId9"/>
    <p:sldId id="2583" r:id="rId10"/>
    <p:sldId id="2598" r:id="rId11"/>
    <p:sldId id="2599" r:id="rId12"/>
    <p:sldId id="2600" r:id="rId13"/>
  </p:sldIdLst>
  <p:sldSz cx="12192000" cy="6858000"/>
  <p:notesSz cx="6858000" cy="9144000"/>
  <p:defaultTextStyle>
    <a:defPPr>
      <a:defRPr lang="pl-P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mprehensive Course Schedule: Integrating Civil Engineering Fundamentals with Professional Correspondence Skills (30 Lessons)" id="{BAF8AE5D-7472-4947-A496-F1A8B01E03C6}">
          <p14:sldIdLst>
            <p14:sldId id="2561"/>
            <p14:sldId id="2562"/>
            <p14:sldId id="2563"/>
            <p14:sldId id="2567"/>
            <p14:sldId id="2571"/>
            <p14:sldId id="2575"/>
            <p14:sldId id="2596"/>
            <p14:sldId id="2597"/>
            <p14:sldId id="2583"/>
            <p14:sldId id="2598"/>
            <p14:sldId id="2599"/>
            <p14:sldId id="260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ED518D5-CDC9-4581-AE7C-A229D38CA68C}" v="64" dt="2026-02-08T16:01:42.39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3072" autoAdjust="0"/>
  </p:normalViewPr>
  <p:slideViewPr>
    <p:cSldViewPr snapToGrid="0">
      <p:cViewPr varScale="1">
        <p:scale>
          <a:sx n="68" d="100"/>
          <a:sy n="68" d="100"/>
        </p:scale>
        <p:origin x="1262" y="278"/>
      </p:cViewPr>
      <p:guideLst/>
    </p:cSldViewPr>
  </p:slideViewPr>
  <p:notesTextViewPr>
    <p:cViewPr>
      <p:scale>
        <a:sx n="1" d="1"/>
        <a:sy n="1" d="1"/>
      </p:scale>
      <p:origin x="0" y="0"/>
    </p:cViewPr>
  </p:notesTextViewPr>
  <p:sorterViewPr>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ksandra Giebień" userId="c5dd5123b3ed5494" providerId="LiveId" clId="{BD7726C1-84D8-4E14-9EAC-65ED136E6EC0}"/>
    <pc:docChg chg="undo redo custSel addSld delSld modSld sldOrd delSection modSection">
      <pc:chgData name="Aleksandra Giebień" userId="c5dd5123b3ed5494" providerId="LiveId" clId="{BD7726C1-84D8-4E14-9EAC-65ED136E6EC0}" dt="2026-02-08T16:02:30.859" v="1850" actId="14100"/>
      <pc:docMkLst>
        <pc:docMk/>
      </pc:docMkLst>
      <pc:sldChg chg="delSp modSp mod modNotesTx">
        <pc:chgData name="Aleksandra Giebień" userId="c5dd5123b3ed5494" providerId="LiveId" clId="{BD7726C1-84D8-4E14-9EAC-65ED136E6EC0}" dt="2026-02-08T15:52:44.045" v="1636" actId="478"/>
        <pc:sldMkLst>
          <pc:docMk/>
          <pc:sldMk cId="3135236350" sldId="2561"/>
        </pc:sldMkLst>
        <pc:spChg chg="mod">
          <ac:chgData name="Aleksandra Giebień" userId="c5dd5123b3ed5494" providerId="LiveId" clId="{BD7726C1-84D8-4E14-9EAC-65ED136E6EC0}" dt="2026-02-04T19:35:13.968" v="253" actId="27636"/>
          <ac:spMkLst>
            <pc:docMk/>
            <pc:sldMk cId="3135236350" sldId="2561"/>
            <ac:spMk id="8" creationId="{D0424F0B-B51B-43F4-B3C7-76CC29CC49E6}"/>
          </ac:spMkLst>
        </pc:spChg>
        <pc:spChg chg="del">
          <ac:chgData name="Aleksandra Giebień" userId="c5dd5123b3ed5494" providerId="LiveId" clId="{BD7726C1-84D8-4E14-9EAC-65ED136E6EC0}" dt="2026-02-08T15:52:44.045" v="1636" actId="478"/>
          <ac:spMkLst>
            <pc:docMk/>
            <pc:sldMk cId="3135236350" sldId="2561"/>
            <ac:spMk id="9" creationId="{71F84C7C-BC54-4049-9B31-515F53758D12}"/>
          </ac:spMkLst>
        </pc:spChg>
      </pc:sldChg>
      <pc:sldChg chg="modSp mod modNotesTx">
        <pc:chgData name="Aleksandra Giebień" userId="c5dd5123b3ed5494" providerId="LiveId" clId="{BD7726C1-84D8-4E14-9EAC-65ED136E6EC0}" dt="2026-02-08T15:52:51.133" v="1637" actId="313"/>
        <pc:sldMkLst>
          <pc:docMk/>
          <pc:sldMk cId="84835036" sldId="2562"/>
        </pc:sldMkLst>
        <pc:spChg chg="mod">
          <ac:chgData name="Aleksandra Giebień" userId="c5dd5123b3ed5494" providerId="LiveId" clId="{BD7726C1-84D8-4E14-9EAC-65ED136E6EC0}" dt="2026-02-04T19:33:54.131" v="99" actId="20577"/>
          <ac:spMkLst>
            <pc:docMk/>
            <pc:sldMk cId="84835036" sldId="2562"/>
            <ac:spMk id="8" creationId="{CF526543-EC06-4B06-A7D5-CC9C75ECBE02}"/>
          </ac:spMkLst>
        </pc:spChg>
        <pc:spChg chg="mod">
          <ac:chgData name="Aleksandra Giebień" userId="c5dd5123b3ed5494" providerId="LiveId" clId="{BD7726C1-84D8-4E14-9EAC-65ED136E6EC0}" dt="2026-02-08T15:52:51.133" v="1637" actId="313"/>
          <ac:spMkLst>
            <pc:docMk/>
            <pc:sldMk cId="84835036" sldId="2562"/>
            <ac:spMk id="9" creationId="{0F784F8A-9B60-4DC1-99F0-646981C952AE}"/>
          </ac:spMkLst>
        </pc:spChg>
        <pc:picChg chg="mod">
          <ac:chgData name="Aleksandra Giebień" userId="c5dd5123b3ed5494" providerId="LiveId" clId="{BD7726C1-84D8-4E14-9EAC-65ED136E6EC0}" dt="2026-02-04T19:32:25.178" v="4" actId="1076"/>
          <ac:picMkLst>
            <pc:docMk/>
            <pc:sldMk cId="84835036" sldId="2562"/>
            <ac:picMk id="6" creationId="{DDE4C7EC-0EED-4324-83CB-47E6BA24B45F}"/>
          </ac:picMkLst>
        </pc:picChg>
      </pc:sldChg>
      <pc:sldChg chg="modSp mod modNotesTx">
        <pc:chgData name="Aleksandra Giebień" userId="c5dd5123b3ed5494" providerId="LiveId" clId="{BD7726C1-84D8-4E14-9EAC-65ED136E6EC0}" dt="2026-02-08T15:54:12.978" v="1655" actId="20577"/>
        <pc:sldMkLst>
          <pc:docMk/>
          <pc:sldMk cId="4155119248" sldId="2563"/>
        </pc:sldMkLst>
        <pc:spChg chg="mod">
          <ac:chgData name="Aleksandra Giebień" userId="c5dd5123b3ed5494" providerId="LiveId" clId="{BD7726C1-84D8-4E14-9EAC-65ED136E6EC0}" dt="2026-02-08T15:54:12.978" v="1655" actId="20577"/>
          <ac:spMkLst>
            <pc:docMk/>
            <pc:sldMk cId="4155119248" sldId="2563"/>
            <ac:spMk id="4" creationId="{836F07B5-0955-17FE-2371-80DD24ADA6E1}"/>
          </ac:spMkLst>
        </pc:spChg>
        <pc:picChg chg="mod">
          <ac:chgData name="Aleksandra Giebień" userId="c5dd5123b3ed5494" providerId="LiveId" clId="{BD7726C1-84D8-4E14-9EAC-65ED136E6EC0}" dt="2026-02-08T15:53:14.210" v="1639" actId="1076"/>
          <ac:picMkLst>
            <pc:docMk/>
            <pc:sldMk cId="4155119248" sldId="2563"/>
            <ac:picMk id="6" creationId="{9D930A75-D949-41FD-8C58-8BEA59CC977D}"/>
          </ac:picMkLst>
        </pc:picChg>
      </pc:sldChg>
      <pc:sldChg chg="modSp mod modNotesTx">
        <pc:chgData name="Aleksandra Giebień" userId="c5dd5123b3ed5494" providerId="LiveId" clId="{BD7726C1-84D8-4E14-9EAC-65ED136E6EC0}" dt="2026-02-08T15:54:59.340" v="1663"/>
        <pc:sldMkLst>
          <pc:docMk/>
          <pc:sldMk cId="663667880" sldId="2567"/>
        </pc:sldMkLst>
        <pc:spChg chg="mod">
          <ac:chgData name="Aleksandra Giebień" userId="c5dd5123b3ed5494" providerId="LiveId" clId="{BD7726C1-84D8-4E14-9EAC-65ED136E6EC0}" dt="2026-02-08T15:54:59.340" v="1663"/>
          <ac:spMkLst>
            <pc:docMk/>
            <pc:sldMk cId="663667880" sldId="2567"/>
            <ac:spMk id="4" creationId="{5D4E2AF7-647F-959B-5590-727132478A79}"/>
          </ac:spMkLst>
        </pc:spChg>
      </pc:sldChg>
      <pc:sldChg chg="modSp mod modNotesTx">
        <pc:chgData name="Aleksandra Giebień" userId="c5dd5123b3ed5494" providerId="LiveId" clId="{BD7726C1-84D8-4E14-9EAC-65ED136E6EC0}" dt="2026-02-08T15:55:36.288" v="1682" actId="27636"/>
        <pc:sldMkLst>
          <pc:docMk/>
          <pc:sldMk cId="2664234229" sldId="2571"/>
        </pc:sldMkLst>
        <pc:spChg chg="mod">
          <ac:chgData name="Aleksandra Giebień" userId="c5dd5123b3ed5494" providerId="LiveId" clId="{BD7726C1-84D8-4E14-9EAC-65ED136E6EC0}" dt="2026-02-08T15:55:36.288" v="1682" actId="27636"/>
          <ac:spMkLst>
            <pc:docMk/>
            <pc:sldMk cId="2664234229" sldId="2571"/>
            <ac:spMk id="4" creationId="{243AA24A-BC45-289D-D63F-23529A32AF01}"/>
          </ac:spMkLst>
        </pc:spChg>
      </pc:sldChg>
      <pc:sldChg chg="modSp mod ord modNotesTx">
        <pc:chgData name="Aleksandra Giebień" userId="c5dd5123b3ed5494" providerId="LiveId" clId="{BD7726C1-84D8-4E14-9EAC-65ED136E6EC0}" dt="2026-02-08T15:56:44.842" v="1708" actId="27636"/>
        <pc:sldMkLst>
          <pc:docMk/>
          <pc:sldMk cId="2415313807" sldId="2575"/>
        </pc:sldMkLst>
        <pc:spChg chg="mod">
          <ac:chgData name="Aleksandra Giebień" userId="c5dd5123b3ed5494" providerId="LiveId" clId="{BD7726C1-84D8-4E14-9EAC-65ED136E6EC0}" dt="2026-02-08T15:56:44.842" v="1708" actId="27636"/>
          <ac:spMkLst>
            <pc:docMk/>
            <pc:sldMk cId="2415313807" sldId="2575"/>
            <ac:spMk id="4" creationId="{D09C4F79-F02D-61D4-4B6E-642D2B31A4F5}"/>
          </ac:spMkLst>
        </pc:spChg>
      </pc:sldChg>
      <pc:sldChg chg="modSp mod modNotesTx">
        <pc:chgData name="Aleksandra Giebień" userId="c5dd5123b3ed5494" providerId="LiveId" clId="{BD7726C1-84D8-4E14-9EAC-65ED136E6EC0}" dt="2026-02-08T15:59:37.153" v="1770" actId="20577"/>
        <pc:sldMkLst>
          <pc:docMk/>
          <pc:sldMk cId="3925547947" sldId="2583"/>
        </pc:sldMkLst>
        <pc:spChg chg="mod">
          <ac:chgData name="Aleksandra Giebień" userId="c5dd5123b3ed5494" providerId="LiveId" clId="{BD7726C1-84D8-4E14-9EAC-65ED136E6EC0}" dt="2026-02-08T15:59:37.153" v="1770" actId="20577"/>
          <ac:spMkLst>
            <pc:docMk/>
            <pc:sldMk cId="3925547947" sldId="2583"/>
            <ac:spMk id="4" creationId="{491D33BB-95FE-3E5A-D3A5-2F31CEBED103}"/>
          </ac:spMkLst>
        </pc:spChg>
      </pc:sldChg>
      <pc:sldChg chg="modSp add mod modNotesTx">
        <pc:chgData name="Aleksandra Giebień" userId="c5dd5123b3ed5494" providerId="LiveId" clId="{BD7726C1-84D8-4E14-9EAC-65ED136E6EC0}" dt="2026-02-08T15:58:04.940" v="1736" actId="20577"/>
        <pc:sldMkLst>
          <pc:docMk/>
          <pc:sldMk cId="336145524" sldId="2596"/>
        </pc:sldMkLst>
        <pc:spChg chg="mod">
          <ac:chgData name="Aleksandra Giebień" userId="c5dd5123b3ed5494" providerId="LiveId" clId="{BD7726C1-84D8-4E14-9EAC-65ED136E6EC0}" dt="2026-02-08T15:58:04.940" v="1736" actId="20577"/>
          <ac:spMkLst>
            <pc:docMk/>
            <pc:sldMk cId="336145524" sldId="2596"/>
            <ac:spMk id="4" creationId="{CE4FAFD4-84AA-BBA9-C4CB-FBFF925168AB}"/>
          </ac:spMkLst>
        </pc:spChg>
      </pc:sldChg>
      <pc:sldChg chg="modSp add mod modNotesTx">
        <pc:chgData name="Aleksandra Giebień" userId="c5dd5123b3ed5494" providerId="LiveId" clId="{BD7726C1-84D8-4E14-9EAC-65ED136E6EC0}" dt="2026-02-08T15:58:54.029" v="1761" actId="20577"/>
        <pc:sldMkLst>
          <pc:docMk/>
          <pc:sldMk cId="2051897941" sldId="2597"/>
        </pc:sldMkLst>
        <pc:spChg chg="mod">
          <ac:chgData name="Aleksandra Giebień" userId="c5dd5123b3ed5494" providerId="LiveId" clId="{BD7726C1-84D8-4E14-9EAC-65ED136E6EC0}" dt="2026-02-08T15:58:54.029" v="1761" actId="20577"/>
          <ac:spMkLst>
            <pc:docMk/>
            <pc:sldMk cId="2051897941" sldId="2597"/>
            <ac:spMk id="4" creationId="{CA09246F-35D1-ED8C-7A1E-6419521D4F34}"/>
          </ac:spMkLst>
        </pc:spChg>
      </pc:sldChg>
      <pc:sldChg chg="modSp add mod modNotesTx">
        <pc:chgData name="Aleksandra Giebień" userId="c5dd5123b3ed5494" providerId="LiveId" clId="{BD7726C1-84D8-4E14-9EAC-65ED136E6EC0}" dt="2026-02-08T16:00:27.885" v="1790" actId="27636"/>
        <pc:sldMkLst>
          <pc:docMk/>
          <pc:sldMk cId="3686928184" sldId="2598"/>
        </pc:sldMkLst>
        <pc:spChg chg="mod">
          <ac:chgData name="Aleksandra Giebień" userId="c5dd5123b3ed5494" providerId="LiveId" clId="{BD7726C1-84D8-4E14-9EAC-65ED136E6EC0}" dt="2026-02-08T16:00:27.885" v="1790" actId="27636"/>
          <ac:spMkLst>
            <pc:docMk/>
            <pc:sldMk cId="3686928184" sldId="2598"/>
            <ac:spMk id="4" creationId="{CA2E3E8A-6308-66A3-E155-CD9160958633}"/>
          </ac:spMkLst>
        </pc:spChg>
        <pc:picChg chg="mod">
          <ac:chgData name="Aleksandra Giebień" userId="c5dd5123b3ed5494" providerId="LiveId" clId="{BD7726C1-84D8-4E14-9EAC-65ED136E6EC0}" dt="2026-02-04T20:10:21.227" v="1231" actId="1076"/>
          <ac:picMkLst>
            <pc:docMk/>
            <pc:sldMk cId="3686928184" sldId="2598"/>
            <ac:picMk id="6" creationId="{D3233A11-9BCE-A5A0-3B43-A14449D2536C}"/>
          </ac:picMkLst>
        </pc:picChg>
      </pc:sldChg>
      <pc:sldChg chg="modSp add mod modNotesTx">
        <pc:chgData name="Aleksandra Giebień" userId="c5dd5123b3ed5494" providerId="LiveId" clId="{BD7726C1-84D8-4E14-9EAC-65ED136E6EC0}" dt="2026-02-08T16:01:13.557" v="1801" actId="20577"/>
        <pc:sldMkLst>
          <pc:docMk/>
          <pc:sldMk cId="1885595869" sldId="2599"/>
        </pc:sldMkLst>
        <pc:spChg chg="mod">
          <ac:chgData name="Aleksandra Giebień" userId="c5dd5123b3ed5494" providerId="LiveId" clId="{BD7726C1-84D8-4E14-9EAC-65ED136E6EC0}" dt="2026-02-08T16:01:13.557" v="1801" actId="20577"/>
          <ac:spMkLst>
            <pc:docMk/>
            <pc:sldMk cId="1885595869" sldId="2599"/>
            <ac:spMk id="4" creationId="{2A1D50AD-6A6E-D1EF-B859-66BFED566BA1}"/>
          </ac:spMkLst>
        </pc:spChg>
      </pc:sldChg>
      <pc:sldChg chg="modSp add mod modNotesTx">
        <pc:chgData name="Aleksandra Giebień" userId="c5dd5123b3ed5494" providerId="LiveId" clId="{BD7726C1-84D8-4E14-9EAC-65ED136E6EC0}" dt="2026-02-08T16:02:30.859" v="1850" actId="14100"/>
        <pc:sldMkLst>
          <pc:docMk/>
          <pc:sldMk cId="1975002848" sldId="2600"/>
        </pc:sldMkLst>
        <pc:spChg chg="mod">
          <ac:chgData name="Aleksandra Giebień" userId="c5dd5123b3ed5494" providerId="LiveId" clId="{BD7726C1-84D8-4E14-9EAC-65ED136E6EC0}" dt="2026-02-08T16:02:30.859" v="1850" actId="14100"/>
          <ac:spMkLst>
            <pc:docMk/>
            <pc:sldMk cId="1975002848" sldId="2600"/>
            <ac:spMk id="4" creationId="{9D92B9FD-B4F1-94CE-B3B5-C60571B67B6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ymbol zastępczy nagłówka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l-PL"/>
          </a:p>
        </p:txBody>
      </p:sp>
      <p:sp>
        <p:nvSpPr>
          <p:cNvPr id="3" name="Symbol zastępczy daty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E4755B3-19B2-411A-942E-1B27BF35623F}" type="datetimeFigureOut">
              <a:rPr lang="pl-PL" smtClean="0"/>
              <a:t>08.02.2026</a:t>
            </a:fld>
            <a:endParaRPr lang="pl-PL"/>
          </a:p>
        </p:txBody>
      </p:sp>
      <p:sp>
        <p:nvSpPr>
          <p:cNvPr id="4" name="Symbol zastępczy obrazu slajd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l-PL"/>
          </a:p>
        </p:txBody>
      </p:sp>
      <p:sp>
        <p:nvSpPr>
          <p:cNvPr id="5" name="Symbol zastępczy notatek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6" name="Symbol zastępczy stopki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l-PL"/>
          </a:p>
        </p:txBody>
      </p:sp>
      <p:sp>
        <p:nvSpPr>
          <p:cNvPr id="7" name="Symbol zastępczy numeru slajd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F559CA6-D403-4D73-8C0E-85028C62BB4E}" type="slidenum">
              <a:rPr lang="pl-PL" smtClean="0"/>
              <a:t>‹#›</a:t>
            </a:fld>
            <a:endParaRPr lang="pl-PL"/>
          </a:p>
        </p:txBody>
      </p:sp>
    </p:spTree>
    <p:extLst>
      <p:ext uri="{BB962C8B-B14F-4D97-AF65-F5344CB8AC3E}">
        <p14:creationId xmlns:p14="http://schemas.microsoft.com/office/powerpoint/2010/main" val="2589683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endParaRPr lang="pl-PL" dirty="0"/>
          </a:p>
        </p:txBody>
      </p:sp>
      <p:sp>
        <p:nvSpPr>
          <p:cNvPr id="4" name="Symbol zastępczy numeru slajdu 3"/>
          <p:cNvSpPr>
            <a:spLocks noGrp="1"/>
          </p:cNvSpPr>
          <p:nvPr>
            <p:ph type="sldNum" sz="quarter" idx="5"/>
          </p:nvPr>
        </p:nvSpPr>
        <p:spPr/>
        <p:txBody>
          <a:bodyPr/>
          <a:lstStyle/>
          <a:p>
            <a:fld id="{18BE5DAC-A57C-4F50-B978-4CAC9E8F4B9B}" type="slidenum">
              <a:rPr lang="pl-PL" smtClean="0"/>
              <a:t>1</a:t>
            </a:fld>
            <a:endParaRPr lang="pl-PL"/>
          </a:p>
        </p:txBody>
      </p:sp>
    </p:spTree>
    <p:extLst>
      <p:ext uri="{BB962C8B-B14F-4D97-AF65-F5344CB8AC3E}">
        <p14:creationId xmlns:p14="http://schemas.microsoft.com/office/powerpoint/2010/main" val="27174954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endParaRPr lang="pl-PL" dirty="0"/>
          </a:p>
        </p:txBody>
      </p:sp>
      <p:sp>
        <p:nvSpPr>
          <p:cNvPr id="4" name="Symbol zastępczy numeru slajdu 3"/>
          <p:cNvSpPr>
            <a:spLocks noGrp="1"/>
          </p:cNvSpPr>
          <p:nvPr>
            <p:ph type="sldNum" sz="quarter" idx="5"/>
          </p:nvPr>
        </p:nvSpPr>
        <p:spPr/>
        <p:txBody>
          <a:bodyPr/>
          <a:lstStyle/>
          <a:p>
            <a:fld id="{18BE5DAC-A57C-4F50-B978-4CAC9E8F4B9B}" type="slidenum">
              <a:rPr lang="pl-PL" smtClean="0"/>
              <a:t>2</a:t>
            </a:fld>
            <a:endParaRPr lang="pl-PL"/>
          </a:p>
        </p:txBody>
      </p:sp>
    </p:spTree>
    <p:extLst>
      <p:ext uri="{BB962C8B-B14F-4D97-AF65-F5344CB8AC3E}">
        <p14:creationId xmlns:p14="http://schemas.microsoft.com/office/powerpoint/2010/main" val="40942728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endParaRPr lang="pl-PL" dirty="0"/>
          </a:p>
        </p:txBody>
      </p:sp>
      <p:sp>
        <p:nvSpPr>
          <p:cNvPr id="4" name="Symbol zastępczy numeru slajdu 3"/>
          <p:cNvSpPr>
            <a:spLocks noGrp="1"/>
          </p:cNvSpPr>
          <p:nvPr>
            <p:ph type="sldNum" sz="quarter" idx="5"/>
          </p:nvPr>
        </p:nvSpPr>
        <p:spPr/>
        <p:txBody>
          <a:bodyPr/>
          <a:lstStyle/>
          <a:p>
            <a:fld id="{18BE5DAC-A57C-4F50-B978-4CAC9E8F4B9B}" type="slidenum">
              <a:rPr lang="pl-PL" smtClean="0"/>
              <a:t>3</a:t>
            </a:fld>
            <a:endParaRPr lang="pl-PL"/>
          </a:p>
        </p:txBody>
      </p:sp>
    </p:spTree>
    <p:extLst>
      <p:ext uri="{BB962C8B-B14F-4D97-AF65-F5344CB8AC3E}">
        <p14:creationId xmlns:p14="http://schemas.microsoft.com/office/powerpoint/2010/main" val="28811297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endParaRPr lang="pl-PL" dirty="0"/>
          </a:p>
        </p:txBody>
      </p:sp>
      <p:sp>
        <p:nvSpPr>
          <p:cNvPr id="4" name="Symbol zastępczy numeru slajdu 3"/>
          <p:cNvSpPr>
            <a:spLocks noGrp="1"/>
          </p:cNvSpPr>
          <p:nvPr>
            <p:ph type="sldNum" sz="quarter" idx="5"/>
          </p:nvPr>
        </p:nvSpPr>
        <p:spPr/>
        <p:txBody>
          <a:bodyPr/>
          <a:lstStyle/>
          <a:p>
            <a:fld id="{18BE5DAC-A57C-4F50-B978-4CAC9E8F4B9B}" type="slidenum">
              <a:rPr lang="pl-PL" smtClean="0"/>
              <a:t>4</a:t>
            </a:fld>
            <a:endParaRPr lang="pl-PL"/>
          </a:p>
        </p:txBody>
      </p:sp>
    </p:spTree>
    <p:extLst>
      <p:ext uri="{BB962C8B-B14F-4D97-AF65-F5344CB8AC3E}">
        <p14:creationId xmlns:p14="http://schemas.microsoft.com/office/powerpoint/2010/main" val="22741430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endParaRPr lang="pl-PL" dirty="0"/>
          </a:p>
        </p:txBody>
      </p:sp>
      <p:sp>
        <p:nvSpPr>
          <p:cNvPr id="4" name="Symbol zastępczy numeru slajdu 3"/>
          <p:cNvSpPr>
            <a:spLocks noGrp="1"/>
          </p:cNvSpPr>
          <p:nvPr>
            <p:ph type="sldNum" sz="quarter" idx="5"/>
          </p:nvPr>
        </p:nvSpPr>
        <p:spPr/>
        <p:txBody>
          <a:bodyPr/>
          <a:lstStyle/>
          <a:p>
            <a:fld id="{18BE5DAC-A57C-4F50-B978-4CAC9E8F4B9B}" type="slidenum">
              <a:rPr lang="pl-PL" smtClean="0"/>
              <a:t>5</a:t>
            </a:fld>
            <a:endParaRPr lang="pl-PL"/>
          </a:p>
        </p:txBody>
      </p:sp>
    </p:spTree>
    <p:extLst>
      <p:ext uri="{BB962C8B-B14F-4D97-AF65-F5344CB8AC3E}">
        <p14:creationId xmlns:p14="http://schemas.microsoft.com/office/powerpoint/2010/main" val="23503321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endParaRPr lang="pl-PL" dirty="0"/>
          </a:p>
        </p:txBody>
      </p:sp>
      <p:sp>
        <p:nvSpPr>
          <p:cNvPr id="4" name="Symbol zastępczy numeru slajdu 3"/>
          <p:cNvSpPr>
            <a:spLocks noGrp="1"/>
          </p:cNvSpPr>
          <p:nvPr>
            <p:ph type="sldNum" sz="quarter" idx="5"/>
          </p:nvPr>
        </p:nvSpPr>
        <p:spPr/>
        <p:txBody>
          <a:bodyPr/>
          <a:lstStyle/>
          <a:p>
            <a:fld id="{18BE5DAC-A57C-4F50-B978-4CAC9E8F4B9B}" type="slidenum">
              <a:rPr lang="pl-PL" smtClean="0"/>
              <a:t>6</a:t>
            </a:fld>
            <a:endParaRPr lang="pl-PL"/>
          </a:p>
        </p:txBody>
      </p:sp>
    </p:spTree>
    <p:extLst>
      <p:ext uri="{BB962C8B-B14F-4D97-AF65-F5344CB8AC3E}">
        <p14:creationId xmlns:p14="http://schemas.microsoft.com/office/powerpoint/2010/main" val="40312835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DFA20-CF2A-46F2-17A2-DBB203F47486}"/>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77E704A1-2145-3D1A-E4C7-819F04D7E182}"/>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B7D6AAB4-776B-0AB6-3677-CC74E03391CE}"/>
              </a:ext>
            </a:extLst>
          </p:cNvPr>
          <p:cNvSpPr>
            <a:spLocks noGrp="1"/>
          </p:cNvSpPr>
          <p:nvPr>
            <p:ph type="body" idx="1"/>
          </p:nvPr>
        </p:nvSpPr>
        <p:spPr/>
        <p:txBody>
          <a:bodyPr/>
          <a:lstStyle/>
          <a:p>
            <a:endParaRPr lang="pl-PL" dirty="0"/>
          </a:p>
        </p:txBody>
      </p:sp>
      <p:sp>
        <p:nvSpPr>
          <p:cNvPr id="4" name="Symbol zastępczy numeru slajdu 3">
            <a:extLst>
              <a:ext uri="{FF2B5EF4-FFF2-40B4-BE49-F238E27FC236}">
                <a16:creationId xmlns:a16="http://schemas.microsoft.com/office/drawing/2014/main" id="{218EB68F-A072-0EE2-C6B9-E8AAE2639D44}"/>
              </a:ext>
            </a:extLst>
          </p:cNvPr>
          <p:cNvSpPr>
            <a:spLocks noGrp="1"/>
          </p:cNvSpPr>
          <p:nvPr>
            <p:ph type="sldNum" sz="quarter" idx="5"/>
          </p:nvPr>
        </p:nvSpPr>
        <p:spPr/>
        <p:txBody>
          <a:bodyPr/>
          <a:lstStyle/>
          <a:p>
            <a:fld id="{18BE5DAC-A57C-4F50-B978-4CAC9E8F4B9B}" type="slidenum">
              <a:rPr lang="pl-PL" smtClean="0"/>
              <a:t>7</a:t>
            </a:fld>
            <a:endParaRPr lang="pl-PL"/>
          </a:p>
        </p:txBody>
      </p:sp>
    </p:spTree>
    <p:extLst>
      <p:ext uri="{BB962C8B-B14F-4D97-AF65-F5344CB8AC3E}">
        <p14:creationId xmlns:p14="http://schemas.microsoft.com/office/powerpoint/2010/main" val="33461364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DCDA2-22ED-A18E-0157-D764C510C671}"/>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E2630ADA-A20E-DB4D-935D-85334D55741D}"/>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0EFB0BA5-DFC4-CD2A-2593-81FD6314D598}"/>
              </a:ext>
            </a:extLst>
          </p:cNvPr>
          <p:cNvSpPr>
            <a:spLocks noGrp="1"/>
          </p:cNvSpPr>
          <p:nvPr>
            <p:ph type="body" idx="1"/>
          </p:nvPr>
        </p:nvSpPr>
        <p:spPr/>
        <p:txBody>
          <a:bodyPr/>
          <a:lstStyle/>
          <a:p>
            <a:endParaRPr lang="pl-PL" dirty="0"/>
          </a:p>
        </p:txBody>
      </p:sp>
      <p:sp>
        <p:nvSpPr>
          <p:cNvPr id="4" name="Symbol zastępczy numeru slajdu 3">
            <a:extLst>
              <a:ext uri="{FF2B5EF4-FFF2-40B4-BE49-F238E27FC236}">
                <a16:creationId xmlns:a16="http://schemas.microsoft.com/office/drawing/2014/main" id="{D94540A9-D7BC-3EF8-23B1-14BFA5FBE195}"/>
              </a:ext>
            </a:extLst>
          </p:cNvPr>
          <p:cNvSpPr>
            <a:spLocks noGrp="1"/>
          </p:cNvSpPr>
          <p:nvPr>
            <p:ph type="sldNum" sz="quarter" idx="5"/>
          </p:nvPr>
        </p:nvSpPr>
        <p:spPr/>
        <p:txBody>
          <a:bodyPr/>
          <a:lstStyle/>
          <a:p>
            <a:fld id="{18BE5DAC-A57C-4F50-B978-4CAC9E8F4B9B}" type="slidenum">
              <a:rPr lang="pl-PL" smtClean="0"/>
              <a:t>8</a:t>
            </a:fld>
            <a:endParaRPr lang="pl-PL"/>
          </a:p>
        </p:txBody>
      </p:sp>
    </p:spTree>
    <p:extLst>
      <p:ext uri="{BB962C8B-B14F-4D97-AF65-F5344CB8AC3E}">
        <p14:creationId xmlns:p14="http://schemas.microsoft.com/office/powerpoint/2010/main" val="1531731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endParaRPr lang="pl-PL" dirty="0"/>
          </a:p>
        </p:txBody>
      </p:sp>
      <p:sp>
        <p:nvSpPr>
          <p:cNvPr id="4" name="Symbol zastępczy numeru slajdu 3"/>
          <p:cNvSpPr>
            <a:spLocks noGrp="1"/>
          </p:cNvSpPr>
          <p:nvPr>
            <p:ph type="sldNum" sz="quarter" idx="5"/>
          </p:nvPr>
        </p:nvSpPr>
        <p:spPr/>
        <p:txBody>
          <a:bodyPr/>
          <a:lstStyle/>
          <a:p>
            <a:fld id="{18BE5DAC-A57C-4F50-B978-4CAC9E8F4B9B}" type="slidenum">
              <a:rPr lang="pl-PL" smtClean="0"/>
              <a:t>9</a:t>
            </a:fld>
            <a:endParaRPr lang="pl-PL"/>
          </a:p>
        </p:txBody>
      </p:sp>
    </p:spTree>
    <p:extLst>
      <p:ext uri="{BB962C8B-B14F-4D97-AF65-F5344CB8AC3E}">
        <p14:creationId xmlns:p14="http://schemas.microsoft.com/office/powerpoint/2010/main" val="31616597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63032-E780-2126-3C2F-23D2E9638D5B}"/>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22127A7B-475E-213C-464E-50064AB77EC1}"/>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CE06AF3A-6E10-DCB7-18FF-6D1AD9277E2B}"/>
              </a:ext>
            </a:extLst>
          </p:cNvPr>
          <p:cNvSpPr>
            <a:spLocks noGrp="1"/>
          </p:cNvSpPr>
          <p:nvPr>
            <p:ph type="body" idx="1"/>
          </p:nvPr>
        </p:nvSpPr>
        <p:spPr/>
        <p:txBody>
          <a:bodyPr/>
          <a:lstStyle/>
          <a:p>
            <a:endParaRPr lang="pl-PL" dirty="0"/>
          </a:p>
        </p:txBody>
      </p:sp>
      <p:sp>
        <p:nvSpPr>
          <p:cNvPr id="4" name="Symbol zastępczy numeru slajdu 3">
            <a:extLst>
              <a:ext uri="{FF2B5EF4-FFF2-40B4-BE49-F238E27FC236}">
                <a16:creationId xmlns:a16="http://schemas.microsoft.com/office/drawing/2014/main" id="{E2877C67-C581-14DC-1A63-6465D4CE0AF3}"/>
              </a:ext>
            </a:extLst>
          </p:cNvPr>
          <p:cNvSpPr>
            <a:spLocks noGrp="1"/>
          </p:cNvSpPr>
          <p:nvPr>
            <p:ph type="sldNum" sz="quarter" idx="5"/>
          </p:nvPr>
        </p:nvSpPr>
        <p:spPr/>
        <p:txBody>
          <a:bodyPr/>
          <a:lstStyle/>
          <a:p>
            <a:fld id="{18BE5DAC-A57C-4F50-B978-4CAC9E8F4B9B}" type="slidenum">
              <a:rPr lang="pl-PL" smtClean="0"/>
              <a:t>10</a:t>
            </a:fld>
            <a:endParaRPr lang="pl-PL"/>
          </a:p>
        </p:txBody>
      </p:sp>
    </p:spTree>
    <p:extLst>
      <p:ext uri="{BB962C8B-B14F-4D97-AF65-F5344CB8AC3E}">
        <p14:creationId xmlns:p14="http://schemas.microsoft.com/office/powerpoint/2010/main" val="40041275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F969B0-AB3F-5E22-DC68-5E710FEF3DAE}"/>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7C94B271-BEEA-0DD2-336C-75DF8CE6B4D6}"/>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CE67F755-CC33-82AE-C8D2-2E18300E78B7}"/>
              </a:ext>
            </a:extLst>
          </p:cNvPr>
          <p:cNvSpPr>
            <a:spLocks noGrp="1"/>
          </p:cNvSpPr>
          <p:nvPr>
            <p:ph type="body" idx="1"/>
          </p:nvPr>
        </p:nvSpPr>
        <p:spPr/>
        <p:txBody>
          <a:bodyPr/>
          <a:lstStyle/>
          <a:p>
            <a:endParaRPr lang="pl-PL" dirty="0"/>
          </a:p>
        </p:txBody>
      </p:sp>
      <p:sp>
        <p:nvSpPr>
          <p:cNvPr id="4" name="Symbol zastępczy numeru slajdu 3">
            <a:extLst>
              <a:ext uri="{FF2B5EF4-FFF2-40B4-BE49-F238E27FC236}">
                <a16:creationId xmlns:a16="http://schemas.microsoft.com/office/drawing/2014/main" id="{4AD3EEFC-693C-2FEC-3FF4-C6972E48F558}"/>
              </a:ext>
            </a:extLst>
          </p:cNvPr>
          <p:cNvSpPr>
            <a:spLocks noGrp="1"/>
          </p:cNvSpPr>
          <p:nvPr>
            <p:ph type="sldNum" sz="quarter" idx="5"/>
          </p:nvPr>
        </p:nvSpPr>
        <p:spPr/>
        <p:txBody>
          <a:bodyPr/>
          <a:lstStyle/>
          <a:p>
            <a:fld id="{18BE5DAC-A57C-4F50-B978-4CAC9E8F4B9B}" type="slidenum">
              <a:rPr lang="pl-PL" smtClean="0"/>
              <a:t>11</a:t>
            </a:fld>
            <a:endParaRPr lang="pl-PL"/>
          </a:p>
        </p:txBody>
      </p:sp>
    </p:spTree>
    <p:extLst>
      <p:ext uri="{BB962C8B-B14F-4D97-AF65-F5344CB8AC3E}">
        <p14:creationId xmlns:p14="http://schemas.microsoft.com/office/powerpoint/2010/main" val="75587900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9E528F-F2CC-C744-F5F2-DE9788F0A5BF}"/>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9E61F32F-C0D3-E69D-DD65-3A76AD289423}"/>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30CA9CA9-436C-DE78-4A32-7BB1581FE217}"/>
              </a:ext>
            </a:extLst>
          </p:cNvPr>
          <p:cNvSpPr>
            <a:spLocks noGrp="1"/>
          </p:cNvSpPr>
          <p:nvPr>
            <p:ph type="body" idx="1"/>
          </p:nvPr>
        </p:nvSpPr>
        <p:spPr/>
        <p:txBody>
          <a:bodyPr/>
          <a:lstStyle/>
          <a:p>
            <a:endParaRPr lang="pl-PL" dirty="0"/>
          </a:p>
        </p:txBody>
      </p:sp>
      <p:sp>
        <p:nvSpPr>
          <p:cNvPr id="4" name="Symbol zastępczy numeru slajdu 3">
            <a:extLst>
              <a:ext uri="{FF2B5EF4-FFF2-40B4-BE49-F238E27FC236}">
                <a16:creationId xmlns:a16="http://schemas.microsoft.com/office/drawing/2014/main" id="{81507ADA-0CDD-C309-D5D4-0A7E0FA7986F}"/>
              </a:ext>
            </a:extLst>
          </p:cNvPr>
          <p:cNvSpPr>
            <a:spLocks noGrp="1"/>
          </p:cNvSpPr>
          <p:nvPr>
            <p:ph type="sldNum" sz="quarter" idx="5"/>
          </p:nvPr>
        </p:nvSpPr>
        <p:spPr/>
        <p:txBody>
          <a:bodyPr/>
          <a:lstStyle/>
          <a:p>
            <a:fld id="{18BE5DAC-A57C-4F50-B978-4CAC9E8F4B9B}" type="slidenum">
              <a:rPr lang="pl-PL" smtClean="0"/>
              <a:t>12</a:t>
            </a:fld>
            <a:endParaRPr lang="pl-PL"/>
          </a:p>
        </p:txBody>
      </p:sp>
    </p:spTree>
    <p:extLst>
      <p:ext uri="{BB962C8B-B14F-4D97-AF65-F5344CB8AC3E}">
        <p14:creationId xmlns:p14="http://schemas.microsoft.com/office/powerpoint/2010/main" val="363701955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ytuł z obrazem">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4336E9A-8E96-CD8C-7598-F87632CD81CF}"/>
              </a:ext>
            </a:extLst>
          </p:cNvPr>
          <p:cNvSpPr>
            <a:spLocks noGrp="1"/>
          </p:cNvSpPr>
          <p:nvPr>
            <p:ph type="ctrTitle"/>
          </p:nvPr>
        </p:nvSpPr>
        <p:spPr>
          <a:xfrm>
            <a:off x="1142999" y="5172773"/>
            <a:ext cx="9906001" cy="770827"/>
          </a:xfrm>
        </p:spPr>
        <p:txBody>
          <a:bodyPr vert="horz" lIns="91440" tIns="45720" rIns="91440" bIns="45720" rtlCol="0" anchor="t">
            <a:normAutofit/>
          </a:bodyPr>
          <a:lstStyle>
            <a:lvl1pPr>
              <a:defRPr lang="en-US" sz="5400" dirty="0">
                <a:latin typeface="+mj-lt"/>
                <a:cs typeface="Mongolian Baiti" panose="03000500000000000000" pitchFamily="66" charset="0"/>
              </a:defRPr>
            </a:lvl1pPr>
          </a:lstStyle>
          <a:p>
            <a:pPr lvl="0" rtl="0"/>
            <a:r>
              <a:rPr lang="pl"/>
              <a:t>Kliknij, aby edytować styl wzorca tytułu</a:t>
            </a:r>
          </a:p>
        </p:txBody>
      </p:sp>
      <p:sp>
        <p:nvSpPr>
          <p:cNvPr id="3" name="Podtytuł 2">
            <a:extLst>
              <a:ext uri="{FF2B5EF4-FFF2-40B4-BE49-F238E27FC236}">
                <a16:creationId xmlns:a16="http://schemas.microsoft.com/office/drawing/2014/main" id="{2BDC76B8-60F6-62D3-9F73-E81662203017}"/>
              </a:ext>
            </a:extLst>
          </p:cNvPr>
          <p:cNvSpPr>
            <a:spLocks noGrp="1"/>
          </p:cNvSpPr>
          <p:nvPr>
            <p:ph type="subTitle" idx="1"/>
          </p:nvPr>
        </p:nvSpPr>
        <p:spPr>
          <a:xfrm>
            <a:off x="1142999" y="4600446"/>
            <a:ext cx="9906001" cy="398304"/>
          </a:xfrm>
        </p:spPr>
        <p:txBody>
          <a:bodyPr vert="horz" lIns="91440" tIns="45720" rIns="91440" bIns="45720" rtlCol="0" anchor="b">
            <a:normAutofit/>
          </a:bodyPr>
          <a:lstStyle>
            <a:lvl1pPr marL="0" indent="0">
              <a:buNone/>
              <a:defRPr lang="en-US" sz="2000" b="1" i="0" dirty="0">
                <a:solidFill>
                  <a:schemeClr val="accent1"/>
                </a:solidFill>
                <a:latin typeface="+mn-lt"/>
              </a:defRPr>
            </a:lvl1pPr>
          </a:lstStyle>
          <a:p>
            <a:pPr lvl="0" rtl="0"/>
            <a:r>
              <a:rPr lang="pl"/>
              <a:t>Kliknij, aby edytować styl wzorca podtytułu</a:t>
            </a:r>
          </a:p>
        </p:txBody>
      </p:sp>
      <p:sp>
        <p:nvSpPr>
          <p:cNvPr id="11" name="Obraz — symbol zastępczy 10">
            <a:extLst>
              <a:ext uri="{FF2B5EF4-FFF2-40B4-BE49-F238E27FC236}">
                <a16:creationId xmlns:a16="http://schemas.microsoft.com/office/drawing/2014/main" id="{B24A208E-BD69-BB12-21B8-DA405B501FA8}"/>
              </a:ext>
            </a:extLst>
          </p:cNvPr>
          <p:cNvSpPr>
            <a:spLocks noGrp="1"/>
          </p:cNvSpPr>
          <p:nvPr>
            <p:ph type="pic" sz="quarter" idx="13" hasCustomPrompt="1"/>
          </p:nvPr>
        </p:nvSpPr>
        <p:spPr>
          <a:xfrm>
            <a:off x="1143001" y="685800"/>
            <a:ext cx="9906000" cy="3716559"/>
          </a:xfrm>
          <a:prstGeom prst="roundRect">
            <a:avLst/>
          </a:prstGeom>
          <a:blipFill dpi="0" rotWithShape="1">
            <a:blip r:embed="rId2" cstate="email">
              <a:alphaModFix amt="60000"/>
              <a:extLst>
                <a:ext uri="{28A0092B-C50C-407E-A947-70E740481C1C}">
                  <a14:useLocalDpi xmlns:a14="http://schemas.microsoft.com/office/drawing/2010/main"/>
                </a:ext>
              </a:extLst>
            </a:blip>
            <a:srcRect/>
            <a:stretch>
              <a:fillRect/>
            </a:stretch>
          </a:blipFill>
        </p:spPr>
        <p:txBody>
          <a:bodyPr rtlCol="0"/>
          <a:lstStyle>
            <a:lvl1pPr marL="0" indent="0">
              <a:buNone/>
              <a:defRPr/>
            </a:lvl1pPr>
          </a:lstStyle>
          <a:p>
            <a:pPr rtl="0"/>
            <a:r>
              <a:rPr lang="pl"/>
              <a:t>   </a:t>
            </a:r>
          </a:p>
        </p:txBody>
      </p:sp>
      <p:sp>
        <p:nvSpPr>
          <p:cNvPr id="8" name="Stopka — symbol zastępczy 7">
            <a:extLst>
              <a:ext uri="{FF2B5EF4-FFF2-40B4-BE49-F238E27FC236}">
                <a16:creationId xmlns:a16="http://schemas.microsoft.com/office/drawing/2014/main" id="{1B5B8C48-05E9-5280-3F6A-22F8BCBB477E}"/>
              </a:ext>
            </a:extLst>
          </p:cNvPr>
          <p:cNvSpPr>
            <a:spLocks noGrp="1"/>
          </p:cNvSpPr>
          <p:nvPr>
            <p:ph type="ftr" sz="quarter" idx="15"/>
          </p:nvPr>
        </p:nvSpPr>
        <p:spPr/>
        <p:txBody>
          <a:bodyPr rtlCol="0"/>
          <a:lstStyle>
            <a:lvl1pPr>
              <a:defRPr sz="1000"/>
            </a:lvl1pPr>
          </a:lstStyle>
          <a:p>
            <a:pPr rtl="0"/>
            <a:r>
              <a:rPr lang="pl"/>
              <a:t>Przykładowy tekst stopki</a:t>
            </a:r>
            <a:endParaRPr lang="en-US" sz="1000" dirty="0"/>
          </a:p>
        </p:txBody>
      </p:sp>
      <p:sp>
        <p:nvSpPr>
          <p:cNvPr id="7" name="Data — symbol zastępczy 6">
            <a:extLst>
              <a:ext uri="{FF2B5EF4-FFF2-40B4-BE49-F238E27FC236}">
                <a16:creationId xmlns:a16="http://schemas.microsoft.com/office/drawing/2014/main" id="{1AA6C9C7-A264-237A-7F3C-46E6A7A9646D}"/>
              </a:ext>
            </a:extLst>
          </p:cNvPr>
          <p:cNvSpPr>
            <a:spLocks noGrp="1"/>
          </p:cNvSpPr>
          <p:nvPr>
            <p:ph type="dt" sz="half" idx="14"/>
          </p:nvPr>
        </p:nvSpPr>
        <p:spPr/>
        <p:txBody>
          <a:bodyPr rtlCol="0"/>
          <a:lstStyle>
            <a:lvl1pPr>
              <a:defRPr sz="1000"/>
            </a:lvl1pPr>
          </a:lstStyle>
          <a:p>
            <a:pPr rtl="0"/>
            <a:r>
              <a:rPr lang="en-US"/>
              <a:t>30/10/2025</a:t>
            </a:r>
            <a:endParaRPr lang="en-US" sz="1000" dirty="0"/>
          </a:p>
        </p:txBody>
      </p:sp>
      <p:sp>
        <p:nvSpPr>
          <p:cNvPr id="9" name="Numer slajdu — symbol zastępczy 8">
            <a:extLst>
              <a:ext uri="{FF2B5EF4-FFF2-40B4-BE49-F238E27FC236}">
                <a16:creationId xmlns:a16="http://schemas.microsoft.com/office/drawing/2014/main" id="{47BC820F-C031-6832-5CA0-B972903E0D5F}"/>
              </a:ext>
            </a:extLst>
          </p:cNvPr>
          <p:cNvSpPr>
            <a:spLocks noGrp="1"/>
          </p:cNvSpPr>
          <p:nvPr>
            <p:ph type="sldNum" sz="quarter" idx="16"/>
          </p:nvPr>
        </p:nvSpPr>
        <p:spPr/>
        <p:txBody>
          <a:bodyPr rtlCol="0"/>
          <a:lstStyle>
            <a:lvl1pPr>
              <a:defRPr sz="1000"/>
            </a:lvl1pPr>
          </a:lstStyle>
          <a:p>
            <a:pPr rtl="0"/>
            <a:fld id="{AEAA3239-9EA4-4A65-A281-97F994456D9F}" type="slidenum">
              <a:rPr lang="en-US" smtClean="0"/>
              <a:pPr/>
              <a:t>‹#›</a:t>
            </a:fld>
            <a:endParaRPr lang="en-US" sz="1000" dirty="0"/>
          </a:p>
        </p:txBody>
      </p:sp>
      <p:cxnSp>
        <p:nvCxnSpPr>
          <p:cNvPr id="4" name="Łącznik prosty 3">
            <a:extLst>
              <a:ext uri="{FF2B5EF4-FFF2-40B4-BE49-F238E27FC236}">
                <a16:creationId xmlns:a16="http://schemas.microsoft.com/office/drawing/2014/main" id="{B2008A96-F52F-AB95-8185-940BB21AA15B}"/>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3056860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Zawartość">
    <p:bg>
      <p:bgPr>
        <a:solidFill>
          <a:schemeClr val="bg2"/>
        </a:solidFill>
        <a:effectLst/>
      </p:bgPr>
    </p:bg>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BC7433D9-FD02-59E2-0F81-A0B7201D2DA0}"/>
              </a:ext>
            </a:extLst>
          </p:cNvPr>
          <p:cNvSpPr>
            <a:spLocks noGrp="1"/>
          </p:cNvSpPr>
          <p:nvPr>
            <p:ph type="title"/>
          </p:nvPr>
        </p:nvSpPr>
        <p:spPr/>
        <p:txBody>
          <a:bodyPr rtlCol="0" anchor="t"/>
          <a:lstStyle/>
          <a:p>
            <a:pPr rtl="0"/>
            <a:r>
              <a:rPr lang="pl"/>
              <a:t>Kliknij, aby edytować styl wzorca tytułu</a:t>
            </a:r>
            <a:endParaRPr lang="en-US" dirty="0"/>
          </a:p>
        </p:txBody>
      </p:sp>
      <p:sp>
        <p:nvSpPr>
          <p:cNvPr id="3" name="Zawartość — symbol zastępczy 2">
            <a:extLst>
              <a:ext uri="{FF2B5EF4-FFF2-40B4-BE49-F238E27FC236}">
                <a16:creationId xmlns:a16="http://schemas.microsoft.com/office/drawing/2014/main" id="{6C2DD052-3E45-E789-01F8-33250024ECBD}"/>
              </a:ext>
            </a:extLst>
          </p:cNvPr>
          <p:cNvSpPr>
            <a:spLocks noGrp="1"/>
          </p:cNvSpPr>
          <p:nvPr>
            <p:ph idx="1"/>
          </p:nvPr>
        </p:nvSpPr>
        <p:spPr>
          <a:xfrm>
            <a:off x="1142999" y="1905008"/>
            <a:ext cx="9906001" cy="4038592"/>
          </a:xfrm>
        </p:spPr>
        <p:txBody>
          <a:bodyPr rtlCol="0"/>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endParaRPr lang="en-US" dirty="0"/>
          </a:p>
        </p:txBody>
      </p:sp>
      <p:sp>
        <p:nvSpPr>
          <p:cNvPr id="5" name="Stopka — symbol zastępczy 4">
            <a:extLst>
              <a:ext uri="{FF2B5EF4-FFF2-40B4-BE49-F238E27FC236}">
                <a16:creationId xmlns:a16="http://schemas.microsoft.com/office/drawing/2014/main" id="{B17E6B5E-6174-FD5C-41E8-FFC44C650D7E}"/>
              </a:ext>
            </a:extLst>
          </p:cNvPr>
          <p:cNvSpPr>
            <a:spLocks noGrp="1"/>
          </p:cNvSpPr>
          <p:nvPr>
            <p:ph type="ftr" sz="quarter" idx="11"/>
          </p:nvPr>
        </p:nvSpPr>
        <p:spPr/>
        <p:txBody>
          <a:bodyPr rtlCol="0"/>
          <a:lstStyle/>
          <a:p>
            <a:pPr rtl="0"/>
            <a:r>
              <a:rPr lang="pl"/>
              <a:t>Przykładowy tekst stopki</a:t>
            </a:r>
          </a:p>
        </p:txBody>
      </p:sp>
      <p:sp>
        <p:nvSpPr>
          <p:cNvPr id="4" name="Data — symbol zastępczy 3">
            <a:extLst>
              <a:ext uri="{FF2B5EF4-FFF2-40B4-BE49-F238E27FC236}">
                <a16:creationId xmlns:a16="http://schemas.microsoft.com/office/drawing/2014/main" id="{0B9485D1-E172-8F0A-A425-3097B3ABCFB4}"/>
              </a:ext>
            </a:extLst>
          </p:cNvPr>
          <p:cNvSpPr>
            <a:spLocks noGrp="1"/>
          </p:cNvSpPr>
          <p:nvPr>
            <p:ph type="dt" sz="half" idx="10"/>
          </p:nvPr>
        </p:nvSpPr>
        <p:spPr/>
        <p:txBody>
          <a:bodyPr rtlCol="0"/>
          <a:lstStyle/>
          <a:p>
            <a:pPr rtl="0"/>
            <a:r>
              <a:rPr lang="en-US"/>
              <a:t>30/10/2025</a:t>
            </a:r>
            <a:endParaRPr lang="en-US" dirty="0"/>
          </a:p>
        </p:txBody>
      </p:sp>
      <p:sp>
        <p:nvSpPr>
          <p:cNvPr id="6" name="Numer slajdu — symbol zastępczy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rtlCol="0"/>
          <a:lstStyle/>
          <a:p>
            <a:pPr rtl="0"/>
            <a:fld id="{AEAA3239-9EA4-4A65-A281-97F994456D9F}" type="slidenum">
              <a:rPr lang="en-US" smtClean="0"/>
              <a:t>‹#›</a:t>
            </a:fld>
            <a:endParaRPr lang="en-US" dirty="0"/>
          </a:p>
        </p:txBody>
      </p:sp>
      <p:cxnSp>
        <p:nvCxnSpPr>
          <p:cNvPr id="7" name="Łącznik prosty 6">
            <a:extLst>
              <a:ext uri="{FF2B5EF4-FFF2-40B4-BE49-F238E27FC236}">
                <a16:creationId xmlns:a16="http://schemas.microsoft.com/office/drawing/2014/main" id="{1E99ED41-DFA2-8D2F-7F31-B856DB6B81A4}"/>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8246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ytuł z obrazem 2">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4336E9A-8E96-CD8C-7598-F87632CD81CF}"/>
              </a:ext>
            </a:extLst>
          </p:cNvPr>
          <p:cNvSpPr>
            <a:spLocks noGrp="1"/>
          </p:cNvSpPr>
          <p:nvPr>
            <p:ph type="ctrTitle"/>
          </p:nvPr>
        </p:nvSpPr>
        <p:spPr>
          <a:xfrm>
            <a:off x="1143001" y="2327554"/>
            <a:ext cx="3914086" cy="3656368"/>
          </a:xfrm>
        </p:spPr>
        <p:txBody>
          <a:bodyPr vert="horz" lIns="91440" tIns="45720" rIns="91440" bIns="45720" rtlCol="0" anchor="t">
            <a:normAutofit/>
          </a:bodyPr>
          <a:lstStyle>
            <a:lvl1pPr>
              <a:defRPr lang="en-US" sz="4800" dirty="0"/>
            </a:lvl1pPr>
          </a:lstStyle>
          <a:p>
            <a:pPr lvl="0" rtl="0"/>
            <a:r>
              <a:rPr lang="pl"/>
              <a:t>Kliknij, aby edytować styl wzorca tytułu</a:t>
            </a:r>
          </a:p>
        </p:txBody>
      </p:sp>
      <p:sp>
        <p:nvSpPr>
          <p:cNvPr id="3" name="Podtytuł 2">
            <a:extLst>
              <a:ext uri="{FF2B5EF4-FFF2-40B4-BE49-F238E27FC236}">
                <a16:creationId xmlns:a16="http://schemas.microsoft.com/office/drawing/2014/main" id="{2BDC76B8-60F6-62D3-9F73-E81662203017}"/>
              </a:ext>
            </a:extLst>
          </p:cNvPr>
          <p:cNvSpPr>
            <a:spLocks noGrp="1"/>
          </p:cNvSpPr>
          <p:nvPr>
            <p:ph type="subTitle" idx="1"/>
          </p:nvPr>
        </p:nvSpPr>
        <p:spPr>
          <a:xfrm>
            <a:off x="1164817" y="685799"/>
            <a:ext cx="3174160" cy="1458873"/>
          </a:xfrm>
        </p:spPr>
        <p:txBody>
          <a:bodyPr vert="horz" lIns="91440" tIns="45720" rIns="91440" bIns="45720" rtlCol="0" anchor="b">
            <a:normAutofit/>
          </a:bodyPr>
          <a:lstStyle>
            <a:lvl1pPr marL="0" indent="0">
              <a:spcBef>
                <a:spcPts val="0"/>
              </a:spcBef>
              <a:buNone/>
              <a:defRPr lang="en-US" sz="2000" b="1" i="0" dirty="0">
                <a:solidFill>
                  <a:schemeClr val="accent1"/>
                </a:solidFill>
                <a:latin typeface="+mn-lt"/>
              </a:defRPr>
            </a:lvl1pPr>
          </a:lstStyle>
          <a:p>
            <a:pPr lvl="0" rtl="0"/>
            <a:r>
              <a:rPr lang="pl"/>
              <a:t>Kliknij, aby edytować styl wzorca podtytułu</a:t>
            </a:r>
            <a:endParaRPr lang="en-US" dirty="0"/>
          </a:p>
        </p:txBody>
      </p:sp>
      <p:sp>
        <p:nvSpPr>
          <p:cNvPr id="11" name="Obraz — symbol zastępczy 10">
            <a:extLst>
              <a:ext uri="{FF2B5EF4-FFF2-40B4-BE49-F238E27FC236}">
                <a16:creationId xmlns:a16="http://schemas.microsoft.com/office/drawing/2014/main" id="{B24A208E-BD69-BB12-21B8-DA405B501FA8}"/>
              </a:ext>
            </a:extLst>
          </p:cNvPr>
          <p:cNvSpPr>
            <a:spLocks noGrp="1"/>
          </p:cNvSpPr>
          <p:nvPr>
            <p:ph type="pic" sz="quarter" idx="13" hasCustomPrompt="1"/>
          </p:nvPr>
        </p:nvSpPr>
        <p:spPr>
          <a:xfrm>
            <a:off x="5769104" y="685800"/>
            <a:ext cx="5258080" cy="5257800"/>
          </a:xfrm>
          <a:prstGeom prst="roundRect">
            <a:avLst/>
          </a:prstGeom>
          <a:blipFill dpi="0" rotWithShape="1">
            <a:blip r:embed="rId2" cstate="email">
              <a:alphaModFix amt="60000"/>
              <a:extLst>
                <a:ext uri="{28A0092B-C50C-407E-A947-70E740481C1C}">
                  <a14:useLocalDpi xmlns:a14="http://schemas.microsoft.com/office/drawing/2010/main"/>
                </a:ext>
              </a:extLst>
            </a:blip>
            <a:srcRect/>
            <a:stretch>
              <a:fillRect/>
            </a:stretch>
          </a:blipFill>
        </p:spPr>
        <p:txBody>
          <a:bodyPr rtlCol="0"/>
          <a:lstStyle>
            <a:lvl1pPr marL="0" indent="0">
              <a:buNone/>
              <a:defRPr/>
            </a:lvl1pPr>
          </a:lstStyle>
          <a:p>
            <a:pPr rtl="0"/>
            <a:r>
              <a:rPr lang="pl"/>
              <a:t>   </a:t>
            </a:r>
          </a:p>
        </p:txBody>
      </p:sp>
      <p:sp>
        <p:nvSpPr>
          <p:cNvPr id="8" name="Stopka — symbol zastępczy 7">
            <a:extLst>
              <a:ext uri="{FF2B5EF4-FFF2-40B4-BE49-F238E27FC236}">
                <a16:creationId xmlns:a16="http://schemas.microsoft.com/office/drawing/2014/main" id="{9A6E6A4C-6C55-068A-43AA-78DB4D1D643B}"/>
              </a:ext>
            </a:extLst>
          </p:cNvPr>
          <p:cNvSpPr>
            <a:spLocks noGrp="1"/>
          </p:cNvSpPr>
          <p:nvPr>
            <p:ph type="ftr" sz="quarter" idx="15"/>
          </p:nvPr>
        </p:nvSpPr>
        <p:spPr>
          <a:xfrm>
            <a:off x="152400" y="6400800"/>
            <a:ext cx="5943600" cy="453602"/>
          </a:xfrm>
        </p:spPr>
        <p:txBody>
          <a:bodyPr rtlCol="0"/>
          <a:lstStyle/>
          <a:p>
            <a:pPr rtl="0"/>
            <a:r>
              <a:rPr lang="pl"/>
              <a:t>Przykładowy tekst stopki</a:t>
            </a:r>
          </a:p>
        </p:txBody>
      </p:sp>
      <p:sp>
        <p:nvSpPr>
          <p:cNvPr id="7" name="Data — symbol zastępczy 6">
            <a:extLst>
              <a:ext uri="{FF2B5EF4-FFF2-40B4-BE49-F238E27FC236}">
                <a16:creationId xmlns:a16="http://schemas.microsoft.com/office/drawing/2014/main" id="{F991F941-2D53-CC10-7947-62237A245FE0}"/>
              </a:ext>
            </a:extLst>
          </p:cNvPr>
          <p:cNvSpPr>
            <a:spLocks noGrp="1"/>
          </p:cNvSpPr>
          <p:nvPr>
            <p:ph type="dt" sz="half" idx="14"/>
          </p:nvPr>
        </p:nvSpPr>
        <p:spPr>
          <a:xfrm>
            <a:off x="10058400" y="6400800"/>
            <a:ext cx="990600" cy="453602"/>
          </a:xfrm>
        </p:spPr>
        <p:txBody>
          <a:bodyPr rtlCol="0"/>
          <a:lstStyle/>
          <a:p>
            <a:pPr rtl="0"/>
            <a:r>
              <a:rPr lang="en-US"/>
              <a:t>30/10/2025</a:t>
            </a:r>
            <a:endParaRPr lang="en-US" dirty="0"/>
          </a:p>
        </p:txBody>
      </p:sp>
      <p:sp>
        <p:nvSpPr>
          <p:cNvPr id="9" name="Numer slajdu — symbol zastępczy 8">
            <a:extLst>
              <a:ext uri="{FF2B5EF4-FFF2-40B4-BE49-F238E27FC236}">
                <a16:creationId xmlns:a16="http://schemas.microsoft.com/office/drawing/2014/main" id="{C1A2CCFF-14A7-08A8-4465-732CD8928728}"/>
              </a:ext>
            </a:extLst>
          </p:cNvPr>
          <p:cNvSpPr>
            <a:spLocks noGrp="1"/>
          </p:cNvSpPr>
          <p:nvPr>
            <p:ph type="sldNum" sz="quarter" idx="16"/>
          </p:nvPr>
        </p:nvSpPr>
        <p:spPr>
          <a:xfrm>
            <a:off x="11049000" y="6400800"/>
            <a:ext cx="990600" cy="457200"/>
          </a:xfrm>
        </p:spPr>
        <p:txBody>
          <a:bodyPr rtlCol="0"/>
          <a:lstStyle/>
          <a:p>
            <a:pPr rtl="0"/>
            <a:fld id="{AEAA3239-9EA4-4A65-A281-97F994456D9F}" type="slidenum">
              <a:rPr lang="en-US" smtClean="0"/>
              <a:t>‹#›</a:t>
            </a:fld>
            <a:endParaRPr lang="en-US" dirty="0"/>
          </a:p>
        </p:txBody>
      </p:sp>
      <p:cxnSp>
        <p:nvCxnSpPr>
          <p:cNvPr id="5" name="Łącznik prosty 4">
            <a:extLst>
              <a:ext uri="{FF2B5EF4-FFF2-40B4-BE49-F238E27FC236}">
                <a16:creationId xmlns:a16="http://schemas.microsoft.com/office/drawing/2014/main" id="{5014B7BE-0A4F-0031-AC74-6519ACD526D2}"/>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9761869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ytuł z obrazem 3">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4336E9A-8E96-CD8C-7598-F87632CD81CF}"/>
              </a:ext>
            </a:extLst>
          </p:cNvPr>
          <p:cNvSpPr>
            <a:spLocks noGrp="1"/>
          </p:cNvSpPr>
          <p:nvPr>
            <p:ph type="ctrTitle"/>
          </p:nvPr>
        </p:nvSpPr>
        <p:spPr>
          <a:xfrm>
            <a:off x="6808017" y="2015442"/>
            <a:ext cx="4240984" cy="3960242"/>
          </a:xfrm>
        </p:spPr>
        <p:txBody>
          <a:bodyPr vert="horz" lIns="91440" tIns="45720" rIns="91440" bIns="45720" rtlCol="0" anchor="t">
            <a:normAutofit/>
          </a:bodyPr>
          <a:lstStyle>
            <a:lvl1pPr>
              <a:defRPr lang="en-US" sz="5400" dirty="0"/>
            </a:lvl1pPr>
          </a:lstStyle>
          <a:p>
            <a:pPr lvl="0" rtl="0"/>
            <a:r>
              <a:rPr lang="pl"/>
              <a:t>Kliknij, aby edytować styl wzorca tytułu</a:t>
            </a:r>
          </a:p>
        </p:txBody>
      </p:sp>
      <p:sp>
        <p:nvSpPr>
          <p:cNvPr id="3" name="Podtytuł 2">
            <a:extLst>
              <a:ext uri="{FF2B5EF4-FFF2-40B4-BE49-F238E27FC236}">
                <a16:creationId xmlns:a16="http://schemas.microsoft.com/office/drawing/2014/main" id="{2BDC76B8-60F6-62D3-9F73-E81662203017}"/>
              </a:ext>
            </a:extLst>
          </p:cNvPr>
          <p:cNvSpPr>
            <a:spLocks noGrp="1"/>
          </p:cNvSpPr>
          <p:nvPr>
            <p:ph type="subTitle" idx="1"/>
          </p:nvPr>
        </p:nvSpPr>
        <p:spPr>
          <a:xfrm>
            <a:off x="6808016" y="685800"/>
            <a:ext cx="3755116" cy="1114678"/>
          </a:xfrm>
        </p:spPr>
        <p:txBody>
          <a:bodyPr vert="horz" lIns="91440" tIns="45720" rIns="91440" bIns="45720" rtlCol="0" anchor="b">
            <a:normAutofit/>
          </a:bodyPr>
          <a:lstStyle>
            <a:lvl1pPr marL="0" indent="0">
              <a:spcBef>
                <a:spcPts val="0"/>
              </a:spcBef>
              <a:buNone/>
              <a:defRPr lang="en-US" sz="2000" b="1" i="0" dirty="0">
                <a:solidFill>
                  <a:schemeClr val="accent1"/>
                </a:solidFill>
                <a:latin typeface="+mn-lt"/>
              </a:defRPr>
            </a:lvl1pPr>
          </a:lstStyle>
          <a:p>
            <a:pPr lvl="0" rtl="0"/>
            <a:r>
              <a:rPr lang="pl"/>
              <a:t>Kliknij, aby edytować styl wzorca podtytułu</a:t>
            </a:r>
            <a:endParaRPr lang="en-US" dirty="0"/>
          </a:p>
        </p:txBody>
      </p:sp>
      <p:sp>
        <p:nvSpPr>
          <p:cNvPr id="14" name="Obraz — symbol zastępczy 13">
            <a:extLst>
              <a:ext uri="{FF2B5EF4-FFF2-40B4-BE49-F238E27FC236}">
                <a16:creationId xmlns:a16="http://schemas.microsoft.com/office/drawing/2014/main" id="{51A639AF-317A-79DF-3175-64C726EA3189}"/>
              </a:ext>
            </a:extLst>
          </p:cNvPr>
          <p:cNvSpPr>
            <a:spLocks noGrp="1"/>
          </p:cNvSpPr>
          <p:nvPr>
            <p:ph type="pic" sz="quarter" idx="14" hasCustomPrompt="1"/>
          </p:nvPr>
        </p:nvSpPr>
        <p:spPr>
          <a:xfrm>
            <a:off x="1143001" y="685800"/>
            <a:ext cx="4952999" cy="5257800"/>
          </a:xfrm>
          <a:prstGeom prst="roundRect">
            <a:avLst/>
          </a:prstGeom>
          <a:blipFill dpi="0" rotWithShape="1">
            <a:blip r:embed="rId2" cstate="email">
              <a:alphaModFix amt="60000"/>
              <a:extLst>
                <a:ext uri="{28A0092B-C50C-407E-A947-70E740481C1C}">
                  <a14:useLocalDpi xmlns:a14="http://schemas.microsoft.com/office/drawing/2010/main"/>
                </a:ext>
              </a:extLst>
            </a:blip>
            <a:srcRect/>
            <a:stretch>
              <a:fillRect/>
            </a:stretch>
          </a:blipFill>
        </p:spPr>
        <p:txBody>
          <a:bodyPr wrap="square" rtlCol="0">
            <a:noAutofit/>
          </a:bodyPr>
          <a:lstStyle>
            <a:lvl1pPr marL="0" indent="0">
              <a:buNone/>
              <a:defRPr/>
            </a:lvl1pPr>
          </a:lstStyle>
          <a:p>
            <a:pPr rtl="0"/>
            <a:r>
              <a:rPr lang="pl"/>
              <a:t>   </a:t>
            </a:r>
          </a:p>
        </p:txBody>
      </p:sp>
      <p:sp>
        <p:nvSpPr>
          <p:cNvPr id="5" name="Stopka — symbol zastępczy 4">
            <a:extLst>
              <a:ext uri="{FF2B5EF4-FFF2-40B4-BE49-F238E27FC236}">
                <a16:creationId xmlns:a16="http://schemas.microsoft.com/office/drawing/2014/main" id="{5B407A58-3351-E479-1A0C-2FF49FA42707}"/>
              </a:ext>
            </a:extLst>
          </p:cNvPr>
          <p:cNvSpPr>
            <a:spLocks noGrp="1"/>
          </p:cNvSpPr>
          <p:nvPr>
            <p:ph type="ftr" sz="quarter" idx="11"/>
          </p:nvPr>
        </p:nvSpPr>
        <p:spPr>
          <a:xfrm>
            <a:off x="152401" y="6400800"/>
            <a:ext cx="5943599" cy="457200"/>
          </a:xfrm>
        </p:spPr>
        <p:txBody>
          <a:bodyPr rtlCol="0"/>
          <a:lstStyle/>
          <a:p>
            <a:pPr rtl="0"/>
            <a:r>
              <a:rPr lang="pl"/>
              <a:t>Przykładowy tekst stopki</a:t>
            </a:r>
          </a:p>
        </p:txBody>
      </p:sp>
      <p:sp>
        <p:nvSpPr>
          <p:cNvPr id="4" name="Data — symbol zastępczy 3">
            <a:extLst>
              <a:ext uri="{FF2B5EF4-FFF2-40B4-BE49-F238E27FC236}">
                <a16:creationId xmlns:a16="http://schemas.microsoft.com/office/drawing/2014/main" id="{EAE2DAFA-435E-AAF9-8B67-495E5AFDCD91}"/>
              </a:ext>
            </a:extLst>
          </p:cNvPr>
          <p:cNvSpPr>
            <a:spLocks noGrp="1"/>
          </p:cNvSpPr>
          <p:nvPr>
            <p:ph type="dt" sz="half" idx="10"/>
          </p:nvPr>
        </p:nvSpPr>
        <p:spPr>
          <a:xfrm>
            <a:off x="10058400" y="6400800"/>
            <a:ext cx="990600" cy="457200"/>
          </a:xfrm>
        </p:spPr>
        <p:txBody>
          <a:bodyPr rtlCol="0"/>
          <a:lstStyle>
            <a:lvl1pPr>
              <a:defRPr>
                <a:solidFill>
                  <a:schemeClr val="tx1"/>
                </a:solidFill>
                <a:effectLst/>
              </a:defRPr>
            </a:lvl1pPr>
          </a:lstStyle>
          <a:p>
            <a:pPr rtl="0"/>
            <a:r>
              <a:rPr lang="en-US"/>
              <a:t>30/10/2025</a:t>
            </a:r>
            <a:endParaRPr lang="en-US" dirty="0"/>
          </a:p>
        </p:txBody>
      </p:sp>
      <p:sp>
        <p:nvSpPr>
          <p:cNvPr id="6" name="Numer slajdu — symbol zastępczy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rtlCol="0"/>
          <a:lstStyle/>
          <a:p>
            <a:pPr rtl="0"/>
            <a:fld id="{AEAA3239-9EA4-4A65-A281-97F994456D9F}" type="slidenum">
              <a:rPr lang="en-US" smtClean="0"/>
              <a:t>‹#›</a:t>
            </a:fld>
            <a:endParaRPr lang="en-US" dirty="0"/>
          </a:p>
        </p:txBody>
      </p:sp>
      <p:cxnSp>
        <p:nvCxnSpPr>
          <p:cNvPr id="12" name="Łącznik prosty 11">
            <a:extLst>
              <a:ext uri="{FF2B5EF4-FFF2-40B4-BE49-F238E27FC236}">
                <a16:creationId xmlns:a16="http://schemas.microsoft.com/office/drawing/2014/main" id="{0E8BDBFD-5D03-F89B-C880-B0D233D5D482}"/>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34792918"/>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ytuł z obrazem 4">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4336E9A-8E96-CD8C-7598-F87632CD81CF}"/>
              </a:ext>
            </a:extLst>
          </p:cNvPr>
          <p:cNvSpPr>
            <a:spLocks noGrp="1"/>
          </p:cNvSpPr>
          <p:nvPr>
            <p:ph type="ctrTitle"/>
          </p:nvPr>
        </p:nvSpPr>
        <p:spPr>
          <a:xfrm>
            <a:off x="7312990" y="2827402"/>
            <a:ext cx="3736010" cy="2845567"/>
          </a:xfrm>
        </p:spPr>
        <p:txBody>
          <a:bodyPr vert="horz" lIns="91440" tIns="45720" rIns="91440" bIns="45720" rtlCol="0" anchor="t">
            <a:normAutofit/>
          </a:bodyPr>
          <a:lstStyle>
            <a:lvl1pPr>
              <a:defRPr lang="en-US" sz="4400" dirty="0"/>
            </a:lvl1pPr>
          </a:lstStyle>
          <a:p>
            <a:pPr lvl="0" rtl="0"/>
            <a:r>
              <a:rPr lang="pl"/>
              <a:t>Kliknij, aby edytować styl wzorca tytułu</a:t>
            </a:r>
          </a:p>
        </p:txBody>
      </p:sp>
      <p:sp>
        <p:nvSpPr>
          <p:cNvPr id="3" name="Podtytuł 2">
            <a:extLst>
              <a:ext uri="{FF2B5EF4-FFF2-40B4-BE49-F238E27FC236}">
                <a16:creationId xmlns:a16="http://schemas.microsoft.com/office/drawing/2014/main" id="{2BDC76B8-60F6-62D3-9F73-E81662203017}"/>
              </a:ext>
            </a:extLst>
          </p:cNvPr>
          <p:cNvSpPr>
            <a:spLocks noGrp="1"/>
          </p:cNvSpPr>
          <p:nvPr>
            <p:ph type="subTitle" idx="1"/>
          </p:nvPr>
        </p:nvSpPr>
        <p:spPr>
          <a:xfrm>
            <a:off x="7312988" y="1521399"/>
            <a:ext cx="3729915" cy="1123122"/>
          </a:xfrm>
        </p:spPr>
        <p:txBody>
          <a:bodyPr vert="horz" lIns="91440" tIns="45720" rIns="91440" bIns="45720" rtlCol="0" anchor="b">
            <a:normAutofit/>
          </a:bodyPr>
          <a:lstStyle>
            <a:lvl1pPr marL="0" indent="0">
              <a:spcBef>
                <a:spcPts val="0"/>
              </a:spcBef>
              <a:buNone/>
              <a:defRPr lang="en-US" sz="2000" b="1" dirty="0">
                <a:solidFill>
                  <a:schemeClr val="accent1"/>
                </a:solidFill>
                <a:latin typeface="+mn-lt"/>
              </a:defRPr>
            </a:lvl1pPr>
          </a:lstStyle>
          <a:p>
            <a:pPr lvl="0" rtl="0"/>
            <a:r>
              <a:rPr lang="pl"/>
              <a:t>Kliknij, aby edytować styl wzorca podtytułu</a:t>
            </a:r>
            <a:endParaRPr lang="en-US" dirty="0"/>
          </a:p>
        </p:txBody>
      </p:sp>
      <p:sp>
        <p:nvSpPr>
          <p:cNvPr id="14" name="Obraz — symbol zastępczy 13">
            <a:extLst>
              <a:ext uri="{FF2B5EF4-FFF2-40B4-BE49-F238E27FC236}">
                <a16:creationId xmlns:a16="http://schemas.microsoft.com/office/drawing/2014/main" id="{51A639AF-317A-79DF-3175-64C726EA3189}"/>
              </a:ext>
            </a:extLst>
          </p:cNvPr>
          <p:cNvSpPr>
            <a:spLocks noGrp="1"/>
          </p:cNvSpPr>
          <p:nvPr>
            <p:ph type="pic" sz="quarter" idx="14" hasCustomPrompt="1"/>
          </p:nvPr>
        </p:nvSpPr>
        <p:spPr>
          <a:xfrm>
            <a:off x="1143000" y="685800"/>
            <a:ext cx="5457968" cy="5257800"/>
          </a:xfrm>
          <a:prstGeom prst="roundRect">
            <a:avLst/>
          </a:prstGeom>
          <a:blipFill dpi="0" rotWithShape="1">
            <a:blip r:embed="rId2" cstate="email">
              <a:alphaModFix amt="60000"/>
              <a:extLst>
                <a:ext uri="{28A0092B-C50C-407E-A947-70E740481C1C}">
                  <a14:useLocalDpi xmlns:a14="http://schemas.microsoft.com/office/drawing/2010/main"/>
                </a:ext>
              </a:extLst>
            </a:blip>
            <a:srcRect/>
            <a:stretch>
              <a:fillRect/>
            </a:stretch>
          </a:blipFill>
        </p:spPr>
        <p:txBody>
          <a:bodyPr wrap="square" rtlCol="0">
            <a:noAutofit/>
          </a:bodyPr>
          <a:lstStyle>
            <a:lvl1pPr marL="0" indent="0">
              <a:buNone/>
              <a:defRPr/>
            </a:lvl1pPr>
          </a:lstStyle>
          <a:p>
            <a:pPr rtl="0"/>
            <a:r>
              <a:rPr lang="pl"/>
              <a:t>   </a:t>
            </a:r>
          </a:p>
        </p:txBody>
      </p:sp>
      <p:sp>
        <p:nvSpPr>
          <p:cNvPr id="5" name="Stopka — symbol zastępczy 4">
            <a:extLst>
              <a:ext uri="{FF2B5EF4-FFF2-40B4-BE49-F238E27FC236}">
                <a16:creationId xmlns:a16="http://schemas.microsoft.com/office/drawing/2014/main" id="{5B407A58-3351-E479-1A0C-2FF49FA42707}"/>
              </a:ext>
            </a:extLst>
          </p:cNvPr>
          <p:cNvSpPr>
            <a:spLocks noGrp="1"/>
          </p:cNvSpPr>
          <p:nvPr>
            <p:ph type="ftr" sz="quarter" idx="11"/>
          </p:nvPr>
        </p:nvSpPr>
        <p:spPr>
          <a:xfrm>
            <a:off x="152401" y="6400800"/>
            <a:ext cx="5943599" cy="457200"/>
          </a:xfrm>
        </p:spPr>
        <p:txBody>
          <a:bodyPr rtlCol="0"/>
          <a:lstStyle/>
          <a:p>
            <a:pPr rtl="0"/>
            <a:r>
              <a:rPr lang="pl"/>
              <a:t>Przykładowy tekst stopki</a:t>
            </a:r>
          </a:p>
        </p:txBody>
      </p:sp>
      <p:sp>
        <p:nvSpPr>
          <p:cNvPr id="4" name="Data — symbol zastępczy 3">
            <a:extLst>
              <a:ext uri="{FF2B5EF4-FFF2-40B4-BE49-F238E27FC236}">
                <a16:creationId xmlns:a16="http://schemas.microsoft.com/office/drawing/2014/main" id="{EAE2DAFA-435E-AAF9-8B67-495E5AFDCD91}"/>
              </a:ext>
            </a:extLst>
          </p:cNvPr>
          <p:cNvSpPr>
            <a:spLocks noGrp="1"/>
          </p:cNvSpPr>
          <p:nvPr>
            <p:ph type="dt" sz="half" idx="10"/>
          </p:nvPr>
        </p:nvSpPr>
        <p:spPr>
          <a:xfrm>
            <a:off x="10058401" y="6400800"/>
            <a:ext cx="990599" cy="457200"/>
          </a:xfrm>
        </p:spPr>
        <p:txBody>
          <a:bodyPr rtlCol="0"/>
          <a:lstStyle>
            <a:lvl1pPr>
              <a:defRPr>
                <a:solidFill>
                  <a:schemeClr val="tx1"/>
                </a:solidFill>
                <a:effectLst/>
              </a:defRPr>
            </a:lvl1pPr>
          </a:lstStyle>
          <a:p>
            <a:pPr rtl="0"/>
            <a:r>
              <a:rPr lang="en-US"/>
              <a:t>30/10/2025</a:t>
            </a:r>
            <a:endParaRPr lang="en-US" dirty="0"/>
          </a:p>
        </p:txBody>
      </p:sp>
      <p:sp>
        <p:nvSpPr>
          <p:cNvPr id="6" name="Numer slajdu — symbol zastępczy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rtlCol="0"/>
          <a:lstStyle/>
          <a:p>
            <a:pPr rtl="0"/>
            <a:fld id="{AEAA3239-9EA4-4A65-A281-97F994456D9F}" type="slidenum">
              <a:rPr lang="en-US" smtClean="0"/>
              <a:t>‹#›</a:t>
            </a:fld>
            <a:endParaRPr lang="en-US" dirty="0"/>
          </a:p>
        </p:txBody>
      </p:sp>
      <p:cxnSp>
        <p:nvCxnSpPr>
          <p:cNvPr id="9" name="Łącznik prosty 8">
            <a:extLst>
              <a:ext uri="{FF2B5EF4-FFF2-40B4-BE49-F238E27FC236}">
                <a16:creationId xmlns:a16="http://schemas.microsoft.com/office/drawing/2014/main" id="{546E54C3-5CBC-D17E-9D7C-4FF681AFB45B}"/>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475515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ytuł">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4336E9A-8E96-CD8C-7598-F87632CD81CF}"/>
              </a:ext>
            </a:extLst>
          </p:cNvPr>
          <p:cNvSpPr>
            <a:spLocks noGrp="1"/>
          </p:cNvSpPr>
          <p:nvPr>
            <p:ph type="ctrTitle"/>
          </p:nvPr>
        </p:nvSpPr>
        <p:spPr>
          <a:xfrm>
            <a:off x="1143000" y="2097452"/>
            <a:ext cx="9906000" cy="3874222"/>
          </a:xfrm>
        </p:spPr>
        <p:txBody>
          <a:bodyPr vert="horz" lIns="91440" tIns="45720" rIns="91440" bIns="45720" rtlCol="0" anchor="t">
            <a:normAutofit/>
          </a:bodyPr>
          <a:lstStyle>
            <a:lvl1pPr>
              <a:defRPr lang="en-US" sz="8000" dirty="0"/>
            </a:lvl1pPr>
          </a:lstStyle>
          <a:p>
            <a:pPr lvl="0" rtl="0"/>
            <a:r>
              <a:rPr lang="pl"/>
              <a:t>Kliknij, aby edytować styl wzorca tytułu</a:t>
            </a:r>
          </a:p>
        </p:txBody>
      </p:sp>
      <p:sp>
        <p:nvSpPr>
          <p:cNvPr id="3" name="Podtytuł 2">
            <a:extLst>
              <a:ext uri="{FF2B5EF4-FFF2-40B4-BE49-F238E27FC236}">
                <a16:creationId xmlns:a16="http://schemas.microsoft.com/office/drawing/2014/main" id="{2BDC76B8-60F6-62D3-9F73-E81662203017}"/>
              </a:ext>
            </a:extLst>
          </p:cNvPr>
          <p:cNvSpPr>
            <a:spLocks noGrp="1"/>
          </p:cNvSpPr>
          <p:nvPr>
            <p:ph type="subTitle" idx="1"/>
          </p:nvPr>
        </p:nvSpPr>
        <p:spPr>
          <a:xfrm>
            <a:off x="1143000" y="693821"/>
            <a:ext cx="7794754" cy="1200698"/>
          </a:xfrm>
        </p:spPr>
        <p:txBody>
          <a:bodyPr vert="horz" lIns="91440" tIns="45720" rIns="91440" bIns="45720" rtlCol="0" anchor="b">
            <a:normAutofit/>
          </a:bodyPr>
          <a:lstStyle>
            <a:lvl1pPr marL="0" indent="0">
              <a:buNone/>
              <a:defRPr lang="en-US" sz="2000" b="1" dirty="0">
                <a:solidFill>
                  <a:schemeClr val="accent1"/>
                </a:solidFill>
              </a:defRPr>
            </a:lvl1pPr>
          </a:lstStyle>
          <a:p>
            <a:pPr lvl="0" rtl="0"/>
            <a:r>
              <a:rPr lang="pl"/>
              <a:t>Kliknij, aby edytować styl wzorca podtytułu</a:t>
            </a:r>
          </a:p>
        </p:txBody>
      </p:sp>
      <p:sp>
        <p:nvSpPr>
          <p:cNvPr id="5" name="Stopka — symbol zastępczy 4">
            <a:extLst>
              <a:ext uri="{FF2B5EF4-FFF2-40B4-BE49-F238E27FC236}">
                <a16:creationId xmlns:a16="http://schemas.microsoft.com/office/drawing/2014/main" id="{5B407A58-3351-E479-1A0C-2FF49FA42707}"/>
              </a:ext>
            </a:extLst>
          </p:cNvPr>
          <p:cNvSpPr>
            <a:spLocks noGrp="1"/>
          </p:cNvSpPr>
          <p:nvPr>
            <p:ph type="ftr" sz="quarter" idx="11"/>
          </p:nvPr>
        </p:nvSpPr>
        <p:spPr/>
        <p:txBody>
          <a:bodyPr rtlCol="0"/>
          <a:lstStyle/>
          <a:p>
            <a:pPr rtl="0"/>
            <a:r>
              <a:rPr lang="pl"/>
              <a:t>Przykładowy tekst stopki</a:t>
            </a:r>
          </a:p>
        </p:txBody>
      </p:sp>
      <p:sp>
        <p:nvSpPr>
          <p:cNvPr id="4" name="Data — symbol zastępczy 3">
            <a:extLst>
              <a:ext uri="{FF2B5EF4-FFF2-40B4-BE49-F238E27FC236}">
                <a16:creationId xmlns:a16="http://schemas.microsoft.com/office/drawing/2014/main" id="{EAE2DAFA-435E-AAF9-8B67-495E5AFDCD91}"/>
              </a:ext>
            </a:extLst>
          </p:cNvPr>
          <p:cNvSpPr>
            <a:spLocks noGrp="1"/>
          </p:cNvSpPr>
          <p:nvPr>
            <p:ph type="dt" sz="half" idx="10"/>
          </p:nvPr>
        </p:nvSpPr>
        <p:spPr/>
        <p:txBody>
          <a:bodyPr rtlCol="0"/>
          <a:lstStyle/>
          <a:p>
            <a:pPr rtl="0"/>
            <a:r>
              <a:rPr lang="en-US"/>
              <a:t>30/10/2025</a:t>
            </a:r>
            <a:endParaRPr lang="en-US" dirty="0"/>
          </a:p>
        </p:txBody>
      </p:sp>
      <p:sp>
        <p:nvSpPr>
          <p:cNvPr id="6" name="Numer slajdu — symbol zastępczy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rtlCol="0"/>
          <a:lstStyle/>
          <a:p>
            <a:pPr rtl="0"/>
            <a:fld id="{AEAA3239-9EA4-4A65-A281-97F994456D9F}" type="slidenum">
              <a:rPr lang="en-US" smtClean="0"/>
              <a:t>‹#›</a:t>
            </a:fld>
            <a:endParaRPr lang="en-US" dirty="0"/>
          </a:p>
        </p:txBody>
      </p:sp>
      <p:cxnSp>
        <p:nvCxnSpPr>
          <p:cNvPr id="7" name="Łącznik prosty 6">
            <a:extLst>
              <a:ext uri="{FF2B5EF4-FFF2-40B4-BE49-F238E27FC236}">
                <a16:creationId xmlns:a16="http://schemas.microsoft.com/office/drawing/2014/main" id="{2E0F3FF5-645F-9896-EB7A-64D903F77542}"/>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1837788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ytuł 2">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4336E9A-8E96-CD8C-7598-F87632CD81CF}"/>
              </a:ext>
            </a:extLst>
          </p:cNvPr>
          <p:cNvSpPr>
            <a:spLocks noGrp="1"/>
          </p:cNvSpPr>
          <p:nvPr>
            <p:ph type="ctrTitle"/>
          </p:nvPr>
        </p:nvSpPr>
        <p:spPr>
          <a:xfrm>
            <a:off x="1143000" y="1903564"/>
            <a:ext cx="9140954" cy="2836729"/>
          </a:xfrm>
        </p:spPr>
        <p:txBody>
          <a:bodyPr vert="horz" lIns="91440" tIns="45720" rIns="91440" bIns="45720" rtlCol="0" anchor="b">
            <a:normAutofit/>
          </a:bodyPr>
          <a:lstStyle>
            <a:lvl1pPr>
              <a:defRPr lang="en-US" sz="6800" dirty="0"/>
            </a:lvl1pPr>
          </a:lstStyle>
          <a:p>
            <a:pPr lvl="0" rtl="0"/>
            <a:r>
              <a:rPr lang="pl"/>
              <a:t>Kliknij, aby edytować styl wzorca tytułu</a:t>
            </a:r>
            <a:endParaRPr lang="en-US" dirty="0"/>
          </a:p>
        </p:txBody>
      </p:sp>
      <p:sp>
        <p:nvSpPr>
          <p:cNvPr id="3" name="Podtytuł 2">
            <a:extLst>
              <a:ext uri="{FF2B5EF4-FFF2-40B4-BE49-F238E27FC236}">
                <a16:creationId xmlns:a16="http://schemas.microsoft.com/office/drawing/2014/main" id="{2BDC76B8-60F6-62D3-9F73-E81662203017}"/>
              </a:ext>
            </a:extLst>
          </p:cNvPr>
          <p:cNvSpPr>
            <a:spLocks noGrp="1"/>
          </p:cNvSpPr>
          <p:nvPr>
            <p:ph type="subTitle" idx="1"/>
          </p:nvPr>
        </p:nvSpPr>
        <p:spPr>
          <a:xfrm>
            <a:off x="1143000" y="4923173"/>
            <a:ext cx="7388353" cy="1014984"/>
          </a:xfrm>
        </p:spPr>
        <p:txBody>
          <a:bodyPr vert="horz" lIns="91440" tIns="45720" rIns="91440" bIns="45720" rtlCol="0">
            <a:normAutofit/>
          </a:bodyPr>
          <a:lstStyle>
            <a:lvl1pPr marL="0" indent="0">
              <a:buNone/>
              <a:defRPr lang="en-US" sz="2000" b="1" i="0" dirty="0">
                <a:solidFill>
                  <a:schemeClr val="accent1"/>
                </a:solidFill>
                <a:latin typeface="+mn-lt"/>
              </a:defRPr>
            </a:lvl1pPr>
          </a:lstStyle>
          <a:p>
            <a:pPr lvl="0" rtl="0"/>
            <a:r>
              <a:rPr lang="pl"/>
              <a:t>Kliknij, aby edytować styl wzorca podtytułu</a:t>
            </a:r>
          </a:p>
        </p:txBody>
      </p:sp>
      <p:sp>
        <p:nvSpPr>
          <p:cNvPr id="5" name="Stopka — symbol zastępczy 4">
            <a:extLst>
              <a:ext uri="{FF2B5EF4-FFF2-40B4-BE49-F238E27FC236}">
                <a16:creationId xmlns:a16="http://schemas.microsoft.com/office/drawing/2014/main" id="{5B407A58-3351-E479-1A0C-2FF49FA42707}"/>
              </a:ext>
            </a:extLst>
          </p:cNvPr>
          <p:cNvSpPr>
            <a:spLocks noGrp="1"/>
          </p:cNvSpPr>
          <p:nvPr>
            <p:ph type="ftr" sz="quarter" idx="11"/>
          </p:nvPr>
        </p:nvSpPr>
        <p:spPr>
          <a:xfrm>
            <a:off x="152401" y="6400800"/>
            <a:ext cx="5943600" cy="457200"/>
          </a:xfrm>
        </p:spPr>
        <p:txBody>
          <a:bodyPr rtlCol="0"/>
          <a:lstStyle/>
          <a:p>
            <a:pPr rtl="0"/>
            <a:r>
              <a:rPr lang="pl"/>
              <a:t>Przykładowy tekst stopki</a:t>
            </a:r>
          </a:p>
        </p:txBody>
      </p:sp>
      <p:sp>
        <p:nvSpPr>
          <p:cNvPr id="4" name="Data — symbol zastępczy 3">
            <a:extLst>
              <a:ext uri="{FF2B5EF4-FFF2-40B4-BE49-F238E27FC236}">
                <a16:creationId xmlns:a16="http://schemas.microsoft.com/office/drawing/2014/main" id="{EAE2DAFA-435E-AAF9-8B67-495E5AFDCD91}"/>
              </a:ext>
            </a:extLst>
          </p:cNvPr>
          <p:cNvSpPr>
            <a:spLocks noGrp="1"/>
          </p:cNvSpPr>
          <p:nvPr>
            <p:ph type="dt" sz="half" idx="10"/>
          </p:nvPr>
        </p:nvSpPr>
        <p:spPr>
          <a:xfrm>
            <a:off x="10058401" y="6400800"/>
            <a:ext cx="990599" cy="457200"/>
          </a:xfrm>
        </p:spPr>
        <p:txBody>
          <a:bodyPr rtlCol="0"/>
          <a:lstStyle/>
          <a:p>
            <a:pPr rtl="0"/>
            <a:r>
              <a:rPr lang="en-US"/>
              <a:t>30/10/2025</a:t>
            </a:r>
            <a:endParaRPr lang="en-US" dirty="0"/>
          </a:p>
        </p:txBody>
      </p:sp>
      <p:sp>
        <p:nvSpPr>
          <p:cNvPr id="6" name="Numer slajdu — symbol zastępczy 5">
            <a:extLst>
              <a:ext uri="{FF2B5EF4-FFF2-40B4-BE49-F238E27FC236}">
                <a16:creationId xmlns:a16="http://schemas.microsoft.com/office/drawing/2014/main" id="{81789E10-2433-2ECB-9C92-571B583A4CF1}"/>
              </a:ext>
            </a:extLst>
          </p:cNvPr>
          <p:cNvSpPr>
            <a:spLocks noGrp="1"/>
          </p:cNvSpPr>
          <p:nvPr>
            <p:ph type="sldNum" sz="quarter" idx="12"/>
          </p:nvPr>
        </p:nvSpPr>
        <p:spPr>
          <a:xfrm>
            <a:off x="11049000" y="6400800"/>
            <a:ext cx="990599" cy="457200"/>
          </a:xfrm>
        </p:spPr>
        <p:txBody>
          <a:bodyPr rtlCol="0"/>
          <a:lstStyle/>
          <a:p>
            <a:pPr rtl="0"/>
            <a:fld id="{AEAA3239-9EA4-4A65-A281-97F994456D9F}" type="slidenum">
              <a:rPr lang="en-US" smtClean="0"/>
              <a:t>‹#›</a:t>
            </a:fld>
            <a:endParaRPr lang="en-US" dirty="0"/>
          </a:p>
        </p:txBody>
      </p:sp>
      <p:cxnSp>
        <p:nvCxnSpPr>
          <p:cNvPr id="7" name="Łącznik prosty 6">
            <a:extLst>
              <a:ext uri="{FF2B5EF4-FFF2-40B4-BE49-F238E27FC236}">
                <a16:creationId xmlns:a16="http://schemas.microsoft.com/office/drawing/2014/main" id="{8D985B18-7603-5E0E-67B4-DFB03DB2AA5C}"/>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578079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Tytuł 3">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4336E9A-8E96-CD8C-7598-F87632CD81CF}"/>
              </a:ext>
            </a:extLst>
          </p:cNvPr>
          <p:cNvSpPr>
            <a:spLocks noGrp="1"/>
          </p:cNvSpPr>
          <p:nvPr>
            <p:ph type="ctrTitle"/>
          </p:nvPr>
        </p:nvSpPr>
        <p:spPr>
          <a:xfrm>
            <a:off x="1981200" y="1394490"/>
            <a:ext cx="8229600" cy="2379013"/>
          </a:xfrm>
        </p:spPr>
        <p:txBody>
          <a:bodyPr rtlCol="0" anchor="b">
            <a:normAutofit/>
          </a:bodyPr>
          <a:lstStyle>
            <a:lvl1pPr algn="ctr">
              <a:defRPr sz="6000"/>
            </a:lvl1pPr>
          </a:lstStyle>
          <a:p>
            <a:pPr rtl="0"/>
            <a:r>
              <a:rPr lang="pl"/>
              <a:t>Kliknij, aby edytować styl wzorca tytułu</a:t>
            </a:r>
          </a:p>
        </p:txBody>
      </p:sp>
      <p:sp>
        <p:nvSpPr>
          <p:cNvPr id="3" name="Podtytuł 2">
            <a:extLst>
              <a:ext uri="{FF2B5EF4-FFF2-40B4-BE49-F238E27FC236}">
                <a16:creationId xmlns:a16="http://schemas.microsoft.com/office/drawing/2014/main" id="{2BDC76B8-60F6-62D3-9F73-E81662203017}"/>
              </a:ext>
            </a:extLst>
          </p:cNvPr>
          <p:cNvSpPr>
            <a:spLocks noGrp="1"/>
          </p:cNvSpPr>
          <p:nvPr>
            <p:ph type="subTitle" idx="1"/>
          </p:nvPr>
        </p:nvSpPr>
        <p:spPr>
          <a:xfrm>
            <a:off x="2301922" y="3962400"/>
            <a:ext cx="7588155" cy="1029310"/>
          </a:xfrm>
        </p:spPr>
        <p:txBody>
          <a:bodyPr rtlCol="0">
            <a:normAutofit/>
          </a:bodyPr>
          <a:lstStyle>
            <a:lvl1pPr marL="0" indent="0" algn="ctr">
              <a:buNone/>
              <a:defRPr sz="2000" b="1" i="0">
                <a:solidFill>
                  <a:schemeClr val="accent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pl"/>
              <a:t>Kliknij, aby edytować styl wzorca podtytułu</a:t>
            </a:r>
          </a:p>
        </p:txBody>
      </p:sp>
      <p:sp>
        <p:nvSpPr>
          <p:cNvPr id="5" name="Stopka — symbol zastępczy 4">
            <a:extLst>
              <a:ext uri="{FF2B5EF4-FFF2-40B4-BE49-F238E27FC236}">
                <a16:creationId xmlns:a16="http://schemas.microsoft.com/office/drawing/2014/main" id="{5B407A58-3351-E479-1A0C-2FF49FA42707}"/>
              </a:ext>
            </a:extLst>
          </p:cNvPr>
          <p:cNvSpPr>
            <a:spLocks noGrp="1"/>
          </p:cNvSpPr>
          <p:nvPr>
            <p:ph type="ftr" sz="quarter" idx="11"/>
          </p:nvPr>
        </p:nvSpPr>
        <p:spPr/>
        <p:txBody>
          <a:bodyPr rtlCol="0"/>
          <a:lstStyle/>
          <a:p>
            <a:pPr rtl="0"/>
            <a:r>
              <a:rPr lang="pl"/>
              <a:t>Przykładowy tekst stopki</a:t>
            </a:r>
          </a:p>
        </p:txBody>
      </p:sp>
      <p:sp>
        <p:nvSpPr>
          <p:cNvPr id="4" name="Data — symbol zastępczy 3">
            <a:extLst>
              <a:ext uri="{FF2B5EF4-FFF2-40B4-BE49-F238E27FC236}">
                <a16:creationId xmlns:a16="http://schemas.microsoft.com/office/drawing/2014/main" id="{EAE2DAFA-435E-AAF9-8B67-495E5AFDCD91}"/>
              </a:ext>
            </a:extLst>
          </p:cNvPr>
          <p:cNvSpPr>
            <a:spLocks noGrp="1"/>
          </p:cNvSpPr>
          <p:nvPr>
            <p:ph type="dt" sz="half" idx="10"/>
          </p:nvPr>
        </p:nvSpPr>
        <p:spPr>
          <a:xfrm>
            <a:off x="10058401" y="6400800"/>
            <a:ext cx="990599" cy="457200"/>
          </a:xfrm>
        </p:spPr>
        <p:txBody>
          <a:bodyPr rtlCol="0"/>
          <a:lstStyle/>
          <a:p>
            <a:pPr rtl="0"/>
            <a:r>
              <a:rPr lang="en-US"/>
              <a:t>30/10/2025</a:t>
            </a:r>
            <a:endParaRPr lang="en-US" dirty="0"/>
          </a:p>
        </p:txBody>
      </p:sp>
      <p:sp>
        <p:nvSpPr>
          <p:cNvPr id="6" name="Numer slajdu — symbol zastępczy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rtlCol="0"/>
          <a:lstStyle/>
          <a:p>
            <a:pPr rtl="0"/>
            <a:fld id="{AEAA3239-9EA4-4A65-A281-97F994456D9F}" type="slidenum">
              <a:rPr lang="en-US" smtClean="0"/>
              <a:t>‹#›</a:t>
            </a:fld>
            <a:endParaRPr lang="en-US" dirty="0"/>
          </a:p>
        </p:txBody>
      </p:sp>
      <p:cxnSp>
        <p:nvCxnSpPr>
          <p:cNvPr id="7" name="Łącznik prosty 6">
            <a:extLst>
              <a:ext uri="{FF2B5EF4-FFF2-40B4-BE49-F238E27FC236}">
                <a16:creationId xmlns:a16="http://schemas.microsoft.com/office/drawing/2014/main" id="{0D01BC5C-C61F-D922-112D-C75F31142522}"/>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3907031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Nagłówek sekcji">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4336E9A-8E96-CD8C-7598-F87632CD81CF}"/>
              </a:ext>
            </a:extLst>
          </p:cNvPr>
          <p:cNvSpPr>
            <a:spLocks noGrp="1"/>
          </p:cNvSpPr>
          <p:nvPr>
            <p:ph type="ctrTitle" hasCustomPrompt="1"/>
          </p:nvPr>
        </p:nvSpPr>
        <p:spPr>
          <a:xfrm>
            <a:off x="1143000" y="685801"/>
            <a:ext cx="7896860" cy="5257800"/>
          </a:xfrm>
        </p:spPr>
        <p:txBody>
          <a:bodyPr vert="horz" lIns="91440" tIns="45720" rIns="91440" bIns="45720" rtlCol="0" anchor="t">
            <a:normAutofit/>
          </a:bodyPr>
          <a:lstStyle>
            <a:lvl1pPr>
              <a:defRPr lang="en-US" sz="7400" dirty="0">
                <a:solidFill>
                  <a:schemeClr val="bg1"/>
                </a:solidFill>
              </a:defRPr>
            </a:lvl1pPr>
          </a:lstStyle>
          <a:p>
            <a:pPr lvl="0" rtl="0"/>
            <a:r>
              <a:rPr lang="pl"/>
              <a:t>Nagłówek sekcji</a:t>
            </a:r>
          </a:p>
        </p:txBody>
      </p:sp>
      <p:sp>
        <p:nvSpPr>
          <p:cNvPr id="5" name="Stopka — symbol zastępczy 4">
            <a:extLst>
              <a:ext uri="{FF2B5EF4-FFF2-40B4-BE49-F238E27FC236}">
                <a16:creationId xmlns:a16="http://schemas.microsoft.com/office/drawing/2014/main" id="{5B407A58-3351-E479-1A0C-2FF49FA42707}"/>
              </a:ext>
            </a:extLst>
          </p:cNvPr>
          <p:cNvSpPr>
            <a:spLocks noGrp="1"/>
          </p:cNvSpPr>
          <p:nvPr>
            <p:ph type="ftr" sz="quarter" idx="11"/>
          </p:nvPr>
        </p:nvSpPr>
        <p:spPr>
          <a:xfrm>
            <a:off x="152400" y="6400800"/>
            <a:ext cx="5943600" cy="457200"/>
          </a:xfrm>
        </p:spPr>
        <p:txBody>
          <a:bodyPr rtlCol="0"/>
          <a:lstStyle>
            <a:lvl1pPr>
              <a:defRPr>
                <a:solidFill>
                  <a:schemeClr val="bg1"/>
                </a:solidFill>
              </a:defRPr>
            </a:lvl1pPr>
          </a:lstStyle>
          <a:p>
            <a:pPr rtl="0"/>
            <a:r>
              <a:rPr lang="pl"/>
              <a:t>Przykładowy tekst stopki</a:t>
            </a:r>
            <a:endParaRPr lang="en-US" dirty="0">
              <a:solidFill>
                <a:schemeClr val="bg1"/>
              </a:solidFill>
            </a:endParaRPr>
          </a:p>
        </p:txBody>
      </p:sp>
      <p:sp>
        <p:nvSpPr>
          <p:cNvPr id="4" name="Data — symbol zastępczy 3">
            <a:extLst>
              <a:ext uri="{FF2B5EF4-FFF2-40B4-BE49-F238E27FC236}">
                <a16:creationId xmlns:a16="http://schemas.microsoft.com/office/drawing/2014/main" id="{EAE2DAFA-435E-AAF9-8B67-495E5AFDCD91}"/>
              </a:ext>
            </a:extLst>
          </p:cNvPr>
          <p:cNvSpPr>
            <a:spLocks noGrp="1"/>
          </p:cNvSpPr>
          <p:nvPr>
            <p:ph type="dt" sz="half" idx="10"/>
          </p:nvPr>
        </p:nvSpPr>
        <p:spPr>
          <a:xfrm>
            <a:off x="10058400" y="6400800"/>
            <a:ext cx="990600" cy="457200"/>
          </a:xfrm>
        </p:spPr>
        <p:txBody>
          <a:bodyPr rtlCol="0"/>
          <a:lstStyle>
            <a:lvl1pPr>
              <a:defRPr>
                <a:solidFill>
                  <a:schemeClr val="bg1"/>
                </a:solidFill>
              </a:defRPr>
            </a:lvl1pPr>
          </a:lstStyle>
          <a:p>
            <a:pPr rtl="0"/>
            <a:r>
              <a:rPr lang="en-US"/>
              <a:t>30/10/2025</a:t>
            </a:r>
            <a:endParaRPr lang="en-US" dirty="0"/>
          </a:p>
        </p:txBody>
      </p:sp>
      <p:sp>
        <p:nvSpPr>
          <p:cNvPr id="6" name="Numer slajdu — symbol zastępczy 5">
            <a:extLst>
              <a:ext uri="{FF2B5EF4-FFF2-40B4-BE49-F238E27FC236}">
                <a16:creationId xmlns:a16="http://schemas.microsoft.com/office/drawing/2014/main" id="{81789E10-2433-2ECB-9C92-571B583A4CF1}"/>
              </a:ext>
            </a:extLst>
          </p:cNvPr>
          <p:cNvSpPr>
            <a:spLocks noGrp="1"/>
          </p:cNvSpPr>
          <p:nvPr>
            <p:ph type="sldNum" sz="quarter" idx="12"/>
          </p:nvPr>
        </p:nvSpPr>
        <p:spPr>
          <a:xfrm>
            <a:off x="11049000" y="6400800"/>
            <a:ext cx="990600" cy="457200"/>
          </a:xfrm>
        </p:spPr>
        <p:txBody>
          <a:bodyPr rtlCol="0"/>
          <a:lstStyle>
            <a:lvl1pPr>
              <a:defRPr>
                <a:solidFill>
                  <a:schemeClr val="bg1"/>
                </a:solidFill>
              </a:defRPr>
            </a:lvl1pPr>
          </a:lstStyle>
          <a:p>
            <a:pPr rtl="0"/>
            <a:fld id="{AEAA3239-9EA4-4A65-A281-97F994456D9F}" type="slidenum">
              <a:rPr lang="en-US" smtClean="0"/>
              <a:pPr/>
              <a:t>‹#›</a:t>
            </a:fld>
            <a:endParaRPr lang="en-US" dirty="0"/>
          </a:p>
        </p:txBody>
      </p:sp>
      <p:cxnSp>
        <p:nvCxnSpPr>
          <p:cNvPr id="7" name="Łącznik prosty 6">
            <a:extLst>
              <a:ext uri="{FF2B5EF4-FFF2-40B4-BE49-F238E27FC236}">
                <a16:creationId xmlns:a16="http://schemas.microsoft.com/office/drawing/2014/main" id="{EE11AFC6-EF52-5259-7C78-95BA7A9EDD6E}"/>
              </a:ext>
            </a:extLst>
          </p:cNvPr>
          <p:cNvCxnSpPr>
            <a:cxnSpLocks/>
          </p:cNvCxnSpPr>
          <p:nvPr userDrawn="1"/>
        </p:nvCxnSpPr>
        <p:spPr>
          <a:xfrm>
            <a:off x="0" y="6400800"/>
            <a:ext cx="12192000" cy="0"/>
          </a:xfrm>
          <a:prstGeom prst="line">
            <a:avLst/>
          </a:prstGeom>
          <a:ln w="9525">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896850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Nagłówek sekcji 2">
    <p:bg>
      <p:bgPr>
        <a:solidFill>
          <a:schemeClr val="tx2"/>
        </a:solidFill>
        <a:effectLst/>
      </p:bgPr>
    </p:bg>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4336E9A-8E96-CD8C-7598-F87632CD81CF}"/>
              </a:ext>
            </a:extLst>
          </p:cNvPr>
          <p:cNvSpPr>
            <a:spLocks noGrp="1"/>
          </p:cNvSpPr>
          <p:nvPr>
            <p:ph type="ctrTitle" hasCustomPrompt="1"/>
          </p:nvPr>
        </p:nvSpPr>
        <p:spPr>
          <a:xfrm>
            <a:off x="1143000" y="685801"/>
            <a:ext cx="7896860" cy="5257800"/>
          </a:xfrm>
        </p:spPr>
        <p:txBody>
          <a:bodyPr vert="horz" lIns="91440" tIns="45720" rIns="91440" bIns="45720" rtlCol="0" anchor="b">
            <a:normAutofit/>
          </a:bodyPr>
          <a:lstStyle>
            <a:lvl1pPr>
              <a:defRPr lang="en-US" sz="7400" dirty="0">
                <a:solidFill>
                  <a:schemeClr val="accent1"/>
                </a:solidFill>
              </a:defRPr>
            </a:lvl1pPr>
          </a:lstStyle>
          <a:p>
            <a:pPr lvl="0" rtl="0"/>
            <a:r>
              <a:rPr lang="pl"/>
              <a:t>Nagłówek sekcji</a:t>
            </a:r>
          </a:p>
        </p:txBody>
      </p:sp>
      <p:sp>
        <p:nvSpPr>
          <p:cNvPr id="5" name="Stopka — symbol zastępczy 4">
            <a:extLst>
              <a:ext uri="{FF2B5EF4-FFF2-40B4-BE49-F238E27FC236}">
                <a16:creationId xmlns:a16="http://schemas.microsoft.com/office/drawing/2014/main" id="{5B407A58-3351-E479-1A0C-2FF49FA42707}"/>
              </a:ext>
            </a:extLst>
          </p:cNvPr>
          <p:cNvSpPr>
            <a:spLocks noGrp="1"/>
          </p:cNvSpPr>
          <p:nvPr>
            <p:ph type="ftr" sz="quarter" idx="11"/>
          </p:nvPr>
        </p:nvSpPr>
        <p:spPr>
          <a:xfrm>
            <a:off x="152400" y="6400800"/>
            <a:ext cx="5943600" cy="457200"/>
          </a:xfrm>
        </p:spPr>
        <p:txBody>
          <a:bodyPr rtlCol="0"/>
          <a:lstStyle>
            <a:lvl1pPr>
              <a:defRPr>
                <a:solidFill>
                  <a:schemeClr val="bg1"/>
                </a:solidFill>
              </a:defRPr>
            </a:lvl1pPr>
          </a:lstStyle>
          <a:p>
            <a:pPr rtl="0"/>
            <a:r>
              <a:rPr lang="pl"/>
              <a:t>Przykładowy tekst stopki</a:t>
            </a:r>
            <a:endParaRPr lang="en-US" dirty="0">
              <a:solidFill>
                <a:schemeClr val="bg1"/>
              </a:solidFill>
            </a:endParaRPr>
          </a:p>
        </p:txBody>
      </p:sp>
      <p:sp>
        <p:nvSpPr>
          <p:cNvPr id="4" name="Data — symbol zastępczy 3">
            <a:extLst>
              <a:ext uri="{FF2B5EF4-FFF2-40B4-BE49-F238E27FC236}">
                <a16:creationId xmlns:a16="http://schemas.microsoft.com/office/drawing/2014/main" id="{EAE2DAFA-435E-AAF9-8B67-495E5AFDCD91}"/>
              </a:ext>
            </a:extLst>
          </p:cNvPr>
          <p:cNvSpPr>
            <a:spLocks noGrp="1"/>
          </p:cNvSpPr>
          <p:nvPr>
            <p:ph type="dt" sz="half" idx="10"/>
          </p:nvPr>
        </p:nvSpPr>
        <p:spPr>
          <a:xfrm>
            <a:off x="10058400" y="6400800"/>
            <a:ext cx="990600" cy="457200"/>
          </a:xfrm>
        </p:spPr>
        <p:txBody>
          <a:bodyPr rtlCol="0"/>
          <a:lstStyle>
            <a:lvl1pPr>
              <a:defRPr>
                <a:solidFill>
                  <a:schemeClr val="bg1"/>
                </a:solidFill>
              </a:defRPr>
            </a:lvl1pPr>
          </a:lstStyle>
          <a:p>
            <a:pPr rtl="0"/>
            <a:r>
              <a:rPr lang="en-US"/>
              <a:t>30/10/2025</a:t>
            </a:r>
            <a:endParaRPr lang="en-US" dirty="0"/>
          </a:p>
        </p:txBody>
      </p:sp>
      <p:sp>
        <p:nvSpPr>
          <p:cNvPr id="6" name="Numer slajdu — symbol zastępczy 5">
            <a:extLst>
              <a:ext uri="{FF2B5EF4-FFF2-40B4-BE49-F238E27FC236}">
                <a16:creationId xmlns:a16="http://schemas.microsoft.com/office/drawing/2014/main" id="{81789E10-2433-2ECB-9C92-571B583A4CF1}"/>
              </a:ext>
            </a:extLst>
          </p:cNvPr>
          <p:cNvSpPr>
            <a:spLocks noGrp="1"/>
          </p:cNvSpPr>
          <p:nvPr>
            <p:ph type="sldNum" sz="quarter" idx="12"/>
          </p:nvPr>
        </p:nvSpPr>
        <p:spPr>
          <a:xfrm>
            <a:off x="11049000" y="6400800"/>
            <a:ext cx="990600" cy="457200"/>
          </a:xfrm>
        </p:spPr>
        <p:txBody>
          <a:bodyPr rtlCol="0"/>
          <a:lstStyle>
            <a:lvl1pPr>
              <a:defRPr>
                <a:solidFill>
                  <a:schemeClr val="accent1"/>
                </a:solidFill>
              </a:defRPr>
            </a:lvl1pPr>
          </a:lstStyle>
          <a:p>
            <a:pPr rtl="0"/>
            <a:fld id="{AEAA3239-9EA4-4A65-A281-97F994456D9F}" type="slidenum">
              <a:rPr lang="en-US" smtClean="0"/>
              <a:pPr/>
              <a:t>‹#›</a:t>
            </a:fld>
            <a:endParaRPr lang="en-US" dirty="0"/>
          </a:p>
        </p:txBody>
      </p:sp>
      <p:cxnSp>
        <p:nvCxnSpPr>
          <p:cNvPr id="7" name="Łącznik prosty 6">
            <a:extLst>
              <a:ext uri="{FF2B5EF4-FFF2-40B4-BE49-F238E27FC236}">
                <a16:creationId xmlns:a16="http://schemas.microsoft.com/office/drawing/2014/main" id="{EE11AFC6-EF52-5259-7C78-95BA7A9EDD6E}"/>
              </a:ext>
            </a:extLst>
          </p:cNvPr>
          <p:cNvCxnSpPr>
            <a:cxnSpLocks/>
          </p:cNvCxnSpPr>
          <p:nvPr userDrawn="1"/>
        </p:nvCxnSpPr>
        <p:spPr>
          <a:xfrm>
            <a:off x="0" y="6400800"/>
            <a:ext cx="12192000" cy="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9020124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Nagłówek sekcji 3">
    <p:bg>
      <p:bgPr>
        <a:solidFill>
          <a:schemeClr val="tx2"/>
        </a:solidFill>
        <a:effectLst/>
      </p:bgPr>
    </p:bg>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4336E9A-8E96-CD8C-7598-F87632CD81CF}"/>
              </a:ext>
            </a:extLst>
          </p:cNvPr>
          <p:cNvSpPr>
            <a:spLocks noGrp="1"/>
          </p:cNvSpPr>
          <p:nvPr>
            <p:ph type="ctrTitle" hasCustomPrompt="1"/>
          </p:nvPr>
        </p:nvSpPr>
        <p:spPr>
          <a:xfrm>
            <a:off x="1143000" y="685801"/>
            <a:ext cx="7896860" cy="5257800"/>
          </a:xfrm>
        </p:spPr>
        <p:txBody>
          <a:bodyPr vert="horz" lIns="91440" tIns="45720" rIns="91440" bIns="45720" rtlCol="0" anchor="ctr">
            <a:normAutofit/>
          </a:bodyPr>
          <a:lstStyle>
            <a:lvl1pPr>
              <a:defRPr lang="en-US" sz="7400" dirty="0">
                <a:solidFill>
                  <a:schemeClr val="bg1"/>
                </a:solidFill>
              </a:defRPr>
            </a:lvl1pPr>
          </a:lstStyle>
          <a:p>
            <a:pPr lvl="0" rtl="0"/>
            <a:r>
              <a:rPr lang="pl"/>
              <a:t>Nagłówek sekcji</a:t>
            </a:r>
          </a:p>
        </p:txBody>
      </p:sp>
      <p:sp>
        <p:nvSpPr>
          <p:cNvPr id="5" name="Stopka — symbol zastępczy 4">
            <a:extLst>
              <a:ext uri="{FF2B5EF4-FFF2-40B4-BE49-F238E27FC236}">
                <a16:creationId xmlns:a16="http://schemas.microsoft.com/office/drawing/2014/main" id="{5B407A58-3351-E479-1A0C-2FF49FA42707}"/>
              </a:ext>
            </a:extLst>
          </p:cNvPr>
          <p:cNvSpPr>
            <a:spLocks noGrp="1"/>
          </p:cNvSpPr>
          <p:nvPr>
            <p:ph type="ftr" sz="quarter" idx="11"/>
          </p:nvPr>
        </p:nvSpPr>
        <p:spPr>
          <a:xfrm>
            <a:off x="152400" y="6400800"/>
            <a:ext cx="5943600" cy="457200"/>
          </a:xfrm>
        </p:spPr>
        <p:txBody>
          <a:bodyPr rtlCol="0"/>
          <a:lstStyle>
            <a:lvl1pPr>
              <a:defRPr>
                <a:solidFill>
                  <a:schemeClr val="bg1"/>
                </a:solidFill>
              </a:defRPr>
            </a:lvl1pPr>
          </a:lstStyle>
          <a:p>
            <a:pPr rtl="0"/>
            <a:r>
              <a:rPr lang="pl"/>
              <a:t>Przykładowy tekst stopki</a:t>
            </a:r>
            <a:endParaRPr lang="en-US" dirty="0">
              <a:solidFill>
                <a:schemeClr val="bg1"/>
              </a:solidFill>
            </a:endParaRPr>
          </a:p>
        </p:txBody>
      </p:sp>
      <p:sp>
        <p:nvSpPr>
          <p:cNvPr id="4" name="Data — symbol zastępczy 3">
            <a:extLst>
              <a:ext uri="{FF2B5EF4-FFF2-40B4-BE49-F238E27FC236}">
                <a16:creationId xmlns:a16="http://schemas.microsoft.com/office/drawing/2014/main" id="{EAE2DAFA-435E-AAF9-8B67-495E5AFDCD91}"/>
              </a:ext>
            </a:extLst>
          </p:cNvPr>
          <p:cNvSpPr>
            <a:spLocks noGrp="1"/>
          </p:cNvSpPr>
          <p:nvPr>
            <p:ph type="dt" sz="half" idx="10"/>
          </p:nvPr>
        </p:nvSpPr>
        <p:spPr>
          <a:xfrm>
            <a:off x="10058400" y="6400800"/>
            <a:ext cx="990600" cy="457200"/>
          </a:xfrm>
        </p:spPr>
        <p:txBody>
          <a:bodyPr rtlCol="0"/>
          <a:lstStyle>
            <a:lvl1pPr>
              <a:defRPr>
                <a:solidFill>
                  <a:schemeClr val="bg1"/>
                </a:solidFill>
              </a:defRPr>
            </a:lvl1pPr>
          </a:lstStyle>
          <a:p>
            <a:pPr rtl="0"/>
            <a:r>
              <a:rPr lang="en-US"/>
              <a:t>30/10/2025</a:t>
            </a:r>
            <a:endParaRPr lang="en-US" dirty="0"/>
          </a:p>
        </p:txBody>
      </p:sp>
      <p:sp>
        <p:nvSpPr>
          <p:cNvPr id="6" name="Numer slajdu — symbol zastępczy 5">
            <a:extLst>
              <a:ext uri="{FF2B5EF4-FFF2-40B4-BE49-F238E27FC236}">
                <a16:creationId xmlns:a16="http://schemas.microsoft.com/office/drawing/2014/main" id="{81789E10-2433-2ECB-9C92-571B583A4CF1}"/>
              </a:ext>
            </a:extLst>
          </p:cNvPr>
          <p:cNvSpPr>
            <a:spLocks noGrp="1"/>
          </p:cNvSpPr>
          <p:nvPr>
            <p:ph type="sldNum" sz="quarter" idx="12"/>
          </p:nvPr>
        </p:nvSpPr>
        <p:spPr>
          <a:xfrm>
            <a:off x="11049000" y="6400800"/>
            <a:ext cx="990600" cy="457200"/>
          </a:xfrm>
        </p:spPr>
        <p:txBody>
          <a:bodyPr rtlCol="0"/>
          <a:lstStyle>
            <a:lvl1pPr>
              <a:defRPr>
                <a:solidFill>
                  <a:schemeClr val="accent1"/>
                </a:solidFill>
              </a:defRPr>
            </a:lvl1pPr>
          </a:lstStyle>
          <a:p>
            <a:pPr rtl="0"/>
            <a:fld id="{AEAA3239-9EA4-4A65-A281-97F994456D9F}" type="slidenum">
              <a:rPr lang="en-US" smtClean="0"/>
              <a:pPr/>
              <a:t>‹#›</a:t>
            </a:fld>
            <a:endParaRPr lang="en-US" dirty="0"/>
          </a:p>
        </p:txBody>
      </p:sp>
      <p:cxnSp>
        <p:nvCxnSpPr>
          <p:cNvPr id="7" name="Łącznik prosty 6">
            <a:extLst>
              <a:ext uri="{FF2B5EF4-FFF2-40B4-BE49-F238E27FC236}">
                <a16:creationId xmlns:a16="http://schemas.microsoft.com/office/drawing/2014/main" id="{EE11AFC6-EF52-5259-7C78-95BA7A9EDD6E}"/>
              </a:ext>
            </a:extLst>
          </p:cNvPr>
          <p:cNvCxnSpPr>
            <a:cxnSpLocks/>
          </p:cNvCxnSpPr>
          <p:nvPr userDrawn="1"/>
        </p:nvCxnSpPr>
        <p:spPr>
          <a:xfrm>
            <a:off x="0" y="6400800"/>
            <a:ext cx="12192000" cy="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351179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Plan">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4E4019F8-742E-9EEF-F591-C9666AC32AF1}"/>
              </a:ext>
            </a:extLst>
          </p:cNvPr>
          <p:cNvSpPr>
            <a:spLocks noGrp="1"/>
          </p:cNvSpPr>
          <p:nvPr>
            <p:ph type="title"/>
          </p:nvPr>
        </p:nvSpPr>
        <p:spPr>
          <a:xfrm>
            <a:off x="1143000" y="685800"/>
            <a:ext cx="4343400" cy="5257800"/>
          </a:xfrm>
        </p:spPr>
        <p:txBody>
          <a:bodyPr rtlCol="0" anchor="ctr">
            <a:normAutofit/>
          </a:bodyPr>
          <a:lstStyle>
            <a:lvl1pPr>
              <a:defRPr sz="3600"/>
            </a:lvl1pPr>
          </a:lstStyle>
          <a:p>
            <a:pPr rtl="0"/>
            <a:r>
              <a:rPr lang="pl"/>
              <a:t>Kliknij, aby edytować styl wzorca tytułu</a:t>
            </a:r>
          </a:p>
        </p:txBody>
      </p:sp>
      <p:sp>
        <p:nvSpPr>
          <p:cNvPr id="7" name="Zawartość — symbol zastępczy 6">
            <a:extLst>
              <a:ext uri="{FF2B5EF4-FFF2-40B4-BE49-F238E27FC236}">
                <a16:creationId xmlns:a16="http://schemas.microsoft.com/office/drawing/2014/main" id="{28C8B19A-6FC1-2B71-0BFB-9274CBF396B9}"/>
              </a:ext>
            </a:extLst>
          </p:cNvPr>
          <p:cNvSpPr>
            <a:spLocks noGrp="1"/>
          </p:cNvSpPr>
          <p:nvPr>
            <p:ph sz="quarter" idx="13"/>
          </p:nvPr>
        </p:nvSpPr>
        <p:spPr>
          <a:xfrm>
            <a:off x="6096000" y="685801"/>
            <a:ext cx="4953000" cy="5257800"/>
          </a:xfrm>
        </p:spPr>
        <p:txBody>
          <a:bodyPr rtlCol="0" anchor="ctr">
            <a:normAutofit/>
          </a:bodyPr>
          <a:lstStyle>
            <a:lvl1pPr marL="457200" indent="-457200">
              <a:buClr>
                <a:schemeClr val="accent1"/>
              </a:buClr>
              <a:buFont typeface="+mj-lt"/>
              <a:buAutoNum type="arabicPeriod"/>
              <a:defRPr sz="1800"/>
            </a:lvl1pPr>
            <a:lvl2pPr marL="685800" indent="-457200">
              <a:buClr>
                <a:schemeClr val="accent1"/>
              </a:buClr>
              <a:buFont typeface="+mj-lt"/>
              <a:buAutoNum type="arabicPeriod"/>
              <a:defRPr sz="1800"/>
            </a:lvl2pPr>
            <a:lvl3pPr marL="800100" indent="-342900">
              <a:buClr>
                <a:schemeClr val="accent1"/>
              </a:buClr>
              <a:buFont typeface="+mj-lt"/>
              <a:buAutoNum type="arabicPeriod"/>
              <a:defRPr sz="1800"/>
            </a:lvl3pPr>
            <a:lvl4pPr marL="1028700" indent="-342900">
              <a:buClr>
                <a:schemeClr val="accent1"/>
              </a:buClr>
              <a:buFont typeface="+mj-lt"/>
              <a:buAutoNum type="arabicPeriod"/>
              <a:defRPr sz="1800"/>
            </a:lvl4pPr>
            <a:lvl5pPr marL="1257300" indent="-342900">
              <a:buClr>
                <a:schemeClr val="accent1"/>
              </a:buClr>
              <a:buFont typeface="+mj-lt"/>
              <a:buAutoNum type="arabicPeriod"/>
              <a:defRPr sz="1800"/>
            </a:lvl5pPr>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endParaRPr lang="en-US" dirty="0"/>
          </a:p>
        </p:txBody>
      </p:sp>
      <p:sp>
        <p:nvSpPr>
          <p:cNvPr id="4" name="Stopka — symbol zastępczy 3">
            <a:extLst>
              <a:ext uri="{FF2B5EF4-FFF2-40B4-BE49-F238E27FC236}">
                <a16:creationId xmlns:a16="http://schemas.microsoft.com/office/drawing/2014/main" id="{0B12CFE6-D05E-5478-B3A4-81DC4DCD7410}"/>
              </a:ext>
            </a:extLst>
          </p:cNvPr>
          <p:cNvSpPr>
            <a:spLocks noGrp="1"/>
          </p:cNvSpPr>
          <p:nvPr>
            <p:ph type="ftr" sz="quarter" idx="11"/>
          </p:nvPr>
        </p:nvSpPr>
        <p:spPr/>
        <p:txBody>
          <a:bodyPr rtlCol="0"/>
          <a:lstStyle/>
          <a:p>
            <a:pPr rtl="0"/>
            <a:r>
              <a:rPr lang="pl"/>
              <a:t>Przykładowy tekst stopki</a:t>
            </a:r>
          </a:p>
        </p:txBody>
      </p:sp>
      <p:sp>
        <p:nvSpPr>
          <p:cNvPr id="3" name="Data — symbol zastępczy 2">
            <a:extLst>
              <a:ext uri="{FF2B5EF4-FFF2-40B4-BE49-F238E27FC236}">
                <a16:creationId xmlns:a16="http://schemas.microsoft.com/office/drawing/2014/main" id="{6CC77F2D-39D2-22F7-CF0B-39D63EBF00B7}"/>
              </a:ext>
            </a:extLst>
          </p:cNvPr>
          <p:cNvSpPr>
            <a:spLocks noGrp="1"/>
          </p:cNvSpPr>
          <p:nvPr>
            <p:ph type="dt" sz="half" idx="10"/>
          </p:nvPr>
        </p:nvSpPr>
        <p:spPr>
          <a:xfrm>
            <a:off x="10058401" y="6400800"/>
            <a:ext cx="990599" cy="457200"/>
          </a:xfrm>
        </p:spPr>
        <p:txBody>
          <a:bodyPr rtlCol="0"/>
          <a:lstStyle/>
          <a:p>
            <a:pPr rtl="0"/>
            <a:r>
              <a:rPr lang="en-US"/>
              <a:t>30/10/2025</a:t>
            </a:r>
            <a:endParaRPr lang="en-US" dirty="0"/>
          </a:p>
        </p:txBody>
      </p:sp>
      <p:sp>
        <p:nvSpPr>
          <p:cNvPr id="5" name="Numer slajdu — symbol zastępczy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rtlCol="0"/>
          <a:lstStyle/>
          <a:p>
            <a:pPr rtl="0"/>
            <a:fld id="{AEAA3239-9EA4-4A65-A281-97F994456D9F}" type="slidenum">
              <a:rPr lang="en-US" smtClean="0"/>
              <a:t>‹#›</a:t>
            </a:fld>
            <a:endParaRPr lang="en-US" dirty="0"/>
          </a:p>
        </p:txBody>
      </p:sp>
      <p:cxnSp>
        <p:nvCxnSpPr>
          <p:cNvPr id="8" name="Łącznik prosty 7">
            <a:extLst>
              <a:ext uri="{FF2B5EF4-FFF2-40B4-BE49-F238E27FC236}">
                <a16:creationId xmlns:a16="http://schemas.microsoft.com/office/drawing/2014/main" id="{CEEAC3E4-34A4-BAF1-4CEC-F3578B7F2602}"/>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362023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Plan z obrazem">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4E4019F8-742E-9EEF-F591-C9666AC32AF1}"/>
              </a:ext>
            </a:extLst>
          </p:cNvPr>
          <p:cNvSpPr>
            <a:spLocks noGrp="1"/>
          </p:cNvSpPr>
          <p:nvPr>
            <p:ph type="title"/>
          </p:nvPr>
        </p:nvSpPr>
        <p:spPr>
          <a:xfrm>
            <a:off x="5132492" y="685800"/>
            <a:ext cx="5916508" cy="1705362"/>
          </a:xfrm>
        </p:spPr>
        <p:txBody>
          <a:bodyPr rtlCol="0" anchor="b">
            <a:normAutofit/>
          </a:bodyPr>
          <a:lstStyle>
            <a:lvl1pPr>
              <a:defRPr sz="3600"/>
            </a:lvl1pPr>
          </a:lstStyle>
          <a:p>
            <a:pPr rtl="0"/>
            <a:r>
              <a:rPr lang="pl"/>
              <a:t>Kliknij, aby edytować styl wzorca tytułu</a:t>
            </a:r>
          </a:p>
        </p:txBody>
      </p:sp>
      <p:sp>
        <p:nvSpPr>
          <p:cNvPr id="10" name="Obraz — symbol zastępczy 9">
            <a:extLst>
              <a:ext uri="{FF2B5EF4-FFF2-40B4-BE49-F238E27FC236}">
                <a16:creationId xmlns:a16="http://schemas.microsoft.com/office/drawing/2014/main" id="{DD26684C-23E4-F6A1-5A03-70AE7BEA72CA}"/>
              </a:ext>
            </a:extLst>
          </p:cNvPr>
          <p:cNvSpPr>
            <a:spLocks noGrp="1"/>
          </p:cNvSpPr>
          <p:nvPr>
            <p:ph type="pic" sz="quarter" idx="14" hasCustomPrompt="1"/>
          </p:nvPr>
        </p:nvSpPr>
        <p:spPr>
          <a:xfrm>
            <a:off x="1143000" y="685800"/>
            <a:ext cx="3277475" cy="5257800"/>
          </a:xfrm>
          <a:prstGeom prst="roundRect">
            <a:avLst/>
          </a:prstGeom>
          <a:blipFill dpi="0" rotWithShape="1">
            <a:blip r:embed="rId2" cstate="email">
              <a:alphaModFix amt="60000"/>
              <a:extLst>
                <a:ext uri="{28A0092B-C50C-407E-A947-70E740481C1C}">
                  <a14:useLocalDpi xmlns:a14="http://schemas.microsoft.com/office/drawing/2010/main"/>
                </a:ext>
              </a:extLst>
            </a:blip>
            <a:srcRect/>
            <a:stretch>
              <a:fillRect/>
            </a:stretch>
          </a:blipFill>
        </p:spPr>
        <p:txBody>
          <a:bodyPr wrap="square" rtlCol="0">
            <a:noAutofit/>
          </a:bodyPr>
          <a:lstStyle>
            <a:lvl1pPr marL="0" indent="0">
              <a:buNone/>
              <a:defRPr/>
            </a:lvl1pPr>
          </a:lstStyle>
          <a:p>
            <a:pPr rtl="0"/>
            <a:r>
              <a:rPr lang="pl"/>
              <a:t>   </a:t>
            </a:r>
          </a:p>
        </p:txBody>
      </p:sp>
      <p:sp>
        <p:nvSpPr>
          <p:cNvPr id="7" name="Zawartość — symbol zastępczy 6">
            <a:extLst>
              <a:ext uri="{FF2B5EF4-FFF2-40B4-BE49-F238E27FC236}">
                <a16:creationId xmlns:a16="http://schemas.microsoft.com/office/drawing/2014/main" id="{28C8B19A-6FC1-2B71-0BFB-9274CBF396B9}"/>
              </a:ext>
            </a:extLst>
          </p:cNvPr>
          <p:cNvSpPr>
            <a:spLocks noGrp="1"/>
          </p:cNvSpPr>
          <p:nvPr>
            <p:ph sz="quarter" idx="13"/>
          </p:nvPr>
        </p:nvSpPr>
        <p:spPr>
          <a:xfrm>
            <a:off x="5132493" y="2574043"/>
            <a:ext cx="5916507" cy="3369557"/>
          </a:xfrm>
        </p:spPr>
        <p:txBody>
          <a:bodyPr rtlCol="0">
            <a:normAutofit/>
          </a:bodyPr>
          <a:lstStyle>
            <a:lvl1pPr marL="457200" indent="-457200">
              <a:buClr>
                <a:schemeClr val="accent1"/>
              </a:buClr>
              <a:buFont typeface="+mj-lt"/>
              <a:buAutoNum type="arabicPeriod"/>
              <a:defRPr sz="1800"/>
            </a:lvl1pPr>
            <a:lvl2pPr marL="571500" indent="-342900">
              <a:buClr>
                <a:schemeClr val="accent1"/>
              </a:buClr>
              <a:buFont typeface="+mj-lt"/>
              <a:buAutoNum type="arabicPeriod"/>
              <a:defRPr sz="1800"/>
            </a:lvl2pPr>
            <a:lvl3pPr marL="800100" indent="-342900">
              <a:buClr>
                <a:schemeClr val="accent1"/>
              </a:buClr>
              <a:buFont typeface="+mj-lt"/>
              <a:buAutoNum type="arabicPeriod"/>
              <a:defRPr sz="1800"/>
            </a:lvl3pPr>
            <a:lvl4pPr marL="1028700" indent="-342900">
              <a:buClr>
                <a:schemeClr val="accent1"/>
              </a:buClr>
              <a:buFont typeface="+mj-lt"/>
              <a:buAutoNum type="arabicPeriod"/>
              <a:defRPr sz="1800"/>
            </a:lvl4pPr>
            <a:lvl5pPr>
              <a:buClr>
                <a:schemeClr val="accent1"/>
              </a:buClr>
              <a:buFont typeface="+mj-lt"/>
              <a:buAutoNum type="arabicPeriod"/>
              <a:defRPr sz="1800"/>
            </a:lvl5pPr>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endParaRPr lang="en-US" dirty="0"/>
          </a:p>
        </p:txBody>
      </p:sp>
      <p:sp>
        <p:nvSpPr>
          <p:cNvPr id="4" name="Stopka — symbol zastępczy 3">
            <a:extLst>
              <a:ext uri="{FF2B5EF4-FFF2-40B4-BE49-F238E27FC236}">
                <a16:creationId xmlns:a16="http://schemas.microsoft.com/office/drawing/2014/main" id="{0B12CFE6-D05E-5478-B3A4-81DC4DCD7410}"/>
              </a:ext>
            </a:extLst>
          </p:cNvPr>
          <p:cNvSpPr>
            <a:spLocks noGrp="1"/>
          </p:cNvSpPr>
          <p:nvPr>
            <p:ph type="ftr" sz="quarter" idx="11"/>
          </p:nvPr>
        </p:nvSpPr>
        <p:spPr>
          <a:xfrm>
            <a:off x="152400" y="6400800"/>
            <a:ext cx="5943600" cy="457200"/>
          </a:xfrm>
        </p:spPr>
        <p:txBody>
          <a:bodyPr rtlCol="0"/>
          <a:lstStyle/>
          <a:p>
            <a:pPr rtl="0"/>
            <a:r>
              <a:rPr lang="pl"/>
              <a:t>Przykładowy tekst stopki</a:t>
            </a:r>
          </a:p>
        </p:txBody>
      </p:sp>
      <p:sp>
        <p:nvSpPr>
          <p:cNvPr id="3" name="Data — symbol zastępczy 2">
            <a:extLst>
              <a:ext uri="{FF2B5EF4-FFF2-40B4-BE49-F238E27FC236}">
                <a16:creationId xmlns:a16="http://schemas.microsoft.com/office/drawing/2014/main" id="{6CC77F2D-39D2-22F7-CF0B-39D63EBF00B7}"/>
              </a:ext>
            </a:extLst>
          </p:cNvPr>
          <p:cNvSpPr>
            <a:spLocks noGrp="1"/>
          </p:cNvSpPr>
          <p:nvPr>
            <p:ph type="dt" sz="half" idx="10"/>
          </p:nvPr>
        </p:nvSpPr>
        <p:spPr>
          <a:xfrm>
            <a:off x="10058400" y="6400800"/>
            <a:ext cx="990600" cy="457200"/>
          </a:xfrm>
        </p:spPr>
        <p:txBody>
          <a:bodyPr rtlCol="0"/>
          <a:lstStyle/>
          <a:p>
            <a:pPr rtl="0"/>
            <a:r>
              <a:rPr lang="en-US"/>
              <a:t>30/10/2025</a:t>
            </a:r>
            <a:endParaRPr lang="en-US" dirty="0"/>
          </a:p>
        </p:txBody>
      </p:sp>
      <p:sp>
        <p:nvSpPr>
          <p:cNvPr id="5" name="Numer slajdu — symbol zastępczy 4">
            <a:extLst>
              <a:ext uri="{FF2B5EF4-FFF2-40B4-BE49-F238E27FC236}">
                <a16:creationId xmlns:a16="http://schemas.microsoft.com/office/drawing/2014/main" id="{626B86D3-24E1-029E-BA22-9F17F9517D65}"/>
              </a:ext>
            </a:extLst>
          </p:cNvPr>
          <p:cNvSpPr>
            <a:spLocks noGrp="1"/>
          </p:cNvSpPr>
          <p:nvPr>
            <p:ph type="sldNum" sz="quarter" idx="12"/>
          </p:nvPr>
        </p:nvSpPr>
        <p:spPr>
          <a:xfrm>
            <a:off x="11049000" y="6400800"/>
            <a:ext cx="990600" cy="457200"/>
          </a:xfrm>
        </p:spPr>
        <p:txBody>
          <a:bodyPr rtlCol="0"/>
          <a:lstStyle/>
          <a:p>
            <a:pPr rtl="0"/>
            <a:fld id="{AEAA3239-9EA4-4A65-A281-97F994456D9F}" type="slidenum">
              <a:rPr lang="en-US" smtClean="0"/>
              <a:t>‹#›</a:t>
            </a:fld>
            <a:endParaRPr lang="en-US" dirty="0"/>
          </a:p>
        </p:txBody>
      </p:sp>
      <p:cxnSp>
        <p:nvCxnSpPr>
          <p:cNvPr id="6" name="Łącznik prosty 5">
            <a:extLst>
              <a:ext uri="{FF2B5EF4-FFF2-40B4-BE49-F238E27FC236}">
                <a16:creationId xmlns:a16="http://schemas.microsoft.com/office/drawing/2014/main" id="{88522FD4-D873-5880-85CA-819074029061}"/>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1621294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awartość 2">
    <p:spTree>
      <p:nvGrpSpPr>
        <p:cNvPr id="1" name=""/>
        <p:cNvGrpSpPr/>
        <p:nvPr/>
      </p:nvGrpSpPr>
      <p:grpSpPr>
        <a:xfrm>
          <a:off x="0" y="0"/>
          <a:ext cx="0" cy="0"/>
          <a:chOff x="0" y="0"/>
          <a:chExt cx="0" cy="0"/>
        </a:xfrm>
      </p:grpSpPr>
      <p:sp>
        <p:nvSpPr>
          <p:cNvPr id="10" name="Tytuł 9">
            <a:extLst>
              <a:ext uri="{FF2B5EF4-FFF2-40B4-BE49-F238E27FC236}">
                <a16:creationId xmlns:a16="http://schemas.microsoft.com/office/drawing/2014/main" id="{9095FE81-352A-04EE-D805-C0A4E238235A}"/>
              </a:ext>
            </a:extLst>
          </p:cNvPr>
          <p:cNvSpPr>
            <a:spLocks noGrp="1"/>
          </p:cNvSpPr>
          <p:nvPr>
            <p:ph type="title"/>
          </p:nvPr>
        </p:nvSpPr>
        <p:spPr>
          <a:xfrm>
            <a:off x="1143001" y="2438397"/>
            <a:ext cx="6623435" cy="1156423"/>
          </a:xfrm>
        </p:spPr>
        <p:txBody>
          <a:bodyPr rtlCol="0" anchor="b"/>
          <a:lstStyle/>
          <a:p>
            <a:pPr rtl="0"/>
            <a:r>
              <a:rPr lang="pl"/>
              <a:t>Kliknij, aby edytować styl wzorca tytułu</a:t>
            </a:r>
          </a:p>
        </p:txBody>
      </p:sp>
      <p:sp>
        <p:nvSpPr>
          <p:cNvPr id="5" name="Stopka — symbol zastępczy 4">
            <a:extLst>
              <a:ext uri="{FF2B5EF4-FFF2-40B4-BE49-F238E27FC236}">
                <a16:creationId xmlns:a16="http://schemas.microsoft.com/office/drawing/2014/main" id="{B17E6B5E-6174-FD5C-41E8-FFC44C650D7E}"/>
              </a:ext>
            </a:extLst>
          </p:cNvPr>
          <p:cNvSpPr>
            <a:spLocks noGrp="1"/>
          </p:cNvSpPr>
          <p:nvPr>
            <p:ph type="ftr" sz="quarter" idx="11"/>
          </p:nvPr>
        </p:nvSpPr>
        <p:spPr/>
        <p:txBody>
          <a:bodyPr rtlCol="0"/>
          <a:lstStyle/>
          <a:p>
            <a:pPr rtl="0"/>
            <a:r>
              <a:rPr lang="pl"/>
              <a:t>Przykładowy tekst stopki</a:t>
            </a:r>
          </a:p>
        </p:txBody>
      </p:sp>
      <p:sp>
        <p:nvSpPr>
          <p:cNvPr id="4" name="Data — symbol zastępczy 3">
            <a:extLst>
              <a:ext uri="{FF2B5EF4-FFF2-40B4-BE49-F238E27FC236}">
                <a16:creationId xmlns:a16="http://schemas.microsoft.com/office/drawing/2014/main" id="{0B9485D1-E172-8F0A-A425-3097B3ABCFB4}"/>
              </a:ext>
            </a:extLst>
          </p:cNvPr>
          <p:cNvSpPr>
            <a:spLocks noGrp="1"/>
          </p:cNvSpPr>
          <p:nvPr>
            <p:ph type="dt" sz="half" idx="10"/>
          </p:nvPr>
        </p:nvSpPr>
        <p:spPr>
          <a:xfrm>
            <a:off x="10058401" y="6400800"/>
            <a:ext cx="990599" cy="457200"/>
          </a:xfrm>
        </p:spPr>
        <p:txBody>
          <a:bodyPr rtlCol="0"/>
          <a:lstStyle/>
          <a:p>
            <a:pPr rtl="0"/>
            <a:r>
              <a:rPr lang="en-US"/>
              <a:t>30/10/2025</a:t>
            </a:r>
            <a:endParaRPr lang="en-US" dirty="0"/>
          </a:p>
        </p:txBody>
      </p:sp>
      <p:sp>
        <p:nvSpPr>
          <p:cNvPr id="6" name="Numer slajdu — symbol zastępczy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rtlCol="0"/>
          <a:lstStyle/>
          <a:p>
            <a:pPr rtl="0"/>
            <a:fld id="{AEAA3239-9EA4-4A65-A281-97F994456D9F}" type="slidenum">
              <a:rPr lang="en-US" smtClean="0"/>
              <a:t>‹#›</a:t>
            </a:fld>
            <a:endParaRPr lang="en-US" dirty="0"/>
          </a:p>
        </p:txBody>
      </p:sp>
      <p:cxnSp>
        <p:nvCxnSpPr>
          <p:cNvPr id="3" name="Łącznik prosty 2">
            <a:extLst>
              <a:ext uri="{FF2B5EF4-FFF2-40B4-BE49-F238E27FC236}">
                <a16:creationId xmlns:a16="http://schemas.microsoft.com/office/drawing/2014/main" id="{D8EE849E-3DB2-6D09-829E-63D97DAF47AC}"/>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9" name="Zawartość — symbol zastępczy 7">
            <a:extLst>
              <a:ext uri="{FF2B5EF4-FFF2-40B4-BE49-F238E27FC236}">
                <a16:creationId xmlns:a16="http://schemas.microsoft.com/office/drawing/2014/main" id="{53380E56-1E9F-BBE4-3737-14FD20DDE33F}"/>
              </a:ext>
            </a:extLst>
          </p:cNvPr>
          <p:cNvSpPr>
            <a:spLocks noGrp="1"/>
          </p:cNvSpPr>
          <p:nvPr>
            <p:ph sz="quarter" idx="14"/>
          </p:nvPr>
        </p:nvSpPr>
        <p:spPr>
          <a:xfrm>
            <a:off x="1143000" y="3777702"/>
            <a:ext cx="4659735" cy="1632498"/>
          </a:xfrm>
        </p:spPr>
        <p:txBody>
          <a:bodyPr rtlCol="0"/>
          <a:lstStyle>
            <a:lvl1pPr>
              <a:spcBef>
                <a:spcPts val="0"/>
              </a:spcBef>
              <a:buNone/>
              <a:defRPr/>
            </a:lvl1pPr>
            <a:lvl2pPr>
              <a:spcBef>
                <a:spcPts val="0"/>
              </a:spcBef>
              <a:buNone/>
              <a:defRPr/>
            </a:lvl2pPr>
            <a:lvl3pPr>
              <a:spcBef>
                <a:spcPts val="0"/>
              </a:spcBef>
              <a:buNone/>
              <a:defRPr/>
            </a:lvl3pPr>
            <a:lvl4pPr>
              <a:spcBef>
                <a:spcPts val="0"/>
              </a:spcBef>
              <a:buNone/>
              <a:defRPr/>
            </a:lvl4pPr>
            <a:lvl5pPr>
              <a:spcBef>
                <a:spcPts val="0"/>
              </a:spcBef>
              <a:buNone/>
              <a:defRPr/>
            </a:lvl5pPr>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p>
        </p:txBody>
      </p:sp>
    </p:spTree>
    <p:extLst>
      <p:ext uri="{BB962C8B-B14F-4D97-AF65-F5344CB8AC3E}">
        <p14:creationId xmlns:p14="http://schemas.microsoft.com/office/powerpoint/2010/main" val="128360002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Zawartość 3">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BC7433D9-FD02-59E2-0F81-A0B7201D2DA0}"/>
              </a:ext>
            </a:extLst>
          </p:cNvPr>
          <p:cNvSpPr>
            <a:spLocks noGrp="1"/>
          </p:cNvSpPr>
          <p:nvPr>
            <p:ph type="title"/>
          </p:nvPr>
        </p:nvSpPr>
        <p:spPr>
          <a:xfrm>
            <a:off x="1143000" y="685800"/>
            <a:ext cx="3506558" cy="3456894"/>
          </a:xfrm>
        </p:spPr>
        <p:txBody>
          <a:bodyPr rtlCol="0" anchor="t">
            <a:normAutofit/>
          </a:bodyPr>
          <a:lstStyle>
            <a:lvl1pPr>
              <a:defRPr sz="3600"/>
            </a:lvl1pPr>
          </a:lstStyle>
          <a:p>
            <a:pPr rtl="0"/>
            <a:r>
              <a:rPr lang="pl"/>
              <a:t>Kliknij, aby edytować styl wzorca tytułu</a:t>
            </a:r>
          </a:p>
        </p:txBody>
      </p:sp>
      <p:sp>
        <p:nvSpPr>
          <p:cNvPr id="8" name="Zawartość — symbol zastępczy 7">
            <a:extLst>
              <a:ext uri="{FF2B5EF4-FFF2-40B4-BE49-F238E27FC236}">
                <a16:creationId xmlns:a16="http://schemas.microsoft.com/office/drawing/2014/main" id="{D42D62A0-8127-CE86-0633-0D65E1E136F7}"/>
              </a:ext>
            </a:extLst>
          </p:cNvPr>
          <p:cNvSpPr>
            <a:spLocks noGrp="1"/>
          </p:cNvSpPr>
          <p:nvPr>
            <p:ph sz="quarter" idx="13"/>
          </p:nvPr>
        </p:nvSpPr>
        <p:spPr>
          <a:xfrm>
            <a:off x="5402777" y="685800"/>
            <a:ext cx="4956175" cy="3461212"/>
          </a:xfrm>
        </p:spPr>
        <p:txBody>
          <a:bodyPr rtlCol="0"/>
          <a:lstStyle>
            <a:lvl1pPr>
              <a:spcBef>
                <a:spcPts val="0"/>
              </a:spcBef>
              <a:defRPr/>
            </a:lvl1pPr>
            <a:lvl2pPr>
              <a:spcBef>
                <a:spcPts val="0"/>
              </a:spcBef>
              <a:defRPr/>
            </a:lvl2pPr>
            <a:lvl3pPr>
              <a:spcBef>
                <a:spcPts val="0"/>
              </a:spcBef>
              <a:defRPr/>
            </a:lvl3pPr>
            <a:lvl4pPr>
              <a:spcBef>
                <a:spcPts val="0"/>
              </a:spcBef>
              <a:defRPr/>
            </a:lvl4pPr>
            <a:lvl5pPr>
              <a:spcBef>
                <a:spcPts val="0"/>
              </a:spcBef>
              <a:defRPr/>
            </a:lvl5pPr>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p>
        </p:txBody>
      </p:sp>
      <p:sp>
        <p:nvSpPr>
          <p:cNvPr id="5" name="Stopka — symbol zastępczy 4">
            <a:extLst>
              <a:ext uri="{FF2B5EF4-FFF2-40B4-BE49-F238E27FC236}">
                <a16:creationId xmlns:a16="http://schemas.microsoft.com/office/drawing/2014/main" id="{B17E6B5E-6174-FD5C-41E8-FFC44C650D7E}"/>
              </a:ext>
            </a:extLst>
          </p:cNvPr>
          <p:cNvSpPr>
            <a:spLocks noGrp="1"/>
          </p:cNvSpPr>
          <p:nvPr>
            <p:ph type="ftr" sz="quarter" idx="11"/>
          </p:nvPr>
        </p:nvSpPr>
        <p:spPr/>
        <p:txBody>
          <a:bodyPr rtlCol="0"/>
          <a:lstStyle/>
          <a:p>
            <a:pPr rtl="0"/>
            <a:r>
              <a:rPr lang="pl"/>
              <a:t>Przykładowy tekst stopki</a:t>
            </a:r>
          </a:p>
        </p:txBody>
      </p:sp>
      <p:sp>
        <p:nvSpPr>
          <p:cNvPr id="4" name="Data — symbol zastępczy 3">
            <a:extLst>
              <a:ext uri="{FF2B5EF4-FFF2-40B4-BE49-F238E27FC236}">
                <a16:creationId xmlns:a16="http://schemas.microsoft.com/office/drawing/2014/main" id="{0B9485D1-E172-8F0A-A425-3097B3ABCFB4}"/>
              </a:ext>
            </a:extLst>
          </p:cNvPr>
          <p:cNvSpPr>
            <a:spLocks noGrp="1"/>
          </p:cNvSpPr>
          <p:nvPr>
            <p:ph type="dt" sz="half" idx="10"/>
          </p:nvPr>
        </p:nvSpPr>
        <p:spPr>
          <a:xfrm>
            <a:off x="10058401" y="6400800"/>
            <a:ext cx="990599" cy="457200"/>
          </a:xfrm>
        </p:spPr>
        <p:txBody>
          <a:bodyPr rtlCol="0"/>
          <a:lstStyle/>
          <a:p>
            <a:pPr rtl="0"/>
            <a:r>
              <a:rPr lang="en-US"/>
              <a:t>30/10/2025</a:t>
            </a:r>
            <a:endParaRPr lang="en-US" dirty="0"/>
          </a:p>
        </p:txBody>
      </p:sp>
      <p:sp>
        <p:nvSpPr>
          <p:cNvPr id="6" name="Numer slajdu — symbol zastępczy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rtlCol="0"/>
          <a:lstStyle/>
          <a:p>
            <a:pPr rtl="0"/>
            <a:fld id="{AEAA3239-9EA4-4A65-A281-97F994456D9F}" type="slidenum">
              <a:rPr lang="en-US" smtClean="0"/>
              <a:t>‹#›</a:t>
            </a:fld>
            <a:endParaRPr lang="en-US" dirty="0"/>
          </a:p>
        </p:txBody>
      </p:sp>
      <p:cxnSp>
        <p:nvCxnSpPr>
          <p:cNvPr id="3" name="Łącznik prosty 2">
            <a:extLst>
              <a:ext uri="{FF2B5EF4-FFF2-40B4-BE49-F238E27FC236}">
                <a16:creationId xmlns:a16="http://schemas.microsoft.com/office/drawing/2014/main" id="{06F077C1-74FA-7247-9C7C-6A14D1FE584B}"/>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5526195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Zawartość 4">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BC7433D9-FD02-59E2-0F81-A0B7201D2DA0}"/>
              </a:ext>
            </a:extLst>
          </p:cNvPr>
          <p:cNvSpPr>
            <a:spLocks noGrp="1"/>
          </p:cNvSpPr>
          <p:nvPr>
            <p:ph type="title"/>
          </p:nvPr>
        </p:nvSpPr>
        <p:spPr>
          <a:xfrm>
            <a:off x="1162471" y="2102780"/>
            <a:ext cx="3923455" cy="3840819"/>
          </a:xfrm>
        </p:spPr>
        <p:txBody>
          <a:bodyPr rtlCol="0" anchor="t">
            <a:normAutofit/>
          </a:bodyPr>
          <a:lstStyle>
            <a:lvl1pPr>
              <a:defRPr sz="3600"/>
            </a:lvl1pPr>
          </a:lstStyle>
          <a:p>
            <a:pPr rtl="0"/>
            <a:r>
              <a:rPr lang="pl"/>
              <a:t>Kliknij, aby edytować styl wzorca tytułu</a:t>
            </a:r>
            <a:endParaRPr lang="en-US" dirty="0"/>
          </a:p>
        </p:txBody>
      </p:sp>
      <p:sp>
        <p:nvSpPr>
          <p:cNvPr id="8" name="Zawartość — symbol zastępczy 7">
            <a:extLst>
              <a:ext uri="{FF2B5EF4-FFF2-40B4-BE49-F238E27FC236}">
                <a16:creationId xmlns:a16="http://schemas.microsoft.com/office/drawing/2014/main" id="{FFB4667A-FE47-8556-FD3A-55FDBA801D76}"/>
              </a:ext>
            </a:extLst>
          </p:cNvPr>
          <p:cNvSpPr>
            <a:spLocks noGrp="1"/>
          </p:cNvSpPr>
          <p:nvPr>
            <p:ph sz="quarter" idx="13"/>
          </p:nvPr>
        </p:nvSpPr>
        <p:spPr>
          <a:xfrm>
            <a:off x="5797941" y="685800"/>
            <a:ext cx="5251059" cy="5257800"/>
          </a:xfrm>
        </p:spPr>
        <p:txBody>
          <a:bodyPr rtlCol="0"/>
          <a:lstStyle>
            <a:lvl1pPr>
              <a:spcBef>
                <a:spcPts val="0"/>
              </a:spcBef>
              <a:defRPr/>
            </a:lvl1pPr>
            <a:lvl2pPr>
              <a:spcBef>
                <a:spcPts val="0"/>
              </a:spcBef>
              <a:defRPr/>
            </a:lvl2pPr>
            <a:lvl3pPr>
              <a:spcBef>
                <a:spcPts val="0"/>
              </a:spcBef>
              <a:defRPr/>
            </a:lvl3pPr>
            <a:lvl4pPr>
              <a:spcBef>
                <a:spcPts val="0"/>
              </a:spcBef>
              <a:defRPr/>
            </a:lvl4pPr>
            <a:lvl5pPr>
              <a:spcBef>
                <a:spcPts val="0"/>
              </a:spcBef>
              <a:defRPr/>
            </a:lvl5pPr>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endParaRPr lang="en-US" dirty="0"/>
          </a:p>
        </p:txBody>
      </p:sp>
      <p:sp>
        <p:nvSpPr>
          <p:cNvPr id="5" name="Stopka — symbol zastępczy 4">
            <a:extLst>
              <a:ext uri="{FF2B5EF4-FFF2-40B4-BE49-F238E27FC236}">
                <a16:creationId xmlns:a16="http://schemas.microsoft.com/office/drawing/2014/main" id="{B17E6B5E-6174-FD5C-41E8-FFC44C650D7E}"/>
              </a:ext>
            </a:extLst>
          </p:cNvPr>
          <p:cNvSpPr>
            <a:spLocks noGrp="1"/>
          </p:cNvSpPr>
          <p:nvPr>
            <p:ph type="ftr" sz="quarter" idx="11"/>
          </p:nvPr>
        </p:nvSpPr>
        <p:spPr/>
        <p:txBody>
          <a:bodyPr rtlCol="0"/>
          <a:lstStyle/>
          <a:p>
            <a:pPr rtl="0"/>
            <a:r>
              <a:rPr lang="pl"/>
              <a:t>Przykładowy tekst stopki</a:t>
            </a:r>
          </a:p>
        </p:txBody>
      </p:sp>
      <p:sp>
        <p:nvSpPr>
          <p:cNvPr id="4" name="Data — symbol zastępczy 3">
            <a:extLst>
              <a:ext uri="{FF2B5EF4-FFF2-40B4-BE49-F238E27FC236}">
                <a16:creationId xmlns:a16="http://schemas.microsoft.com/office/drawing/2014/main" id="{0B9485D1-E172-8F0A-A425-3097B3ABCFB4}"/>
              </a:ext>
            </a:extLst>
          </p:cNvPr>
          <p:cNvSpPr>
            <a:spLocks noGrp="1"/>
          </p:cNvSpPr>
          <p:nvPr>
            <p:ph type="dt" sz="half" idx="10"/>
          </p:nvPr>
        </p:nvSpPr>
        <p:spPr>
          <a:xfrm>
            <a:off x="10058401" y="6400800"/>
            <a:ext cx="990599" cy="457200"/>
          </a:xfrm>
        </p:spPr>
        <p:txBody>
          <a:bodyPr rtlCol="0"/>
          <a:lstStyle/>
          <a:p>
            <a:pPr rtl="0"/>
            <a:r>
              <a:rPr lang="en-US"/>
              <a:t>30/10/2025</a:t>
            </a:r>
            <a:endParaRPr lang="en-US" dirty="0"/>
          </a:p>
        </p:txBody>
      </p:sp>
      <p:sp>
        <p:nvSpPr>
          <p:cNvPr id="6" name="Numer slajdu — symbol zastępczy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rtlCol="0"/>
          <a:lstStyle/>
          <a:p>
            <a:pPr rtl="0"/>
            <a:fld id="{AEAA3239-9EA4-4A65-A281-97F994456D9F}" type="slidenum">
              <a:rPr lang="en-US" smtClean="0"/>
              <a:t>‹#›</a:t>
            </a:fld>
            <a:endParaRPr lang="en-US" dirty="0"/>
          </a:p>
        </p:txBody>
      </p:sp>
      <p:cxnSp>
        <p:nvCxnSpPr>
          <p:cNvPr id="3" name="Łącznik prosty 2">
            <a:extLst>
              <a:ext uri="{FF2B5EF4-FFF2-40B4-BE49-F238E27FC236}">
                <a16:creationId xmlns:a16="http://schemas.microsoft.com/office/drawing/2014/main" id="{060DACAA-0808-2D60-12F2-52C968353E1D}"/>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6418117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Zawartość 5">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BC7433D9-FD02-59E2-0F81-A0B7201D2DA0}"/>
              </a:ext>
            </a:extLst>
          </p:cNvPr>
          <p:cNvSpPr>
            <a:spLocks noGrp="1"/>
          </p:cNvSpPr>
          <p:nvPr>
            <p:ph type="title"/>
          </p:nvPr>
        </p:nvSpPr>
        <p:spPr>
          <a:xfrm>
            <a:off x="1143001" y="702859"/>
            <a:ext cx="3048000" cy="5219330"/>
          </a:xfrm>
        </p:spPr>
        <p:txBody>
          <a:bodyPr rtlCol="0" anchor="b">
            <a:normAutofit/>
          </a:bodyPr>
          <a:lstStyle>
            <a:lvl1pPr>
              <a:defRPr sz="3600"/>
            </a:lvl1pPr>
          </a:lstStyle>
          <a:p>
            <a:pPr rtl="0"/>
            <a:r>
              <a:rPr lang="pl"/>
              <a:t>Kliknij, aby edytować styl wzorca tytułu</a:t>
            </a:r>
          </a:p>
        </p:txBody>
      </p:sp>
      <p:sp>
        <p:nvSpPr>
          <p:cNvPr id="8" name="Zawartość — symbol zastępczy 7">
            <a:extLst>
              <a:ext uri="{FF2B5EF4-FFF2-40B4-BE49-F238E27FC236}">
                <a16:creationId xmlns:a16="http://schemas.microsoft.com/office/drawing/2014/main" id="{C6F072A2-EBC7-B7EA-DA98-BAC0AA46E7A4}"/>
              </a:ext>
            </a:extLst>
          </p:cNvPr>
          <p:cNvSpPr>
            <a:spLocks noGrp="1"/>
          </p:cNvSpPr>
          <p:nvPr>
            <p:ph sz="quarter" idx="13"/>
          </p:nvPr>
        </p:nvSpPr>
        <p:spPr>
          <a:xfrm>
            <a:off x="4928417" y="724270"/>
            <a:ext cx="6120583" cy="5219330"/>
          </a:xfrm>
        </p:spPr>
        <p:txBody>
          <a:bodyPr rtlCol="0"/>
          <a:lstStyle>
            <a:lvl1pPr>
              <a:spcBef>
                <a:spcPts val="0"/>
              </a:spcBef>
              <a:defRPr/>
            </a:lvl1pPr>
            <a:lvl2pPr>
              <a:spcBef>
                <a:spcPts val="0"/>
              </a:spcBef>
              <a:defRPr/>
            </a:lvl2pPr>
            <a:lvl3pPr>
              <a:spcBef>
                <a:spcPts val="0"/>
              </a:spcBef>
              <a:defRPr/>
            </a:lvl3pPr>
            <a:lvl4pPr>
              <a:spcBef>
                <a:spcPts val="0"/>
              </a:spcBef>
              <a:defRPr/>
            </a:lvl4pPr>
            <a:lvl5pPr>
              <a:spcBef>
                <a:spcPts val="0"/>
              </a:spcBef>
              <a:defRPr/>
            </a:lvl5pPr>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p>
        </p:txBody>
      </p:sp>
      <p:sp>
        <p:nvSpPr>
          <p:cNvPr id="5" name="Stopka — symbol zastępczy 4">
            <a:extLst>
              <a:ext uri="{FF2B5EF4-FFF2-40B4-BE49-F238E27FC236}">
                <a16:creationId xmlns:a16="http://schemas.microsoft.com/office/drawing/2014/main" id="{B17E6B5E-6174-FD5C-41E8-FFC44C650D7E}"/>
              </a:ext>
            </a:extLst>
          </p:cNvPr>
          <p:cNvSpPr>
            <a:spLocks noGrp="1"/>
          </p:cNvSpPr>
          <p:nvPr>
            <p:ph type="ftr" sz="quarter" idx="11"/>
          </p:nvPr>
        </p:nvSpPr>
        <p:spPr/>
        <p:txBody>
          <a:bodyPr rtlCol="0"/>
          <a:lstStyle/>
          <a:p>
            <a:pPr rtl="0"/>
            <a:r>
              <a:rPr lang="pl"/>
              <a:t>Przykładowy tekst stopki</a:t>
            </a:r>
          </a:p>
        </p:txBody>
      </p:sp>
      <p:sp>
        <p:nvSpPr>
          <p:cNvPr id="4" name="Data — symbol zastępczy 3">
            <a:extLst>
              <a:ext uri="{FF2B5EF4-FFF2-40B4-BE49-F238E27FC236}">
                <a16:creationId xmlns:a16="http://schemas.microsoft.com/office/drawing/2014/main" id="{0B9485D1-E172-8F0A-A425-3097B3ABCFB4}"/>
              </a:ext>
            </a:extLst>
          </p:cNvPr>
          <p:cNvSpPr>
            <a:spLocks noGrp="1"/>
          </p:cNvSpPr>
          <p:nvPr>
            <p:ph type="dt" sz="half" idx="10"/>
          </p:nvPr>
        </p:nvSpPr>
        <p:spPr>
          <a:xfrm>
            <a:off x="10058401" y="6400800"/>
            <a:ext cx="990599" cy="457200"/>
          </a:xfrm>
        </p:spPr>
        <p:txBody>
          <a:bodyPr rtlCol="0"/>
          <a:lstStyle/>
          <a:p>
            <a:pPr rtl="0"/>
            <a:r>
              <a:rPr lang="en-US"/>
              <a:t>30/10/2025</a:t>
            </a:r>
            <a:endParaRPr lang="en-US" dirty="0"/>
          </a:p>
        </p:txBody>
      </p:sp>
      <p:sp>
        <p:nvSpPr>
          <p:cNvPr id="6" name="Numer slajdu — symbol zastępczy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rtlCol="0"/>
          <a:lstStyle/>
          <a:p>
            <a:pPr rtl="0"/>
            <a:fld id="{AEAA3239-9EA4-4A65-A281-97F994456D9F}" type="slidenum">
              <a:rPr lang="en-US" smtClean="0"/>
              <a:t>‹#›</a:t>
            </a:fld>
            <a:endParaRPr lang="en-US" dirty="0"/>
          </a:p>
        </p:txBody>
      </p:sp>
      <p:cxnSp>
        <p:nvCxnSpPr>
          <p:cNvPr id="3" name="Łącznik prosty 2">
            <a:extLst>
              <a:ext uri="{FF2B5EF4-FFF2-40B4-BE49-F238E27FC236}">
                <a16:creationId xmlns:a16="http://schemas.microsoft.com/office/drawing/2014/main" id="{103579D9-BC9D-2B0D-42FA-B8F3791ECB88}"/>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2633239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Zawartość 6">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BC7433D9-FD02-59E2-0F81-A0B7201D2DA0}"/>
              </a:ext>
            </a:extLst>
          </p:cNvPr>
          <p:cNvSpPr>
            <a:spLocks noGrp="1"/>
          </p:cNvSpPr>
          <p:nvPr>
            <p:ph type="title"/>
          </p:nvPr>
        </p:nvSpPr>
        <p:spPr>
          <a:xfrm>
            <a:off x="1143000" y="707549"/>
            <a:ext cx="2590800" cy="5236051"/>
          </a:xfrm>
        </p:spPr>
        <p:txBody>
          <a:bodyPr rtlCol="0" anchor="b">
            <a:normAutofit/>
          </a:bodyPr>
          <a:lstStyle>
            <a:lvl1pPr>
              <a:defRPr sz="3600"/>
            </a:lvl1pPr>
          </a:lstStyle>
          <a:p>
            <a:pPr rtl="0"/>
            <a:r>
              <a:rPr lang="pl"/>
              <a:t>Kliknij, aby edytować styl wzorca tytułu</a:t>
            </a:r>
            <a:endParaRPr lang="en-US" dirty="0"/>
          </a:p>
        </p:txBody>
      </p:sp>
      <p:sp>
        <p:nvSpPr>
          <p:cNvPr id="8" name="Zawartość — symbol zastępczy 7">
            <a:extLst>
              <a:ext uri="{FF2B5EF4-FFF2-40B4-BE49-F238E27FC236}">
                <a16:creationId xmlns:a16="http://schemas.microsoft.com/office/drawing/2014/main" id="{8C71126E-AEFA-B45A-CD39-AC1315E03339}"/>
              </a:ext>
            </a:extLst>
          </p:cNvPr>
          <p:cNvSpPr>
            <a:spLocks noGrp="1"/>
          </p:cNvSpPr>
          <p:nvPr>
            <p:ph sz="quarter" idx="13"/>
          </p:nvPr>
        </p:nvSpPr>
        <p:spPr>
          <a:xfrm>
            <a:off x="4445817" y="708184"/>
            <a:ext cx="6603184" cy="5235416"/>
          </a:xfrm>
        </p:spPr>
        <p:txBody>
          <a:bodyPr rtlCol="0"/>
          <a:lstStyle>
            <a:lvl1pPr>
              <a:spcBef>
                <a:spcPts val="0"/>
              </a:spcBef>
              <a:defRPr/>
            </a:lvl1pPr>
            <a:lvl2pPr>
              <a:spcBef>
                <a:spcPts val="0"/>
              </a:spcBef>
              <a:defRPr/>
            </a:lvl2pPr>
            <a:lvl3pPr>
              <a:spcBef>
                <a:spcPts val="0"/>
              </a:spcBef>
              <a:defRPr/>
            </a:lvl3pPr>
            <a:lvl4pPr>
              <a:spcBef>
                <a:spcPts val="0"/>
              </a:spcBef>
              <a:defRPr/>
            </a:lvl4pPr>
            <a:lvl5pPr>
              <a:spcBef>
                <a:spcPts val="0"/>
              </a:spcBef>
              <a:defRPr/>
            </a:lvl5pPr>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endParaRPr lang="en-US" dirty="0"/>
          </a:p>
        </p:txBody>
      </p:sp>
      <p:sp>
        <p:nvSpPr>
          <p:cNvPr id="5" name="Stopka — symbol zastępczy 4">
            <a:extLst>
              <a:ext uri="{FF2B5EF4-FFF2-40B4-BE49-F238E27FC236}">
                <a16:creationId xmlns:a16="http://schemas.microsoft.com/office/drawing/2014/main" id="{B17E6B5E-6174-FD5C-41E8-FFC44C650D7E}"/>
              </a:ext>
            </a:extLst>
          </p:cNvPr>
          <p:cNvSpPr>
            <a:spLocks noGrp="1"/>
          </p:cNvSpPr>
          <p:nvPr>
            <p:ph type="ftr" sz="quarter" idx="11"/>
          </p:nvPr>
        </p:nvSpPr>
        <p:spPr/>
        <p:txBody>
          <a:bodyPr rtlCol="0"/>
          <a:lstStyle/>
          <a:p>
            <a:pPr rtl="0"/>
            <a:r>
              <a:rPr lang="pl"/>
              <a:t>Przykładowy tekst stopki</a:t>
            </a:r>
          </a:p>
        </p:txBody>
      </p:sp>
      <p:sp>
        <p:nvSpPr>
          <p:cNvPr id="4" name="Data — symbol zastępczy 3">
            <a:extLst>
              <a:ext uri="{FF2B5EF4-FFF2-40B4-BE49-F238E27FC236}">
                <a16:creationId xmlns:a16="http://schemas.microsoft.com/office/drawing/2014/main" id="{0B9485D1-E172-8F0A-A425-3097B3ABCFB4}"/>
              </a:ext>
            </a:extLst>
          </p:cNvPr>
          <p:cNvSpPr>
            <a:spLocks noGrp="1"/>
          </p:cNvSpPr>
          <p:nvPr>
            <p:ph type="dt" sz="half" idx="10"/>
          </p:nvPr>
        </p:nvSpPr>
        <p:spPr>
          <a:xfrm>
            <a:off x="10058401" y="6400800"/>
            <a:ext cx="990599" cy="457200"/>
          </a:xfrm>
        </p:spPr>
        <p:txBody>
          <a:bodyPr rtlCol="0"/>
          <a:lstStyle/>
          <a:p>
            <a:pPr rtl="0"/>
            <a:r>
              <a:rPr lang="en-US"/>
              <a:t>30/10/2025</a:t>
            </a:r>
            <a:endParaRPr lang="en-US" dirty="0"/>
          </a:p>
        </p:txBody>
      </p:sp>
      <p:sp>
        <p:nvSpPr>
          <p:cNvPr id="6" name="Numer slajdu — symbol zastępczy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rtlCol="0"/>
          <a:lstStyle/>
          <a:p>
            <a:pPr rtl="0"/>
            <a:fld id="{AEAA3239-9EA4-4A65-A281-97F994456D9F}" type="slidenum">
              <a:rPr lang="en-US" smtClean="0"/>
              <a:t>‹#›</a:t>
            </a:fld>
            <a:endParaRPr lang="en-US" dirty="0"/>
          </a:p>
        </p:txBody>
      </p:sp>
      <p:cxnSp>
        <p:nvCxnSpPr>
          <p:cNvPr id="3" name="Łącznik prosty 2">
            <a:extLst>
              <a:ext uri="{FF2B5EF4-FFF2-40B4-BE49-F238E27FC236}">
                <a16:creationId xmlns:a16="http://schemas.microsoft.com/office/drawing/2014/main" id="{092C2954-C801-2F12-6B41-2D0F2CDE9027}"/>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5562577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Zawartość z obrazem">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AF3BB49-A328-F121-7F27-DEB7C3CC2B0F}"/>
              </a:ext>
            </a:extLst>
          </p:cNvPr>
          <p:cNvSpPr>
            <a:spLocks noGrp="1"/>
          </p:cNvSpPr>
          <p:nvPr>
            <p:ph type="title"/>
          </p:nvPr>
        </p:nvSpPr>
        <p:spPr>
          <a:xfrm>
            <a:off x="8331931" y="719137"/>
            <a:ext cx="2717068" cy="1858941"/>
          </a:xfrm>
        </p:spPr>
        <p:txBody>
          <a:bodyPr rtlCol="0" anchor="t"/>
          <a:lstStyle/>
          <a:p>
            <a:pPr rtl="0"/>
            <a:r>
              <a:rPr lang="pl"/>
              <a:t>Kliknij, aby edytować styl wzorca tytułu</a:t>
            </a:r>
            <a:endParaRPr lang="en-US" dirty="0"/>
          </a:p>
        </p:txBody>
      </p:sp>
      <p:sp>
        <p:nvSpPr>
          <p:cNvPr id="10" name="Obraz — symbol zastępczy 9">
            <a:extLst>
              <a:ext uri="{FF2B5EF4-FFF2-40B4-BE49-F238E27FC236}">
                <a16:creationId xmlns:a16="http://schemas.microsoft.com/office/drawing/2014/main" id="{3CA946DA-5AE8-39E2-3ADD-B8F06308C1C6}"/>
              </a:ext>
            </a:extLst>
          </p:cNvPr>
          <p:cNvSpPr>
            <a:spLocks noGrp="1"/>
          </p:cNvSpPr>
          <p:nvPr>
            <p:ph type="pic" sz="quarter" idx="13" hasCustomPrompt="1"/>
          </p:nvPr>
        </p:nvSpPr>
        <p:spPr>
          <a:xfrm>
            <a:off x="1143000" y="685800"/>
            <a:ext cx="6476915" cy="5257800"/>
          </a:xfrm>
          <a:prstGeom prst="roundRect">
            <a:avLst/>
          </a:prstGeom>
          <a:blipFill dpi="0" rotWithShape="1">
            <a:blip r:embed="rId2" cstate="email">
              <a:alphaModFix amt="60000"/>
              <a:extLst>
                <a:ext uri="{28A0092B-C50C-407E-A947-70E740481C1C}">
                  <a14:useLocalDpi xmlns:a14="http://schemas.microsoft.com/office/drawing/2010/main"/>
                </a:ext>
              </a:extLst>
            </a:blip>
            <a:srcRect/>
            <a:stretch>
              <a:fillRect/>
            </a:stretch>
          </a:blipFill>
        </p:spPr>
        <p:txBody>
          <a:bodyPr wrap="square" rtlCol="0">
            <a:noAutofit/>
          </a:bodyPr>
          <a:lstStyle>
            <a:lvl1pPr marL="0" indent="0">
              <a:buNone/>
              <a:defRPr/>
            </a:lvl1pPr>
          </a:lstStyle>
          <a:p>
            <a:pPr rtl="0"/>
            <a:r>
              <a:rPr lang="pl"/>
              <a:t>   </a:t>
            </a:r>
          </a:p>
        </p:txBody>
      </p:sp>
      <p:sp>
        <p:nvSpPr>
          <p:cNvPr id="8" name="Zawartość — symbol zastępczy 7">
            <a:extLst>
              <a:ext uri="{FF2B5EF4-FFF2-40B4-BE49-F238E27FC236}">
                <a16:creationId xmlns:a16="http://schemas.microsoft.com/office/drawing/2014/main" id="{6E0D00CE-C191-6DE5-9D82-7EFB59BC3739}"/>
              </a:ext>
            </a:extLst>
          </p:cNvPr>
          <p:cNvSpPr>
            <a:spLocks noGrp="1"/>
          </p:cNvSpPr>
          <p:nvPr>
            <p:ph sz="quarter" idx="14"/>
          </p:nvPr>
        </p:nvSpPr>
        <p:spPr>
          <a:xfrm>
            <a:off x="8326957" y="2793033"/>
            <a:ext cx="2717068" cy="2833042"/>
          </a:xfrm>
        </p:spPr>
        <p:txBody>
          <a:bodyPr vert="horz" lIns="91440" tIns="45720" rIns="91440" bIns="45720" rtlCol="0">
            <a:normAutofit/>
          </a:bodyPr>
          <a:lstStyle>
            <a:lvl1pPr marL="0" indent="0">
              <a:spcBef>
                <a:spcPts val="0"/>
              </a:spcBef>
              <a:buNone/>
              <a:defRPr lang="en-US" dirty="0"/>
            </a:lvl1pPr>
            <a:lvl2pPr marL="228600" indent="0">
              <a:spcBef>
                <a:spcPts val="0"/>
              </a:spcBef>
              <a:buNone/>
              <a:defRPr lang="en-US" dirty="0"/>
            </a:lvl2pPr>
            <a:lvl3pPr marL="457200" indent="0">
              <a:spcBef>
                <a:spcPts val="0"/>
              </a:spcBef>
              <a:buNone/>
              <a:defRPr lang="en-US" dirty="0"/>
            </a:lvl3pPr>
            <a:lvl4pPr marL="685800" indent="0">
              <a:spcBef>
                <a:spcPts val="0"/>
              </a:spcBef>
              <a:buNone/>
              <a:defRPr lang="en-US" dirty="0"/>
            </a:lvl4pPr>
            <a:lvl5pPr marL="914400" indent="0">
              <a:spcBef>
                <a:spcPts val="0"/>
              </a:spcBef>
              <a:buNone/>
              <a:defRPr lang="en-US" dirty="0"/>
            </a:lvl5pPr>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endParaRPr lang="en-US" dirty="0"/>
          </a:p>
        </p:txBody>
      </p:sp>
      <p:sp>
        <p:nvSpPr>
          <p:cNvPr id="6" name="Stopka — symbol zastępczy 5">
            <a:extLst>
              <a:ext uri="{FF2B5EF4-FFF2-40B4-BE49-F238E27FC236}">
                <a16:creationId xmlns:a16="http://schemas.microsoft.com/office/drawing/2014/main" id="{C2BDD5A2-CE3E-3215-6DAA-F75C0D1229DA}"/>
              </a:ext>
            </a:extLst>
          </p:cNvPr>
          <p:cNvSpPr>
            <a:spLocks noGrp="1"/>
          </p:cNvSpPr>
          <p:nvPr>
            <p:ph type="ftr" sz="quarter" idx="11"/>
          </p:nvPr>
        </p:nvSpPr>
        <p:spPr>
          <a:xfrm>
            <a:off x="152401" y="6400800"/>
            <a:ext cx="5943600" cy="457200"/>
          </a:xfrm>
        </p:spPr>
        <p:txBody>
          <a:bodyPr rtlCol="0"/>
          <a:lstStyle/>
          <a:p>
            <a:pPr rtl="0"/>
            <a:r>
              <a:rPr lang="pl"/>
              <a:t>Przykładowy tekst stopki</a:t>
            </a:r>
          </a:p>
        </p:txBody>
      </p:sp>
      <p:sp>
        <p:nvSpPr>
          <p:cNvPr id="5" name="Data — symbol zastępczy 4">
            <a:extLst>
              <a:ext uri="{FF2B5EF4-FFF2-40B4-BE49-F238E27FC236}">
                <a16:creationId xmlns:a16="http://schemas.microsoft.com/office/drawing/2014/main" id="{897D0B7E-1A60-DA52-6965-92412B1C2F9F}"/>
              </a:ext>
            </a:extLst>
          </p:cNvPr>
          <p:cNvSpPr>
            <a:spLocks noGrp="1"/>
          </p:cNvSpPr>
          <p:nvPr>
            <p:ph type="dt" sz="half" idx="10"/>
          </p:nvPr>
        </p:nvSpPr>
        <p:spPr>
          <a:xfrm>
            <a:off x="10048450" y="6400800"/>
            <a:ext cx="995575" cy="457200"/>
          </a:xfrm>
        </p:spPr>
        <p:txBody>
          <a:bodyPr rtlCol="0"/>
          <a:lstStyle>
            <a:lvl1pPr>
              <a:defRPr>
                <a:solidFill>
                  <a:schemeClr val="tx1"/>
                </a:solidFill>
                <a:effectLst/>
              </a:defRPr>
            </a:lvl1pPr>
          </a:lstStyle>
          <a:p>
            <a:pPr rtl="0"/>
            <a:r>
              <a:rPr lang="en-US"/>
              <a:t>30/10/2025</a:t>
            </a:r>
            <a:endParaRPr lang="en-US" dirty="0"/>
          </a:p>
        </p:txBody>
      </p:sp>
      <p:sp>
        <p:nvSpPr>
          <p:cNvPr id="7" name="Numer slajdu — symbol zastępczy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44025" y="6400800"/>
            <a:ext cx="995575" cy="457200"/>
          </a:xfrm>
        </p:spPr>
        <p:txBody>
          <a:bodyPr rtlCol="0"/>
          <a:lstStyle/>
          <a:p>
            <a:pPr rtl="0"/>
            <a:fld id="{AEAA3239-9EA4-4A65-A281-97F994456D9F}" type="slidenum">
              <a:rPr lang="en-US" smtClean="0"/>
              <a:t>‹#›</a:t>
            </a:fld>
            <a:endParaRPr lang="en-US" dirty="0"/>
          </a:p>
        </p:txBody>
      </p:sp>
      <p:cxnSp>
        <p:nvCxnSpPr>
          <p:cNvPr id="3" name="Łącznik prosty 2">
            <a:extLst>
              <a:ext uri="{FF2B5EF4-FFF2-40B4-BE49-F238E27FC236}">
                <a16:creationId xmlns:a16="http://schemas.microsoft.com/office/drawing/2014/main" id="{C1AC5C24-4394-5215-8F84-119942C28BC5}"/>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3783166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Zawartość z obrazem 2">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AF3BB49-A328-F121-7F27-DEB7C3CC2B0F}"/>
              </a:ext>
            </a:extLst>
          </p:cNvPr>
          <p:cNvSpPr>
            <a:spLocks noGrp="1"/>
          </p:cNvSpPr>
          <p:nvPr>
            <p:ph type="title"/>
          </p:nvPr>
        </p:nvSpPr>
        <p:spPr>
          <a:xfrm>
            <a:off x="1143000" y="685801"/>
            <a:ext cx="2717067" cy="1892277"/>
          </a:xfrm>
        </p:spPr>
        <p:txBody>
          <a:bodyPr rtlCol="0" anchor="t"/>
          <a:lstStyle/>
          <a:p>
            <a:pPr rtl="0"/>
            <a:r>
              <a:rPr lang="pl"/>
              <a:t>Kliknij, aby edytować styl wzorca tytułu</a:t>
            </a:r>
          </a:p>
        </p:txBody>
      </p:sp>
      <p:sp>
        <p:nvSpPr>
          <p:cNvPr id="11" name="Zawartość — symbol zastępczy 7">
            <a:extLst>
              <a:ext uri="{FF2B5EF4-FFF2-40B4-BE49-F238E27FC236}">
                <a16:creationId xmlns:a16="http://schemas.microsoft.com/office/drawing/2014/main" id="{B3FABB3D-30D3-4F01-12AE-0D7193700279}"/>
              </a:ext>
            </a:extLst>
          </p:cNvPr>
          <p:cNvSpPr>
            <a:spLocks noGrp="1"/>
          </p:cNvSpPr>
          <p:nvPr>
            <p:ph sz="quarter" idx="16"/>
          </p:nvPr>
        </p:nvSpPr>
        <p:spPr>
          <a:xfrm>
            <a:off x="1143000" y="2793033"/>
            <a:ext cx="2717068" cy="2833042"/>
          </a:xfrm>
        </p:spPr>
        <p:txBody>
          <a:bodyPr vert="horz" lIns="91440" tIns="45720" rIns="91440" bIns="45720" rtlCol="0">
            <a:normAutofit/>
          </a:bodyPr>
          <a:lstStyle>
            <a:lvl1pPr marL="0" indent="0">
              <a:spcBef>
                <a:spcPts val="0"/>
              </a:spcBef>
              <a:buNone/>
              <a:defRPr lang="en-US" dirty="0"/>
            </a:lvl1pPr>
            <a:lvl2pPr marL="228600" indent="0">
              <a:spcBef>
                <a:spcPts val="0"/>
              </a:spcBef>
              <a:buNone/>
              <a:defRPr lang="en-US" dirty="0"/>
            </a:lvl2pPr>
            <a:lvl3pPr marL="457200" indent="0">
              <a:spcBef>
                <a:spcPts val="0"/>
              </a:spcBef>
              <a:buNone/>
              <a:defRPr lang="en-US" dirty="0"/>
            </a:lvl3pPr>
            <a:lvl4pPr marL="685800" indent="0">
              <a:spcBef>
                <a:spcPts val="0"/>
              </a:spcBef>
              <a:buNone/>
              <a:defRPr lang="en-US" dirty="0"/>
            </a:lvl4pPr>
            <a:lvl5pPr marL="914400" indent="0">
              <a:spcBef>
                <a:spcPts val="0"/>
              </a:spcBef>
              <a:buNone/>
              <a:defRPr lang="en-US" dirty="0"/>
            </a:lvl5pPr>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endParaRPr lang="en-US" dirty="0"/>
          </a:p>
        </p:txBody>
      </p:sp>
      <p:sp>
        <p:nvSpPr>
          <p:cNvPr id="3" name="Obraz — symbol zastępczy 9">
            <a:extLst>
              <a:ext uri="{FF2B5EF4-FFF2-40B4-BE49-F238E27FC236}">
                <a16:creationId xmlns:a16="http://schemas.microsoft.com/office/drawing/2014/main" id="{DF247FF5-7041-6BAC-2B24-D38B5823FDD0}"/>
              </a:ext>
            </a:extLst>
          </p:cNvPr>
          <p:cNvSpPr>
            <a:spLocks noGrp="1"/>
          </p:cNvSpPr>
          <p:nvPr>
            <p:ph type="pic" sz="quarter" idx="15" hasCustomPrompt="1"/>
          </p:nvPr>
        </p:nvSpPr>
        <p:spPr>
          <a:xfrm>
            <a:off x="4572085" y="685800"/>
            <a:ext cx="6476915" cy="5257800"/>
          </a:xfrm>
          <a:prstGeom prst="roundRect">
            <a:avLst/>
          </a:prstGeom>
          <a:blipFill dpi="0" rotWithShape="1">
            <a:blip r:embed="rId2" cstate="email">
              <a:alphaModFix amt="60000"/>
              <a:extLst>
                <a:ext uri="{28A0092B-C50C-407E-A947-70E740481C1C}">
                  <a14:useLocalDpi xmlns:a14="http://schemas.microsoft.com/office/drawing/2010/main"/>
                </a:ext>
              </a:extLst>
            </a:blip>
            <a:srcRect/>
            <a:stretch>
              <a:fillRect/>
            </a:stretch>
          </a:blipFill>
        </p:spPr>
        <p:txBody>
          <a:bodyPr wrap="square" rtlCol="0">
            <a:noAutofit/>
          </a:bodyPr>
          <a:lstStyle>
            <a:lvl1pPr marL="0" indent="0">
              <a:buNone/>
              <a:defRPr/>
            </a:lvl1pPr>
          </a:lstStyle>
          <a:p>
            <a:pPr rtl="0"/>
            <a:r>
              <a:rPr lang="pl"/>
              <a:t>   </a:t>
            </a:r>
          </a:p>
        </p:txBody>
      </p:sp>
      <p:sp>
        <p:nvSpPr>
          <p:cNvPr id="6" name="Stopka — symbol zastępczy 5">
            <a:extLst>
              <a:ext uri="{FF2B5EF4-FFF2-40B4-BE49-F238E27FC236}">
                <a16:creationId xmlns:a16="http://schemas.microsoft.com/office/drawing/2014/main" id="{C2BDD5A2-CE3E-3215-6DAA-F75C0D1229DA}"/>
              </a:ext>
            </a:extLst>
          </p:cNvPr>
          <p:cNvSpPr>
            <a:spLocks noGrp="1"/>
          </p:cNvSpPr>
          <p:nvPr>
            <p:ph type="ftr" sz="quarter" idx="11"/>
          </p:nvPr>
        </p:nvSpPr>
        <p:spPr>
          <a:xfrm>
            <a:off x="152400" y="6400800"/>
            <a:ext cx="5943600" cy="457200"/>
          </a:xfrm>
        </p:spPr>
        <p:txBody>
          <a:bodyPr rtlCol="0"/>
          <a:lstStyle/>
          <a:p>
            <a:pPr rtl="0"/>
            <a:r>
              <a:rPr lang="pl"/>
              <a:t>Przykładowy tekst stopki</a:t>
            </a:r>
          </a:p>
        </p:txBody>
      </p:sp>
      <p:sp>
        <p:nvSpPr>
          <p:cNvPr id="5" name="Data — symbol zastępczy 4">
            <a:extLst>
              <a:ext uri="{FF2B5EF4-FFF2-40B4-BE49-F238E27FC236}">
                <a16:creationId xmlns:a16="http://schemas.microsoft.com/office/drawing/2014/main" id="{897D0B7E-1A60-DA52-6965-92412B1C2F9F}"/>
              </a:ext>
            </a:extLst>
          </p:cNvPr>
          <p:cNvSpPr>
            <a:spLocks noGrp="1"/>
          </p:cNvSpPr>
          <p:nvPr>
            <p:ph type="dt" sz="half" idx="10"/>
          </p:nvPr>
        </p:nvSpPr>
        <p:spPr>
          <a:xfrm>
            <a:off x="10058399" y="6400800"/>
            <a:ext cx="990600" cy="457200"/>
          </a:xfrm>
        </p:spPr>
        <p:txBody>
          <a:bodyPr rtlCol="0"/>
          <a:lstStyle>
            <a:lvl1pPr>
              <a:defRPr>
                <a:solidFill>
                  <a:schemeClr val="tx1"/>
                </a:solidFill>
                <a:effectLst/>
              </a:defRPr>
            </a:lvl1pPr>
          </a:lstStyle>
          <a:p>
            <a:pPr rtl="0"/>
            <a:r>
              <a:rPr lang="en-US"/>
              <a:t>30/10/2025</a:t>
            </a:r>
            <a:endParaRPr lang="en-US" dirty="0"/>
          </a:p>
        </p:txBody>
      </p:sp>
      <p:sp>
        <p:nvSpPr>
          <p:cNvPr id="7" name="Numer slajdu — symbol zastępczy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49000" y="6400800"/>
            <a:ext cx="990600" cy="457200"/>
          </a:xfrm>
        </p:spPr>
        <p:txBody>
          <a:bodyPr rtlCol="0"/>
          <a:lstStyle/>
          <a:p>
            <a:pPr rtl="0"/>
            <a:fld id="{AEAA3239-9EA4-4A65-A281-97F994456D9F}" type="slidenum">
              <a:rPr lang="en-US" smtClean="0"/>
              <a:t>‹#›</a:t>
            </a:fld>
            <a:endParaRPr lang="en-US" dirty="0"/>
          </a:p>
        </p:txBody>
      </p:sp>
      <p:cxnSp>
        <p:nvCxnSpPr>
          <p:cNvPr id="4" name="Łącznik prosty 3">
            <a:extLst>
              <a:ext uri="{FF2B5EF4-FFF2-40B4-BE49-F238E27FC236}">
                <a16:creationId xmlns:a16="http://schemas.microsoft.com/office/drawing/2014/main" id="{722B7EA7-2EEF-FFC6-041D-2A5C43637244}"/>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841250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Zawartość z obrazem 3">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AF3BB49-A328-F121-7F27-DEB7C3CC2B0F}"/>
              </a:ext>
            </a:extLst>
          </p:cNvPr>
          <p:cNvSpPr>
            <a:spLocks noGrp="1"/>
          </p:cNvSpPr>
          <p:nvPr>
            <p:ph type="title"/>
          </p:nvPr>
        </p:nvSpPr>
        <p:spPr>
          <a:xfrm>
            <a:off x="1147762" y="4495800"/>
            <a:ext cx="3209368" cy="1447800"/>
          </a:xfrm>
        </p:spPr>
        <p:txBody>
          <a:bodyPr rtlCol="0" anchor="t">
            <a:normAutofit/>
          </a:bodyPr>
          <a:lstStyle>
            <a:lvl1pPr>
              <a:defRPr sz="3600"/>
            </a:lvl1pPr>
          </a:lstStyle>
          <a:p>
            <a:pPr rtl="0"/>
            <a:r>
              <a:rPr lang="pl"/>
              <a:t>Kliknij, aby edytować styl wzorca tytułu</a:t>
            </a:r>
          </a:p>
        </p:txBody>
      </p:sp>
      <p:sp>
        <p:nvSpPr>
          <p:cNvPr id="11" name="Obraz — symbol zastępczy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143000" y="685799"/>
            <a:ext cx="9901238" cy="3595045"/>
          </a:xfrm>
          <a:prstGeom prst="roundRect">
            <a:avLst/>
          </a:prstGeom>
          <a:blipFill dpi="0" rotWithShape="1">
            <a:blip r:embed="rId2" cstate="email">
              <a:alphaModFix amt="60000"/>
              <a:extLst>
                <a:ext uri="{28A0092B-C50C-407E-A947-70E740481C1C}">
                  <a14:useLocalDpi xmlns:a14="http://schemas.microsoft.com/office/drawing/2010/main"/>
                </a:ext>
              </a:extLst>
            </a:blip>
            <a:srcRect/>
            <a:stretch>
              <a:fillRect/>
            </a:stretch>
          </a:blipFill>
        </p:spPr>
        <p:txBody>
          <a:bodyPr rtlCol="0"/>
          <a:lstStyle>
            <a:lvl1pPr marL="0" indent="0">
              <a:buNone/>
              <a:defRPr/>
            </a:lvl1pPr>
          </a:lstStyle>
          <a:p>
            <a:pPr rtl="0"/>
            <a:r>
              <a:rPr lang="pl"/>
              <a:t>   </a:t>
            </a:r>
          </a:p>
        </p:txBody>
      </p:sp>
      <p:sp>
        <p:nvSpPr>
          <p:cNvPr id="8" name="Zawartość — symbol zastępczy 7">
            <a:extLst>
              <a:ext uri="{FF2B5EF4-FFF2-40B4-BE49-F238E27FC236}">
                <a16:creationId xmlns:a16="http://schemas.microsoft.com/office/drawing/2014/main" id="{C3D15418-1E32-0501-0E66-54FC2DD08E39}"/>
              </a:ext>
            </a:extLst>
          </p:cNvPr>
          <p:cNvSpPr>
            <a:spLocks noGrp="1"/>
          </p:cNvSpPr>
          <p:nvPr>
            <p:ph sz="quarter" idx="14"/>
          </p:nvPr>
        </p:nvSpPr>
        <p:spPr>
          <a:xfrm>
            <a:off x="4572087" y="4495800"/>
            <a:ext cx="6476914" cy="1430536"/>
          </a:xfrm>
        </p:spPr>
        <p:txBody>
          <a:bodyPr vert="horz" lIns="91440" tIns="45720" rIns="91440" bIns="45720" rtlCol="0">
            <a:normAutofit/>
          </a:bodyPr>
          <a:lstStyle>
            <a:lvl1pPr marL="0" indent="0">
              <a:spcBef>
                <a:spcPts val="0"/>
              </a:spcBef>
              <a:buNone/>
              <a:defRPr lang="en-US" dirty="0"/>
            </a:lvl1pPr>
            <a:lvl2pPr marL="228600" indent="0">
              <a:spcBef>
                <a:spcPts val="0"/>
              </a:spcBef>
              <a:buNone/>
              <a:defRPr lang="en-US" dirty="0"/>
            </a:lvl2pPr>
            <a:lvl3pPr marL="457200" indent="0">
              <a:spcBef>
                <a:spcPts val="0"/>
              </a:spcBef>
              <a:buNone/>
              <a:defRPr lang="en-US" dirty="0"/>
            </a:lvl3pPr>
            <a:lvl4pPr marL="685800" indent="0">
              <a:spcBef>
                <a:spcPts val="0"/>
              </a:spcBef>
              <a:buNone/>
              <a:defRPr lang="en-US" dirty="0"/>
            </a:lvl4pPr>
            <a:lvl5pPr marL="914400" indent="0">
              <a:spcBef>
                <a:spcPts val="0"/>
              </a:spcBef>
              <a:buNone/>
              <a:defRPr lang="en-US" dirty="0"/>
            </a:lvl5pPr>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endParaRPr lang="en-US" dirty="0"/>
          </a:p>
        </p:txBody>
      </p:sp>
      <p:sp>
        <p:nvSpPr>
          <p:cNvPr id="6" name="Stopka — symbol zastępczy 5">
            <a:extLst>
              <a:ext uri="{FF2B5EF4-FFF2-40B4-BE49-F238E27FC236}">
                <a16:creationId xmlns:a16="http://schemas.microsoft.com/office/drawing/2014/main" id="{C2BDD5A2-CE3E-3215-6DAA-F75C0D1229DA}"/>
              </a:ext>
            </a:extLst>
          </p:cNvPr>
          <p:cNvSpPr>
            <a:spLocks noGrp="1"/>
          </p:cNvSpPr>
          <p:nvPr>
            <p:ph type="ftr" sz="quarter" idx="11"/>
          </p:nvPr>
        </p:nvSpPr>
        <p:spPr/>
        <p:txBody>
          <a:bodyPr rtlCol="0"/>
          <a:lstStyle/>
          <a:p>
            <a:pPr rtl="0"/>
            <a:r>
              <a:rPr lang="pl"/>
              <a:t>Przykładowy tekst stopki</a:t>
            </a:r>
          </a:p>
        </p:txBody>
      </p:sp>
      <p:sp>
        <p:nvSpPr>
          <p:cNvPr id="5" name="Data — symbol zastępczy 4">
            <a:extLst>
              <a:ext uri="{FF2B5EF4-FFF2-40B4-BE49-F238E27FC236}">
                <a16:creationId xmlns:a16="http://schemas.microsoft.com/office/drawing/2014/main" id="{897D0B7E-1A60-DA52-6965-92412B1C2F9F}"/>
              </a:ext>
            </a:extLst>
          </p:cNvPr>
          <p:cNvSpPr>
            <a:spLocks noGrp="1"/>
          </p:cNvSpPr>
          <p:nvPr>
            <p:ph type="dt" sz="half" idx="10"/>
          </p:nvPr>
        </p:nvSpPr>
        <p:spPr>
          <a:xfrm>
            <a:off x="10058401" y="6400800"/>
            <a:ext cx="990599" cy="457200"/>
          </a:xfrm>
        </p:spPr>
        <p:txBody>
          <a:bodyPr rtlCol="0"/>
          <a:lstStyle/>
          <a:p>
            <a:pPr rtl="0"/>
            <a:r>
              <a:rPr lang="en-US"/>
              <a:t>30/10/2025</a:t>
            </a:r>
            <a:endParaRPr lang="en-US" dirty="0"/>
          </a:p>
        </p:txBody>
      </p:sp>
      <p:sp>
        <p:nvSpPr>
          <p:cNvPr id="7" name="Numer slajdu — symbol zastępczy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rtlCol="0"/>
          <a:lstStyle/>
          <a:p>
            <a:pPr rtl="0"/>
            <a:fld id="{AEAA3239-9EA4-4A65-A281-97F994456D9F}" type="slidenum">
              <a:rPr lang="en-US" smtClean="0"/>
              <a:t>‹#›</a:t>
            </a:fld>
            <a:endParaRPr lang="en-US" dirty="0"/>
          </a:p>
        </p:txBody>
      </p:sp>
      <p:cxnSp>
        <p:nvCxnSpPr>
          <p:cNvPr id="3" name="Łącznik prosty 2">
            <a:extLst>
              <a:ext uri="{FF2B5EF4-FFF2-40B4-BE49-F238E27FC236}">
                <a16:creationId xmlns:a16="http://schemas.microsoft.com/office/drawing/2014/main" id="{C9A47364-66B2-3B4D-6600-100245734C9A}"/>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6410755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Zawartość z obrazem 4">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AF3BB49-A328-F121-7F27-DEB7C3CC2B0F}"/>
              </a:ext>
            </a:extLst>
          </p:cNvPr>
          <p:cNvSpPr>
            <a:spLocks noGrp="1"/>
          </p:cNvSpPr>
          <p:nvPr>
            <p:ph type="title"/>
          </p:nvPr>
        </p:nvSpPr>
        <p:spPr>
          <a:xfrm>
            <a:off x="7417489" y="685799"/>
            <a:ext cx="3620525" cy="927545"/>
          </a:xfrm>
        </p:spPr>
        <p:txBody>
          <a:bodyPr rtlCol="0" anchor="t">
            <a:normAutofit/>
          </a:bodyPr>
          <a:lstStyle>
            <a:lvl1pPr>
              <a:defRPr sz="3600"/>
            </a:lvl1pPr>
          </a:lstStyle>
          <a:p>
            <a:pPr rtl="0"/>
            <a:r>
              <a:rPr lang="pl"/>
              <a:t>Kliknij, aby edytować styl wzorca tytułu</a:t>
            </a:r>
          </a:p>
        </p:txBody>
      </p:sp>
      <p:sp>
        <p:nvSpPr>
          <p:cNvPr id="11" name="Obraz — symbol zastępczy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143000" y="685800"/>
            <a:ext cx="5562600" cy="5257800"/>
          </a:xfrm>
          <a:prstGeom prst="roundRect">
            <a:avLst/>
          </a:prstGeom>
          <a:blipFill dpi="0" rotWithShape="1">
            <a:blip r:embed="rId2" cstate="email">
              <a:alphaModFix amt="60000"/>
              <a:extLst>
                <a:ext uri="{28A0092B-C50C-407E-A947-70E740481C1C}">
                  <a14:useLocalDpi xmlns:a14="http://schemas.microsoft.com/office/drawing/2010/main"/>
                </a:ext>
              </a:extLst>
            </a:blip>
            <a:srcRect/>
            <a:stretch>
              <a:fillRect/>
            </a:stretch>
          </a:blipFill>
        </p:spPr>
        <p:txBody>
          <a:bodyPr rtlCol="0"/>
          <a:lstStyle>
            <a:lvl1pPr marL="0" indent="0">
              <a:buNone/>
              <a:defRPr/>
            </a:lvl1pPr>
          </a:lstStyle>
          <a:p>
            <a:pPr rtl="0"/>
            <a:r>
              <a:rPr lang="pl"/>
              <a:t>   </a:t>
            </a:r>
          </a:p>
        </p:txBody>
      </p:sp>
      <p:sp>
        <p:nvSpPr>
          <p:cNvPr id="8" name="Zawartość — symbol zastępczy 7">
            <a:extLst>
              <a:ext uri="{FF2B5EF4-FFF2-40B4-BE49-F238E27FC236}">
                <a16:creationId xmlns:a16="http://schemas.microsoft.com/office/drawing/2014/main" id="{747AED59-1A26-9C13-8482-7857E7DEFE52}"/>
              </a:ext>
            </a:extLst>
          </p:cNvPr>
          <p:cNvSpPr>
            <a:spLocks noGrp="1"/>
          </p:cNvSpPr>
          <p:nvPr>
            <p:ph sz="quarter" idx="14"/>
          </p:nvPr>
        </p:nvSpPr>
        <p:spPr>
          <a:xfrm>
            <a:off x="7417617" y="1828299"/>
            <a:ext cx="3620524" cy="4115301"/>
          </a:xfrm>
        </p:spPr>
        <p:txBody>
          <a:bodyPr rtlCol="0"/>
          <a:lstStyle>
            <a:lvl1pPr>
              <a:spcBef>
                <a:spcPts val="0"/>
              </a:spcBef>
              <a:defRPr/>
            </a:lvl1pPr>
            <a:lvl2pPr>
              <a:spcBef>
                <a:spcPts val="0"/>
              </a:spcBef>
              <a:defRPr/>
            </a:lvl2pPr>
            <a:lvl3pPr>
              <a:spcBef>
                <a:spcPts val="0"/>
              </a:spcBef>
              <a:defRPr/>
            </a:lvl3pPr>
            <a:lvl4pPr>
              <a:spcBef>
                <a:spcPts val="0"/>
              </a:spcBef>
              <a:defRPr/>
            </a:lvl4pPr>
            <a:lvl5pPr>
              <a:spcBef>
                <a:spcPts val="0"/>
              </a:spcBef>
              <a:defRPr/>
            </a:lvl5pPr>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p>
        </p:txBody>
      </p:sp>
      <p:sp>
        <p:nvSpPr>
          <p:cNvPr id="9" name="Stopka — symbol zastępczy 8">
            <a:extLst>
              <a:ext uri="{FF2B5EF4-FFF2-40B4-BE49-F238E27FC236}">
                <a16:creationId xmlns:a16="http://schemas.microsoft.com/office/drawing/2014/main" id="{B09198F5-FF38-389C-E060-120AC6301809}"/>
              </a:ext>
            </a:extLst>
          </p:cNvPr>
          <p:cNvSpPr>
            <a:spLocks noGrp="1"/>
          </p:cNvSpPr>
          <p:nvPr>
            <p:ph type="ftr" sz="quarter" idx="16"/>
          </p:nvPr>
        </p:nvSpPr>
        <p:spPr>
          <a:xfrm>
            <a:off x="152401" y="6400800"/>
            <a:ext cx="5943599" cy="457200"/>
          </a:xfrm>
        </p:spPr>
        <p:txBody>
          <a:bodyPr rtlCol="0"/>
          <a:lstStyle/>
          <a:p>
            <a:pPr rtl="0"/>
            <a:r>
              <a:rPr lang="pl"/>
              <a:t>Przykładowy tekst stopki</a:t>
            </a:r>
          </a:p>
        </p:txBody>
      </p:sp>
      <p:sp>
        <p:nvSpPr>
          <p:cNvPr id="4" name="Data — symbol zastępczy 3">
            <a:extLst>
              <a:ext uri="{FF2B5EF4-FFF2-40B4-BE49-F238E27FC236}">
                <a16:creationId xmlns:a16="http://schemas.microsoft.com/office/drawing/2014/main" id="{15305F20-8340-4F06-2EA5-4D05FFED4587}"/>
              </a:ext>
            </a:extLst>
          </p:cNvPr>
          <p:cNvSpPr>
            <a:spLocks noGrp="1"/>
          </p:cNvSpPr>
          <p:nvPr>
            <p:ph type="dt" sz="half" idx="15"/>
          </p:nvPr>
        </p:nvSpPr>
        <p:spPr>
          <a:xfrm>
            <a:off x="10036428" y="6400800"/>
            <a:ext cx="1001586" cy="457200"/>
          </a:xfrm>
        </p:spPr>
        <p:txBody>
          <a:bodyPr rtlCol="0"/>
          <a:lstStyle/>
          <a:p>
            <a:pPr rtl="0"/>
            <a:r>
              <a:rPr lang="en-US"/>
              <a:t>30/10/2025</a:t>
            </a:r>
            <a:endParaRPr lang="en-US" dirty="0"/>
          </a:p>
        </p:txBody>
      </p:sp>
      <p:sp>
        <p:nvSpPr>
          <p:cNvPr id="10" name="Numer slajdu — symbol zastępczy 9">
            <a:extLst>
              <a:ext uri="{FF2B5EF4-FFF2-40B4-BE49-F238E27FC236}">
                <a16:creationId xmlns:a16="http://schemas.microsoft.com/office/drawing/2014/main" id="{4963CA08-6B63-DC1E-8CB3-C323C9040122}"/>
              </a:ext>
            </a:extLst>
          </p:cNvPr>
          <p:cNvSpPr>
            <a:spLocks noGrp="1"/>
          </p:cNvSpPr>
          <p:nvPr>
            <p:ph type="sldNum" sz="quarter" idx="17"/>
          </p:nvPr>
        </p:nvSpPr>
        <p:spPr>
          <a:xfrm>
            <a:off x="11038014" y="6400800"/>
            <a:ext cx="1001586" cy="457200"/>
          </a:xfrm>
        </p:spPr>
        <p:txBody>
          <a:bodyPr rtlCol="0"/>
          <a:lstStyle/>
          <a:p>
            <a:pPr rtl="0"/>
            <a:fld id="{AEAA3239-9EA4-4A65-A281-97F994456D9F}" type="slidenum">
              <a:rPr lang="en-US" smtClean="0"/>
              <a:t>‹#›</a:t>
            </a:fld>
            <a:endParaRPr lang="en-US" dirty="0"/>
          </a:p>
        </p:txBody>
      </p:sp>
      <p:cxnSp>
        <p:nvCxnSpPr>
          <p:cNvPr id="3" name="Łącznik prosty 2">
            <a:extLst>
              <a:ext uri="{FF2B5EF4-FFF2-40B4-BE49-F238E27FC236}">
                <a16:creationId xmlns:a16="http://schemas.microsoft.com/office/drawing/2014/main" id="{CA7BBF56-9F54-91F7-8B07-3836137799C1}"/>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712650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Zawartość z obrazem 5">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AF3BB49-A328-F121-7F27-DEB7C3CC2B0F}"/>
              </a:ext>
            </a:extLst>
          </p:cNvPr>
          <p:cNvSpPr>
            <a:spLocks noGrp="1"/>
          </p:cNvSpPr>
          <p:nvPr>
            <p:ph type="title"/>
          </p:nvPr>
        </p:nvSpPr>
        <p:spPr>
          <a:xfrm>
            <a:off x="1142999" y="685800"/>
            <a:ext cx="3620524" cy="927544"/>
          </a:xfrm>
        </p:spPr>
        <p:txBody>
          <a:bodyPr rtlCol="0" anchor="t">
            <a:normAutofit/>
          </a:bodyPr>
          <a:lstStyle>
            <a:lvl1pPr>
              <a:defRPr sz="3600"/>
            </a:lvl1pPr>
          </a:lstStyle>
          <a:p>
            <a:pPr rtl="0"/>
            <a:r>
              <a:rPr lang="pl"/>
              <a:t>Kliknij, aby edytować styl wzorca tytułu</a:t>
            </a:r>
          </a:p>
        </p:txBody>
      </p:sp>
      <p:sp>
        <p:nvSpPr>
          <p:cNvPr id="7" name="Zawartość — symbol zastępczy 7">
            <a:extLst>
              <a:ext uri="{FF2B5EF4-FFF2-40B4-BE49-F238E27FC236}">
                <a16:creationId xmlns:a16="http://schemas.microsoft.com/office/drawing/2014/main" id="{A46DECC9-7986-BB68-7725-C840C27A8E91}"/>
              </a:ext>
            </a:extLst>
          </p:cNvPr>
          <p:cNvSpPr>
            <a:spLocks noGrp="1"/>
          </p:cNvSpPr>
          <p:nvPr>
            <p:ph sz="quarter" idx="18"/>
          </p:nvPr>
        </p:nvSpPr>
        <p:spPr>
          <a:xfrm>
            <a:off x="1143000" y="1828299"/>
            <a:ext cx="3620524" cy="4115301"/>
          </a:xfrm>
        </p:spPr>
        <p:txBody>
          <a:bodyPr rtlCol="0"/>
          <a:lstStyle>
            <a:lvl1pPr>
              <a:spcBef>
                <a:spcPts val="0"/>
              </a:spcBef>
              <a:defRPr/>
            </a:lvl1pPr>
            <a:lvl2pPr>
              <a:spcBef>
                <a:spcPts val="0"/>
              </a:spcBef>
              <a:defRPr/>
            </a:lvl2pPr>
            <a:lvl3pPr>
              <a:spcBef>
                <a:spcPts val="0"/>
              </a:spcBef>
              <a:defRPr/>
            </a:lvl3pPr>
            <a:lvl4pPr>
              <a:spcBef>
                <a:spcPts val="0"/>
              </a:spcBef>
              <a:defRPr/>
            </a:lvl4pPr>
            <a:lvl5pPr>
              <a:spcBef>
                <a:spcPts val="0"/>
              </a:spcBef>
              <a:defRPr/>
            </a:lvl5pPr>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p>
        </p:txBody>
      </p:sp>
      <p:sp>
        <p:nvSpPr>
          <p:cNvPr id="6" name="Obraz — symbol zastępczy 10">
            <a:extLst>
              <a:ext uri="{FF2B5EF4-FFF2-40B4-BE49-F238E27FC236}">
                <a16:creationId xmlns:a16="http://schemas.microsoft.com/office/drawing/2014/main" id="{47AACE2C-717B-D303-9874-EEBCB1CCD937}"/>
              </a:ext>
            </a:extLst>
          </p:cNvPr>
          <p:cNvSpPr>
            <a:spLocks noGrp="1"/>
          </p:cNvSpPr>
          <p:nvPr>
            <p:ph type="pic" sz="quarter" idx="13" hasCustomPrompt="1"/>
          </p:nvPr>
        </p:nvSpPr>
        <p:spPr>
          <a:xfrm>
            <a:off x="5486400" y="685800"/>
            <a:ext cx="5562600" cy="5257800"/>
          </a:xfrm>
          <a:prstGeom prst="roundRect">
            <a:avLst/>
          </a:prstGeom>
          <a:blipFill dpi="0" rotWithShape="1">
            <a:blip r:embed="rId2" cstate="email">
              <a:alphaModFix amt="60000"/>
              <a:extLst>
                <a:ext uri="{28A0092B-C50C-407E-A947-70E740481C1C}">
                  <a14:useLocalDpi xmlns:a14="http://schemas.microsoft.com/office/drawing/2010/main"/>
                </a:ext>
              </a:extLst>
            </a:blip>
            <a:srcRect/>
            <a:stretch>
              <a:fillRect/>
            </a:stretch>
          </a:blipFill>
        </p:spPr>
        <p:txBody>
          <a:bodyPr rtlCol="0"/>
          <a:lstStyle>
            <a:lvl1pPr marL="0" indent="0">
              <a:buNone/>
              <a:defRPr/>
            </a:lvl1pPr>
          </a:lstStyle>
          <a:p>
            <a:pPr rtl="0"/>
            <a:r>
              <a:rPr lang="pl"/>
              <a:t>   </a:t>
            </a:r>
          </a:p>
        </p:txBody>
      </p:sp>
      <p:sp>
        <p:nvSpPr>
          <p:cNvPr id="9" name="Stopka — symbol zastępczy 8">
            <a:extLst>
              <a:ext uri="{FF2B5EF4-FFF2-40B4-BE49-F238E27FC236}">
                <a16:creationId xmlns:a16="http://schemas.microsoft.com/office/drawing/2014/main" id="{B09198F5-FF38-389C-E060-120AC6301809}"/>
              </a:ext>
            </a:extLst>
          </p:cNvPr>
          <p:cNvSpPr>
            <a:spLocks noGrp="1"/>
          </p:cNvSpPr>
          <p:nvPr>
            <p:ph type="ftr" sz="quarter" idx="16"/>
          </p:nvPr>
        </p:nvSpPr>
        <p:spPr>
          <a:xfrm>
            <a:off x="152400" y="6400800"/>
            <a:ext cx="5943599" cy="457200"/>
          </a:xfrm>
        </p:spPr>
        <p:txBody>
          <a:bodyPr rtlCol="0"/>
          <a:lstStyle/>
          <a:p>
            <a:pPr rtl="0"/>
            <a:r>
              <a:rPr lang="pl"/>
              <a:t>Przykładowy tekst stopki</a:t>
            </a:r>
          </a:p>
        </p:txBody>
      </p:sp>
      <p:sp>
        <p:nvSpPr>
          <p:cNvPr id="4" name="Data — symbol zastępczy 3">
            <a:extLst>
              <a:ext uri="{FF2B5EF4-FFF2-40B4-BE49-F238E27FC236}">
                <a16:creationId xmlns:a16="http://schemas.microsoft.com/office/drawing/2014/main" id="{15305F20-8340-4F06-2EA5-4D05FFED4587}"/>
              </a:ext>
            </a:extLst>
          </p:cNvPr>
          <p:cNvSpPr>
            <a:spLocks noGrp="1"/>
          </p:cNvSpPr>
          <p:nvPr>
            <p:ph type="dt" sz="half" idx="15"/>
          </p:nvPr>
        </p:nvSpPr>
        <p:spPr>
          <a:xfrm>
            <a:off x="10058401" y="6400800"/>
            <a:ext cx="990598" cy="457200"/>
          </a:xfrm>
        </p:spPr>
        <p:txBody>
          <a:bodyPr rtlCol="0"/>
          <a:lstStyle/>
          <a:p>
            <a:pPr rtl="0"/>
            <a:r>
              <a:rPr lang="en-US"/>
              <a:t>30/10/2025</a:t>
            </a:r>
            <a:endParaRPr lang="en-US" dirty="0"/>
          </a:p>
        </p:txBody>
      </p:sp>
      <p:sp>
        <p:nvSpPr>
          <p:cNvPr id="10" name="Numer slajdu — symbol zastępczy 9">
            <a:extLst>
              <a:ext uri="{FF2B5EF4-FFF2-40B4-BE49-F238E27FC236}">
                <a16:creationId xmlns:a16="http://schemas.microsoft.com/office/drawing/2014/main" id="{4963CA08-6B63-DC1E-8CB3-C323C9040122}"/>
              </a:ext>
            </a:extLst>
          </p:cNvPr>
          <p:cNvSpPr>
            <a:spLocks noGrp="1"/>
          </p:cNvSpPr>
          <p:nvPr>
            <p:ph type="sldNum" sz="quarter" idx="17"/>
          </p:nvPr>
        </p:nvSpPr>
        <p:spPr>
          <a:xfrm>
            <a:off x="11049000" y="6400800"/>
            <a:ext cx="990598" cy="457200"/>
          </a:xfrm>
        </p:spPr>
        <p:txBody>
          <a:bodyPr rtlCol="0"/>
          <a:lstStyle/>
          <a:p>
            <a:pPr rtl="0"/>
            <a:fld id="{AEAA3239-9EA4-4A65-A281-97F994456D9F}" type="slidenum">
              <a:rPr lang="en-US" smtClean="0"/>
              <a:t>‹#›</a:t>
            </a:fld>
            <a:endParaRPr lang="en-US" dirty="0"/>
          </a:p>
        </p:txBody>
      </p:sp>
      <p:cxnSp>
        <p:nvCxnSpPr>
          <p:cNvPr id="3" name="Łącznik prosty 2">
            <a:extLst>
              <a:ext uri="{FF2B5EF4-FFF2-40B4-BE49-F238E27FC236}">
                <a16:creationId xmlns:a16="http://schemas.microsoft.com/office/drawing/2014/main" id="{A1B0D76A-CF8F-ABF7-FD42-BC815738E318}"/>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1028686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Zawartość z obrazem 6">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AF3BB49-A328-F121-7F27-DEB7C3CC2B0F}"/>
              </a:ext>
            </a:extLst>
          </p:cNvPr>
          <p:cNvSpPr>
            <a:spLocks noGrp="1"/>
          </p:cNvSpPr>
          <p:nvPr>
            <p:ph type="title"/>
          </p:nvPr>
        </p:nvSpPr>
        <p:spPr>
          <a:xfrm>
            <a:off x="6492241" y="685800"/>
            <a:ext cx="4546423" cy="914400"/>
          </a:xfrm>
        </p:spPr>
        <p:txBody>
          <a:bodyPr rtlCol="0" anchor="t">
            <a:normAutofit/>
          </a:bodyPr>
          <a:lstStyle>
            <a:lvl1pPr>
              <a:defRPr sz="3600"/>
            </a:lvl1pPr>
          </a:lstStyle>
          <a:p>
            <a:pPr rtl="0"/>
            <a:r>
              <a:rPr lang="pl"/>
              <a:t>Kliknij, aby edytować styl wzorca tytułu</a:t>
            </a:r>
          </a:p>
        </p:txBody>
      </p:sp>
      <p:sp>
        <p:nvSpPr>
          <p:cNvPr id="13" name="Obraz — symbol zastępczy 10">
            <a:extLst>
              <a:ext uri="{FF2B5EF4-FFF2-40B4-BE49-F238E27FC236}">
                <a16:creationId xmlns:a16="http://schemas.microsoft.com/office/drawing/2014/main" id="{373F0A7D-AD36-9BC0-CF3C-1985F174509D}"/>
              </a:ext>
            </a:extLst>
          </p:cNvPr>
          <p:cNvSpPr>
            <a:spLocks noGrp="1"/>
          </p:cNvSpPr>
          <p:nvPr>
            <p:ph type="pic" sz="quarter" idx="15" hasCustomPrompt="1"/>
          </p:nvPr>
        </p:nvSpPr>
        <p:spPr>
          <a:xfrm>
            <a:off x="1153336" y="685800"/>
            <a:ext cx="4637225" cy="5257800"/>
          </a:xfrm>
          <a:prstGeom prst="roundRect">
            <a:avLst/>
          </a:prstGeom>
          <a:blipFill dpi="0" rotWithShape="1">
            <a:blip r:embed="rId2" cstate="email">
              <a:alphaModFix amt="60000"/>
              <a:extLst>
                <a:ext uri="{28A0092B-C50C-407E-A947-70E740481C1C}">
                  <a14:useLocalDpi xmlns:a14="http://schemas.microsoft.com/office/drawing/2010/main"/>
                </a:ext>
              </a:extLst>
            </a:blip>
            <a:srcRect/>
            <a:stretch>
              <a:fillRect/>
            </a:stretch>
          </a:blipFill>
        </p:spPr>
        <p:txBody>
          <a:bodyPr rtlCol="0"/>
          <a:lstStyle>
            <a:lvl1pPr marL="0" indent="0">
              <a:buNone/>
              <a:defRPr/>
            </a:lvl1pPr>
          </a:lstStyle>
          <a:p>
            <a:pPr rtl="0"/>
            <a:r>
              <a:rPr lang="pl"/>
              <a:t>   </a:t>
            </a:r>
          </a:p>
        </p:txBody>
      </p:sp>
      <p:sp>
        <p:nvSpPr>
          <p:cNvPr id="8" name="Zawartość — symbol zastępczy 7">
            <a:extLst>
              <a:ext uri="{FF2B5EF4-FFF2-40B4-BE49-F238E27FC236}">
                <a16:creationId xmlns:a16="http://schemas.microsoft.com/office/drawing/2014/main" id="{7FF0220E-48F8-B4D9-19DE-7B457C3C221C}"/>
              </a:ext>
            </a:extLst>
          </p:cNvPr>
          <p:cNvSpPr>
            <a:spLocks noGrp="1"/>
          </p:cNvSpPr>
          <p:nvPr>
            <p:ph sz="quarter" idx="14"/>
          </p:nvPr>
        </p:nvSpPr>
        <p:spPr>
          <a:xfrm>
            <a:off x="6492241" y="1828300"/>
            <a:ext cx="4556759" cy="4115300"/>
          </a:xfrm>
        </p:spPr>
        <p:txBody>
          <a:bodyPr rtlCol="0"/>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p>
        </p:txBody>
      </p:sp>
      <p:sp>
        <p:nvSpPr>
          <p:cNvPr id="6" name="Stopka — symbol zastępczy 5">
            <a:extLst>
              <a:ext uri="{FF2B5EF4-FFF2-40B4-BE49-F238E27FC236}">
                <a16:creationId xmlns:a16="http://schemas.microsoft.com/office/drawing/2014/main" id="{C2BDD5A2-CE3E-3215-6DAA-F75C0D1229DA}"/>
              </a:ext>
            </a:extLst>
          </p:cNvPr>
          <p:cNvSpPr>
            <a:spLocks noGrp="1"/>
          </p:cNvSpPr>
          <p:nvPr>
            <p:ph type="ftr" sz="quarter" idx="11"/>
          </p:nvPr>
        </p:nvSpPr>
        <p:spPr>
          <a:xfrm>
            <a:off x="152401" y="6404316"/>
            <a:ext cx="5943600" cy="453684"/>
          </a:xfrm>
        </p:spPr>
        <p:txBody>
          <a:bodyPr rtlCol="0"/>
          <a:lstStyle/>
          <a:p>
            <a:pPr rtl="0"/>
            <a:r>
              <a:rPr lang="pl"/>
              <a:t>Przykładowy tekst stopki</a:t>
            </a:r>
          </a:p>
        </p:txBody>
      </p:sp>
      <p:sp>
        <p:nvSpPr>
          <p:cNvPr id="5" name="Data — symbol zastępczy 4">
            <a:extLst>
              <a:ext uri="{FF2B5EF4-FFF2-40B4-BE49-F238E27FC236}">
                <a16:creationId xmlns:a16="http://schemas.microsoft.com/office/drawing/2014/main" id="{897D0B7E-1A60-DA52-6965-92412B1C2F9F}"/>
              </a:ext>
            </a:extLst>
          </p:cNvPr>
          <p:cNvSpPr>
            <a:spLocks noGrp="1"/>
          </p:cNvSpPr>
          <p:nvPr>
            <p:ph type="dt" sz="half" idx="10"/>
          </p:nvPr>
        </p:nvSpPr>
        <p:spPr>
          <a:xfrm>
            <a:off x="10058400" y="6404316"/>
            <a:ext cx="990600" cy="453684"/>
          </a:xfrm>
        </p:spPr>
        <p:txBody>
          <a:bodyPr rtlCol="0"/>
          <a:lstStyle>
            <a:lvl1pPr>
              <a:defRPr>
                <a:solidFill>
                  <a:schemeClr val="tx1"/>
                </a:solidFill>
                <a:effectLst/>
              </a:defRPr>
            </a:lvl1pPr>
          </a:lstStyle>
          <a:p>
            <a:pPr rtl="0"/>
            <a:r>
              <a:rPr lang="en-US"/>
              <a:t>30/10/2025</a:t>
            </a:r>
            <a:endParaRPr lang="en-US" dirty="0"/>
          </a:p>
        </p:txBody>
      </p:sp>
      <p:sp>
        <p:nvSpPr>
          <p:cNvPr id="7" name="Numer slajdu — symbol zastępczy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49000" y="6404316"/>
            <a:ext cx="990600" cy="453684"/>
          </a:xfrm>
        </p:spPr>
        <p:txBody>
          <a:bodyPr rtlCol="0"/>
          <a:lstStyle/>
          <a:p>
            <a:pPr rtl="0"/>
            <a:fld id="{AEAA3239-9EA4-4A65-A281-97F994456D9F}" type="slidenum">
              <a:rPr lang="en-US" smtClean="0"/>
              <a:t>‹#›</a:t>
            </a:fld>
            <a:endParaRPr lang="en-US" dirty="0"/>
          </a:p>
        </p:txBody>
      </p:sp>
      <p:cxnSp>
        <p:nvCxnSpPr>
          <p:cNvPr id="3" name="Łącznik prosty 2">
            <a:extLst>
              <a:ext uri="{FF2B5EF4-FFF2-40B4-BE49-F238E27FC236}">
                <a16:creationId xmlns:a16="http://schemas.microsoft.com/office/drawing/2014/main" id="{520D0403-0661-B304-FC30-17B8CEC938C8}"/>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59894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Zawartość z obrazem 7">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AF3BB49-A328-F121-7F27-DEB7C3CC2B0F}"/>
              </a:ext>
            </a:extLst>
          </p:cNvPr>
          <p:cNvSpPr>
            <a:spLocks noGrp="1"/>
          </p:cNvSpPr>
          <p:nvPr>
            <p:ph type="title"/>
          </p:nvPr>
        </p:nvSpPr>
        <p:spPr>
          <a:xfrm>
            <a:off x="1164740" y="685800"/>
            <a:ext cx="4513154" cy="914400"/>
          </a:xfrm>
        </p:spPr>
        <p:txBody>
          <a:bodyPr rtlCol="0" anchor="t">
            <a:normAutofit/>
          </a:bodyPr>
          <a:lstStyle>
            <a:lvl1pPr>
              <a:defRPr sz="3600"/>
            </a:lvl1pPr>
          </a:lstStyle>
          <a:p>
            <a:pPr rtl="0"/>
            <a:r>
              <a:rPr lang="pl"/>
              <a:t>Kliknij, aby edytować styl wzorca tytułu</a:t>
            </a:r>
            <a:endParaRPr lang="en-US" dirty="0"/>
          </a:p>
        </p:txBody>
      </p:sp>
      <p:sp>
        <p:nvSpPr>
          <p:cNvPr id="16" name="Zawartość — symbol zastępczy 7">
            <a:extLst>
              <a:ext uri="{FF2B5EF4-FFF2-40B4-BE49-F238E27FC236}">
                <a16:creationId xmlns:a16="http://schemas.microsoft.com/office/drawing/2014/main" id="{08C86B72-855F-890D-47EC-5A46EA634C56}"/>
              </a:ext>
            </a:extLst>
          </p:cNvPr>
          <p:cNvSpPr>
            <a:spLocks noGrp="1"/>
          </p:cNvSpPr>
          <p:nvPr>
            <p:ph sz="quarter" idx="14"/>
          </p:nvPr>
        </p:nvSpPr>
        <p:spPr>
          <a:xfrm>
            <a:off x="1164740" y="1828300"/>
            <a:ext cx="4513154" cy="4115300"/>
          </a:xfrm>
        </p:spPr>
        <p:txBody>
          <a:bodyPr rtlCol="0"/>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p>
        </p:txBody>
      </p:sp>
      <p:sp>
        <p:nvSpPr>
          <p:cNvPr id="18" name="Obraz — symbol zastępczy 10">
            <a:extLst>
              <a:ext uri="{FF2B5EF4-FFF2-40B4-BE49-F238E27FC236}">
                <a16:creationId xmlns:a16="http://schemas.microsoft.com/office/drawing/2014/main" id="{CBB37A90-5561-8836-19D2-B4DFB635D8F9}"/>
              </a:ext>
            </a:extLst>
          </p:cNvPr>
          <p:cNvSpPr>
            <a:spLocks noGrp="1"/>
          </p:cNvSpPr>
          <p:nvPr>
            <p:ph type="pic" sz="quarter" idx="15" hasCustomPrompt="1"/>
          </p:nvPr>
        </p:nvSpPr>
        <p:spPr>
          <a:xfrm>
            <a:off x="6389910" y="685800"/>
            <a:ext cx="4637225" cy="5257800"/>
          </a:xfrm>
          <a:prstGeom prst="roundRect">
            <a:avLst/>
          </a:prstGeom>
          <a:blipFill dpi="0" rotWithShape="1">
            <a:blip r:embed="rId2" cstate="email">
              <a:alphaModFix amt="60000"/>
              <a:extLst>
                <a:ext uri="{28A0092B-C50C-407E-A947-70E740481C1C}">
                  <a14:useLocalDpi xmlns:a14="http://schemas.microsoft.com/office/drawing/2010/main"/>
                </a:ext>
              </a:extLst>
            </a:blip>
            <a:srcRect/>
            <a:stretch>
              <a:fillRect/>
            </a:stretch>
          </a:blipFill>
        </p:spPr>
        <p:txBody>
          <a:bodyPr rtlCol="0"/>
          <a:lstStyle>
            <a:lvl1pPr marL="0" indent="0">
              <a:buNone/>
              <a:defRPr/>
            </a:lvl1pPr>
          </a:lstStyle>
          <a:p>
            <a:pPr rtl="0"/>
            <a:r>
              <a:rPr lang="pl"/>
              <a:t>   </a:t>
            </a:r>
          </a:p>
        </p:txBody>
      </p:sp>
      <p:sp>
        <p:nvSpPr>
          <p:cNvPr id="6" name="Stopka — symbol zastępczy 5">
            <a:extLst>
              <a:ext uri="{FF2B5EF4-FFF2-40B4-BE49-F238E27FC236}">
                <a16:creationId xmlns:a16="http://schemas.microsoft.com/office/drawing/2014/main" id="{C2BDD5A2-CE3E-3215-6DAA-F75C0D1229DA}"/>
              </a:ext>
            </a:extLst>
          </p:cNvPr>
          <p:cNvSpPr>
            <a:spLocks noGrp="1"/>
          </p:cNvSpPr>
          <p:nvPr>
            <p:ph type="ftr" sz="quarter" idx="11"/>
          </p:nvPr>
        </p:nvSpPr>
        <p:spPr>
          <a:xfrm>
            <a:off x="152401" y="6400800"/>
            <a:ext cx="5943599" cy="457200"/>
          </a:xfrm>
        </p:spPr>
        <p:txBody>
          <a:bodyPr rtlCol="0"/>
          <a:lstStyle>
            <a:lvl1pPr>
              <a:defRPr>
                <a:solidFill>
                  <a:schemeClr val="tx1"/>
                </a:solidFill>
                <a:effectLst/>
              </a:defRPr>
            </a:lvl1pPr>
          </a:lstStyle>
          <a:p>
            <a:pPr rtl="0"/>
            <a:r>
              <a:rPr lang="pl"/>
              <a:t>Przykładowy tekst stopki</a:t>
            </a:r>
          </a:p>
        </p:txBody>
      </p:sp>
      <p:sp>
        <p:nvSpPr>
          <p:cNvPr id="5" name="Data — symbol zastępczy 4">
            <a:extLst>
              <a:ext uri="{FF2B5EF4-FFF2-40B4-BE49-F238E27FC236}">
                <a16:creationId xmlns:a16="http://schemas.microsoft.com/office/drawing/2014/main" id="{897D0B7E-1A60-DA52-6965-92412B1C2F9F}"/>
              </a:ext>
            </a:extLst>
          </p:cNvPr>
          <p:cNvSpPr>
            <a:spLocks noGrp="1"/>
          </p:cNvSpPr>
          <p:nvPr>
            <p:ph type="dt" sz="half" idx="10"/>
          </p:nvPr>
        </p:nvSpPr>
        <p:spPr>
          <a:xfrm>
            <a:off x="10036535" y="6400800"/>
            <a:ext cx="990600" cy="457200"/>
          </a:xfrm>
        </p:spPr>
        <p:txBody>
          <a:bodyPr rtlCol="0"/>
          <a:lstStyle/>
          <a:p>
            <a:pPr rtl="0"/>
            <a:r>
              <a:rPr lang="en-US"/>
              <a:t>30/10/2025</a:t>
            </a:r>
            <a:endParaRPr lang="en-US" dirty="0"/>
          </a:p>
        </p:txBody>
      </p:sp>
      <p:sp>
        <p:nvSpPr>
          <p:cNvPr id="7" name="Numer slajdu — symbol zastępczy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49000" y="6400800"/>
            <a:ext cx="990599" cy="457200"/>
          </a:xfrm>
        </p:spPr>
        <p:txBody>
          <a:bodyPr rtlCol="0"/>
          <a:lstStyle>
            <a:lvl1pPr>
              <a:defRPr>
                <a:solidFill>
                  <a:schemeClr val="accent1"/>
                </a:solidFill>
                <a:effectLst/>
              </a:defRPr>
            </a:lvl1pPr>
          </a:lstStyle>
          <a:p>
            <a:pPr rtl="0"/>
            <a:fld id="{AEAA3239-9EA4-4A65-A281-97F994456D9F}" type="slidenum">
              <a:rPr lang="en-US" smtClean="0"/>
              <a:pPr/>
              <a:t>‹#›</a:t>
            </a:fld>
            <a:endParaRPr lang="en-US" dirty="0"/>
          </a:p>
        </p:txBody>
      </p:sp>
      <p:cxnSp>
        <p:nvCxnSpPr>
          <p:cNvPr id="3" name="Łącznik prosty 2">
            <a:extLst>
              <a:ext uri="{FF2B5EF4-FFF2-40B4-BE49-F238E27FC236}">
                <a16:creationId xmlns:a16="http://schemas.microsoft.com/office/drawing/2014/main" id="{10804DAD-5BC0-9FC5-EC18-CDBE0EE36A98}"/>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9672450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Zawartość z obrazem 8">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AF3BB49-A328-F121-7F27-DEB7C3CC2B0F}"/>
              </a:ext>
            </a:extLst>
          </p:cNvPr>
          <p:cNvSpPr>
            <a:spLocks noGrp="1"/>
          </p:cNvSpPr>
          <p:nvPr>
            <p:ph type="title"/>
          </p:nvPr>
        </p:nvSpPr>
        <p:spPr>
          <a:xfrm>
            <a:off x="1142999" y="3662043"/>
            <a:ext cx="2667001" cy="2281557"/>
          </a:xfrm>
        </p:spPr>
        <p:txBody>
          <a:bodyPr rtlCol="0" anchor="t">
            <a:normAutofit/>
          </a:bodyPr>
          <a:lstStyle>
            <a:lvl1pPr>
              <a:defRPr sz="3600"/>
            </a:lvl1pPr>
          </a:lstStyle>
          <a:p>
            <a:pPr rtl="0"/>
            <a:r>
              <a:rPr lang="pl"/>
              <a:t>Kliknij, aby edytować styl wzorca tytułu</a:t>
            </a:r>
            <a:endParaRPr lang="en-US" dirty="0"/>
          </a:p>
        </p:txBody>
      </p:sp>
      <p:sp>
        <p:nvSpPr>
          <p:cNvPr id="11" name="Obraz — symbol zastępczy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142999" y="685800"/>
            <a:ext cx="9906001" cy="2757531"/>
          </a:xfrm>
          <a:prstGeom prst="roundRect">
            <a:avLst/>
          </a:prstGeom>
          <a:blipFill dpi="0" rotWithShape="1">
            <a:blip r:embed="rId2" cstate="email">
              <a:alphaModFix amt="60000"/>
              <a:extLst>
                <a:ext uri="{28A0092B-C50C-407E-A947-70E740481C1C}">
                  <a14:useLocalDpi xmlns:a14="http://schemas.microsoft.com/office/drawing/2010/main"/>
                </a:ext>
              </a:extLst>
            </a:blip>
            <a:srcRect/>
            <a:stretch>
              <a:fillRect/>
            </a:stretch>
          </a:blipFill>
        </p:spPr>
        <p:txBody>
          <a:bodyPr rtlCol="0"/>
          <a:lstStyle>
            <a:lvl1pPr marL="0" indent="0">
              <a:buNone/>
              <a:defRPr/>
            </a:lvl1pPr>
          </a:lstStyle>
          <a:p>
            <a:pPr rtl="0"/>
            <a:r>
              <a:rPr lang="pl"/>
              <a:t>   </a:t>
            </a:r>
          </a:p>
        </p:txBody>
      </p:sp>
      <p:sp>
        <p:nvSpPr>
          <p:cNvPr id="8" name="Zawartość — symbol zastępczy 7">
            <a:extLst>
              <a:ext uri="{FF2B5EF4-FFF2-40B4-BE49-F238E27FC236}">
                <a16:creationId xmlns:a16="http://schemas.microsoft.com/office/drawing/2014/main" id="{C3D15418-1E32-0501-0E66-54FC2DD08E39}"/>
              </a:ext>
            </a:extLst>
          </p:cNvPr>
          <p:cNvSpPr>
            <a:spLocks noGrp="1"/>
          </p:cNvSpPr>
          <p:nvPr>
            <p:ph sz="quarter" idx="14"/>
          </p:nvPr>
        </p:nvSpPr>
        <p:spPr>
          <a:xfrm>
            <a:off x="4024956" y="3662043"/>
            <a:ext cx="7024044" cy="2281557"/>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endParaRPr lang="en-US" dirty="0"/>
          </a:p>
        </p:txBody>
      </p:sp>
      <p:sp>
        <p:nvSpPr>
          <p:cNvPr id="6" name="Stopka — symbol zastępczy 5">
            <a:extLst>
              <a:ext uri="{FF2B5EF4-FFF2-40B4-BE49-F238E27FC236}">
                <a16:creationId xmlns:a16="http://schemas.microsoft.com/office/drawing/2014/main" id="{C2BDD5A2-CE3E-3215-6DAA-F75C0D1229DA}"/>
              </a:ext>
            </a:extLst>
          </p:cNvPr>
          <p:cNvSpPr>
            <a:spLocks noGrp="1"/>
          </p:cNvSpPr>
          <p:nvPr>
            <p:ph type="ftr" sz="quarter" idx="11"/>
          </p:nvPr>
        </p:nvSpPr>
        <p:spPr/>
        <p:txBody>
          <a:bodyPr rtlCol="0"/>
          <a:lstStyle/>
          <a:p>
            <a:pPr rtl="0"/>
            <a:r>
              <a:rPr lang="pl"/>
              <a:t>Przykładowy tekst stopki</a:t>
            </a:r>
          </a:p>
        </p:txBody>
      </p:sp>
      <p:sp>
        <p:nvSpPr>
          <p:cNvPr id="5" name="Data — symbol zastępczy 4">
            <a:extLst>
              <a:ext uri="{FF2B5EF4-FFF2-40B4-BE49-F238E27FC236}">
                <a16:creationId xmlns:a16="http://schemas.microsoft.com/office/drawing/2014/main" id="{897D0B7E-1A60-DA52-6965-92412B1C2F9F}"/>
              </a:ext>
            </a:extLst>
          </p:cNvPr>
          <p:cNvSpPr>
            <a:spLocks noGrp="1"/>
          </p:cNvSpPr>
          <p:nvPr>
            <p:ph type="dt" sz="half" idx="10"/>
          </p:nvPr>
        </p:nvSpPr>
        <p:spPr>
          <a:xfrm>
            <a:off x="10058401" y="6400800"/>
            <a:ext cx="990599" cy="457200"/>
          </a:xfrm>
        </p:spPr>
        <p:txBody>
          <a:bodyPr rtlCol="0"/>
          <a:lstStyle/>
          <a:p>
            <a:pPr rtl="0"/>
            <a:r>
              <a:rPr lang="en-US"/>
              <a:t>30/10/2025</a:t>
            </a:r>
            <a:endParaRPr lang="en-US" dirty="0"/>
          </a:p>
        </p:txBody>
      </p:sp>
      <p:sp>
        <p:nvSpPr>
          <p:cNvPr id="7" name="Numer slajdu — symbol zastępczy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rtlCol="0"/>
          <a:lstStyle/>
          <a:p>
            <a:pPr rtl="0"/>
            <a:fld id="{AEAA3239-9EA4-4A65-A281-97F994456D9F}" type="slidenum">
              <a:rPr lang="en-US" smtClean="0"/>
              <a:t>‹#›</a:t>
            </a:fld>
            <a:endParaRPr lang="en-US" dirty="0"/>
          </a:p>
        </p:txBody>
      </p:sp>
      <p:cxnSp>
        <p:nvCxnSpPr>
          <p:cNvPr id="3" name="Łącznik prosty 2">
            <a:extLst>
              <a:ext uri="{FF2B5EF4-FFF2-40B4-BE49-F238E27FC236}">
                <a16:creationId xmlns:a16="http://schemas.microsoft.com/office/drawing/2014/main" id="{F1B40F4D-4FD2-324C-CFF2-ADA23A35CFBC}"/>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985757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Zawartość z obrazem 9">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AF3BB49-A328-F121-7F27-DEB7C3CC2B0F}"/>
              </a:ext>
            </a:extLst>
          </p:cNvPr>
          <p:cNvSpPr>
            <a:spLocks noGrp="1"/>
          </p:cNvSpPr>
          <p:nvPr>
            <p:ph type="title"/>
          </p:nvPr>
        </p:nvSpPr>
        <p:spPr>
          <a:xfrm>
            <a:off x="1143001" y="707477"/>
            <a:ext cx="2743106" cy="2330454"/>
          </a:xfrm>
        </p:spPr>
        <p:txBody>
          <a:bodyPr rtlCol="0" anchor="t">
            <a:normAutofit/>
          </a:bodyPr>
          <a:lstStyle>
            <a:lvl1pPr>
              <a:defRPr sz="3600"/>
            </a:lvl1pPr>
          </a:lstStyle>
          <a:p>
            <a:pPr rtl="0"/>
            <a:r>
              <a:rPr lang="pl"/>
              <a:t>Kliknij, aby edytować styl wzorca tytułu</a:t>
            </a:r>
            <a:endParaRPr lang="en-US" dirty="0"/>
          </a:p>
        </p:txBody>
      </p:sp>
      <p:sp>
        <p:nvSpPr>
          <p:cNvPr id="8" name="Zawartość — symbol zastępczy 7">
            <a:extLst>
              <a:ext uri="{FF2B5EF4-FFF2-40B4-BE49-F238E27FC236}">
                <a16:creationId xmlns:a16="http://schemas.microsoft.com/office/drawing/2014/main" id="{C3D15418-1E32-0501-0E66-54FC2DD08E39}"/>
              </a:ext>
            </a:extLst>
          </p:cNvPr>
          <p:cNvSpPr>
            <a:spLocks noGrp="1"/>
          </p:cNvSpPr>
          <p:nvPr>
            <p:ph sz="quarter" idx="14"/>
          </p:nvPr>
        </p:nvSpPr>
        <p:spPr>
          <a:xfrm>
            <a:off x="4101063" y="707476"/>
            <a:ext cx="6947938" cy="2685824"/>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endParaRPr lang="en-US" dirty="0"/>
          </a:p>
        </p:txBody>
      </p:sp>
      <p:sp>
        <p:nvSpPr>
          <p:cNvPr id="4" name="Obraz — symbol zastępczy 3">
            <a:extLst>
              <a:ext uri="{FF2B5EF4-FFF2-40B4-BE49-F238E27FC236}">
                <a16:creationId xmlns:a16="http://schemas.microsoft.com/office/drawing/2014/main" id="{EDB92F6E-55FC-C88B-734D-26D3B9923E69}"/>
              </a:ext>
            </a:extLst>
          </p:cNvPr>
          <p:cNvSpPr>
            <a:spLocks noGrp="1"/>
          </p:cNvSpPr>
          <p:nvPr>
            <p:ph type="pic" sz="quarter" idx="13" hasCustomPrompt="1"/>
          </p:nvPr>
        </p:nvSpPr>
        <p:spPr>
          <a:xfrm>
            <a:off x="1142999" y="3607498"/>
            <a:ext cx="9906001" cy="2330455"/>
          </a:xfrm>
          <a:prstGeom prst="roundRect">
            <a:avLst/>
          </a:prstGeom>
          <a:blipFill dpi="0" rotWithShape="1">
            <a:blip r:embed="rId2" cstate="email">
              <a:alphaModFix amt="60000"/>
              <a:extLst>
                <a:ext uri="{28A0092B-C50C-407E-A947-70E740481C1C}">
                  <a14:useLocalDpi xmlns:a14="http://schemas.microsoft.com/office/drawing/2010/main"/>
                </a:ext>
              </a:extLst>
            </a:blip>
            <a:srcRect/>
            <a:stretch>
              <a:fillRect/>
            </a:stretch>
          </a:blipFill>
        </p:spPr>
        <p:txBody>
          <a:bodyPr wrap="square" rtlCol="0">
            <a:noAutofit/>
          </a:bodyPr>
          <a:lstStyle>
            <a:lvl1pPr marL="0" indent="0">
              <a:buNone/>
              <a:defRPr/>
            </a:lvl1pPr>
          </a:lstStyle>
          <a:p>
            <a:pPr rtl="0"/>
            <a:r>
              <a:rPr lang="pl"/>
              <a:t>   </a:t>
            </a:r>
          </a:p>
        </p:txBody>
      </p:sp>
      <p:sp>
        <p:nvSpPr>
          <p:cNvPr id="6" name="Stopka — symbol zastępczy 5">
            <a:extLst>
              <a:ext uri="{FF2B5EF4-FFF2-40B4-BE49-F238E27FC236}">
                <a16:creationId xmlns:a16="http://schemas.microsoft.com/office/drawing/2014/main" id="{C2BDD5A2-CE3E-3215-6DAA-F75C0D1229DA}"/>
              </a:ext>
            </a:extLst>
          </p:cNvPr>
          <p:cNvSpPr>
            <a:spLocks noGrp="1"/>
          </p:cNvSpPr>
          <p:nvPr>
            <p:ph type="ftr" sz="quarter" idx="11"/>
          </p:nvPr>
        </p:nvSpPr>
        <p:spPr>
          <a:xfrm>
            <a:off x="152400" y="6400800"/>
            <a:ext cx="5943600" cy="457200"/>
          </a:xfrm>
        </p:spPr>
        <p:txBody>
          <a:bodyPr rtlCol="0"/>
          <a:lstStyle/>
          <a:p>
            <a:pPr rtl="0"/>
            <a:r>
              <a:rPr lang="pl"/>
              <a:t>Przykładowy tekst stopki</a:t>
            </a:r>
          </a:p>
        </p:txBody>
      </p:sp>
      <p:sp>
        <p:nvSpPr>
          <p:cNvPr id="5" name="Data — symbol zastępczy 4">
            <a:extLst>
              <a:ext uri="{FF2B5EF4-FFF2-40B4-BE49-F238E27FC236}">
                <a16:creationId xmlns:a16="http://schemas.microsoft.com/office/drawing/2014/main" id="{897D0B7E-1A60-DA52-6965-92412B1C2F9F}"/>
              </a:ext>
            </a:extLst>
          </p:cNvPr>
          <p:cNvSpPr>
            <a:spLocks noGrp="1"/>
          </p:cNvSpPr>
          <p:nvPr>
            <p:ph type="dt" sz="half" idx="10"/>
          </p:nvPr>
        </p:nvSpPr>
        <p:spPr>
          <a:xfrm>
            <a:off x="10058401" y="6400800"/>
            <a:ext cx="990600" cy="457200"/>
          </a:xfrm>
        </p:spPr>
        <p:txBody>
          <a:bodyPr rtlCol="0"/>
          <a:lstStyle/>
          <a:p>
            <a:pPr rtl="0"/>
            <a:r>
              <a:rPr lang="en-US"/>
              <a:t>30/10/2025</a:t>
            </a:r>
            <a:endParaRPr lang="en-US" dirty="0"/>
          </a:p>
        </p:txBody>
      </p:sp>
      <p:sp>
        <p:nvSpPr>
          <p:cNvPr id="7" name="Numer slajdu — symbol zastępczy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49000" y="6400800"/>
            <a:ext cx="990599" cy="457200"/>
          </a:xfrm>
        </p:spPr>
        <p:txBody>
          <a:bodyPr rtlCol="0"/>
          <a:lstStyle/>
          <a:p>
            <a:pPr rtl="0"/>
            <a:fld id="{AEAA3239-9EA4-4A65-A281-97F994456D9F}" type="slidenum">
              <a:rPr lang="en-US" smtClean="0"/>
              <a:t>‹#›</a:t>
            </a:fld>
            <a:endParaRPr lang="en-US" dirty="0"/>
          </a:p>
        </p:txBody>
      </p:sp>
      <p:cxnSp>
        <p:nvCxnSpPr>
          <p:cNvPr id="3" name="Łącznik prosty 2">
            <a:extLst>
              <a:ext uri="{FF2B5EF4-FFF2-40B4-BE49-F238E27FC236}">
                <a16:creationId xmlns:a16="http://schemas.microsoft.com/office/drawing/2014/main" id="{0F6F4162-8B6A-031F-A186-63503EB5CF2B}"/>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3755603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Zawartość z obrazem 10">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AF3BB49-A328-F121-7F27-DEB7C3CC2B0F}"/>
              </a:ext>
            </a:extLst>
          </p:cNvPr>
          <p:cNvSpPr>
            <a:spLocks noGrp="1"/>
          </p:cNvSpPr>
          <p:nvPr>
            <p:ph type="title"/>
          </p:nvPr>
        </p:nvSpPr>
        <p:spPr>
          <a:xfrm>
            <a:off x="1142999" y="685801"/>
            <a:ext cx="2667001" cy="5257800"/>
          </a:xfrm>
        </p:spPr>
        <p:txBody>
          <a:bodyPr rtlCol="0" anchor="ctr">
            <a:normAutofit/>
          </a:bodyPr>
          <a:lstStyle>
            <a:lvl1pPr>
              <a:defRPr sz="3600"/>
            </a:lvl1pPr>
          </a:lstStyle>
          <a:p>
            <a:pPr rtl="0"/>
            <a:r>
              <a:rPr lang="pl"/>
              <a:t>Kliknij, aby edytować styl wzorca tytułu</a:t>
            </a:r>
            <a:endParaRPr lang="en-US" dirty="0"/>
          </a:p>
        </p:txBody>
      </p:sp>
      <p:sp>
        <p:nvSpPr>
          <p:cNvPr id="11" name="Obraz — symbol zastępczy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4024956" y="685800"/>
            <a:ext cx="7024044" cy="2757531"/>
          </a:xfrm>
          <a:prstGeom prst="roundRect">
            <a:avLst/>
          </a:prstGeom>
          <a:blipFill dpi="0" rotWithShape="1">
            <a:blip r:embed="rId2" cstate="email">
              <a:alphaModFix amt="60000"/>
              <a:extLst>
                <a:ext uri="{28A0092B-C50C-407E-A947-70E740481C1C}">
                  <a14:useLocalDpi xmlns:a14="http://schemas.microsoft.com/office/drawing/2010/main"/>
                </a:ext>
              </a:extLst>
            </a:blip>
            <a:srcRect/>
            <a:stretch>
              <a:fillRect/>
            </a:stretch>
          </a:blipFill>
        </p:spPr>
        <p:txBody>
          <a:bodyPr rtlCol="0"/>
          <a:lstStyle>
            <a:lvl1pPr marL="0" indent="0">
              <a:buNone/>
              <a:defRPr/>
            </a:lvl1pPr>
          </a:lstStyle>
          <a:p>
            <a:pPr rtl="0"/>
            <a:r>
              <a:rPr lang="pl"/>
              <a:t>   </a:t>
            </a:r>
          </a:p>
        </p:txBody>
      </p:sp>
      <p:sp>
        <p:nvSpPr>
          <p:cNvPr id="8" name="Zawartość — symbol zastępczy 7">
            <a:extLst>
              <a:ext uri="{FF2B5EF4-FFF2-40B4-BE49-F238E27FC236}">
                <a16:creationId xmlns:a16="http://schemas.microsoft.com/office/drawing/2014/main" id="{C3D15418-1E32-0501-0E66-54FC2DD08E39}"/>
              </a:ext>
            </a:extLst>
          </p:cNvPr>
          <p:cNvSpPr>
            <a:spLocks noGrp="1"/>
          </p:cNvSpPr>
          <p:nvPr>
            <p:ph sz="quarter" idx="14"/>
          </p:nvPr>
        </p:nvSpPr>
        <p:spPr>
          <a:xfrm>
            <a:off x="4024956" y="3662043"/>
            <a:ext cx="7024044" cy="2281557"/>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endParaRPr lang="en-US" dirty="0"/>
          </a:p>
        </p:txBody>
      </p:sp>
      <p:sp>
        <p:nvSpPr>
          <p:cNvPr id="6" name="Stopka — symbol zastępczy 5">
            <a:extLst>
              <a:ext uri="{FF2B5EF4-FFF2-40B4-BE49-F238E27FC236}">
                <a16:creationId xmlns:a16="http://schemas.microsoft.com/office/drawing/2014/main" id="{C2BDD5A2-CE3E-3215-6DAA-F75C0D1229DA}"/>
              </a:ext>
            </a:extLst>
          </p:cNvPr>
          <p:cNvSpPr>
            <a:spLocks noGrp="1"/>
          </p:cNvSpPr>
          <p:nvPr>
            <p:ph type="ftr" sz="quarter" idx="11"/>
          </p:nvPr>
        </p:nvSpPr>
        <p:spPr/>
        <p:txBody>
          <a:bodyPr rtlCol="0"/>
          <a:lstStyle/>
          <a:p>
            <a:pPr rtl="0"/>
            <a:r>
              <a:rPr lang="pl"/>
              <a:t>Przykładowy tekst stopki</a:t>
            </a:r>
          </a:p>
        </p:txBody>
      </p:sp>
      <p:sp>
        <p:nvSpPr>
          <p:cNvPr id="5" name="Data — symbol zastępczy 4">
            <a:extLst>
              <a:ext uri="{FF2B5EF4-FFF2-40B4-BE49-F238E27FC236}">
                <a16:creationId xmlns:a16="http://schemas.microsoft.com/office/drawing/2014/main" id="{897D0B7E-1A60-DA52-6965-92412B1C2F9F}"/>
              </a:ext>
            </a:extLst>
          </p:cNvPr>
          <p:cNvSpPr>
            <a:spLocks noGrp="1"/>
          </p:cNvSpPr>
          <p:nvPr>
            <p:ph type="dt" sz="half" idx="10"/>
          </p:nvPr>
        </p:nvSpPr>
        <p:spPr>
          <a:xfrm>
            <a:off x="10058401" y="6400800"/>
            <a:ext cx="990599" cy="457200"/>
          </a:xfrm>
        </p:spPr>
        <p:txBody>
          <a:bodyPr rtlCol="0"/>
          <a:lstStyle/>
          <a:p>
            <a:pPr rtl="0"/>
            <a:r>
              <a:rPr lang="en-US"/>
              <a:t>30/10/2025</a:t>
            </a:r>
            <a:endParaRPr lang="en-US" dirty="0"/>
          </a:p>
        </p:txBody>
      </p:sp>
      <p:sp>
        <p:nvSpPr>
          <p:cNvPr id="7" name="Numer slajdu — symbol zastępczy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rtlCol="0"/>
          <a:lstStyle/>
          <a:p>
            <a:pPr rtl="0"/>
            <a:fld id="{AEAA3239-9EA4-4A65-A281-97F994456D9F}" type="slidenum">
              <a:rPr lang="en-US" smtClean="0"/>
              <a:t>‹#›</a:t>
            </a:fld>
            <a:endParaRPr lang="en-US" dirty="0"/>
          </a:p>
        </p:txBody>
      </p:sp>
      <p:cxnSp>
        <p:nvCxnSpPr>
          <p:cNvPr id="3" name="Łącznik prosty 2">
            <a:extLst>
              <a:ext uri="{FF2B5EF4-FFF2-40B4-BE49-F238E27FC236}">
                <a16:creationId xmlns:a16="http://schemas.microsoft.com/office/drawing/2014/main" id="{D12BAF7E-DB4B-FC77-1D4B-2907E790CFE1}"/>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3393297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Zawartość z obrazem 11">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AF3BB49-A328-F121-7F27-DEB7C3CC2B0F}"/>
              </a:ext>
            </a:extLst>
          </p:cNvPr>
          <p:cNvSpPr>
            <a:spLocks noGrp="1"/>
          </p:cNvSpPr>
          <p:nvPr>
            <p:ph type="title"/>
          </p:nvPr>
        </p:nvSpPr>
        <p:spPr>
          <a:xfrm>
            <a:off x="5304553" y="702859"/>
            <a:ext cx="5744447" cy="909869"/>
          </a:xfrm>
        </p:spPr>
        <p:txBody>
          <a:bodyPr rtlCol="0" anchor="t"/>
          <a:lstStyle/>
          <a:p>
            <a:pPr rtl="0"/>
            <a:r>
              <a:rPr lang="pl"/>
              <a:t>Kliknij, aby edytować styl wzorca tytułu</a:t>
            </a:r>
            <a:endParaRPr lang="en-US" dirty="0"/>
          </a:p>
        </p:txBody>
      </p:sp>
      <p:sp>
        <p:nvSpPr>
          <p:cNvPr id="14" name="Obraz — symbol zastępczy 13">
            <a:extLst>
              <a:ext uri="{FF2B5EF4-FFF2-40B4-BE49-F238E27FC236}">
                <a16:creationId xmlns:a16="http://schemas.microsoft.com/office/drawing/2014/main" id="{0F6718FE-EF5C-5023-A98D-91BFEF2C0337}"/>
              </a:ext>
            </a:extLst>
          </p:cNvPr>
          <p:cNvSpPr>
            <a:spLocks noGrp="1"/>
          </p:cNvSpPr>
          <p:nvPr>
            <p:ph type="pic" sz="quarter" idx="13" hasCustomPrompt="1"/>
          </p:nvPr>
        </p:nvSpPr>
        <p:spPr>
          <a:xfrm>
            <a:off x="1143000" y="702859"/>
            <a:ext cx="3417453" cy="5240741"/>
          </a:xfrm>
          <a:prstGeom prst="roundRect">
            <a:avLst/>
          </a:prstGeom>
          <a:blipFill dpi="0" rotWithShape="1">
            <a:blip r:embed="rId2" cstate="email">
              <a:alphaModFix amt="60000"/>
              <a:extLst>
                <a:ext uri="{28A0092B-C50C-407E-A947-70E740481C1C}">
                  <a14:useLocalDpi xmlns:a14="http://schemas.microsoft.com/office/drawing/2010/main"/>
                </a:ext>
              </a:extLst>
            </a:blip>
            <a:srcRect/>
            <a:stretch>
              <a:fillRect/>
            </a:stretch>
          </a:blipFill>
        </p:spPr>
        <p:txBody>
          <a:bodyPr wrap="square" rtlCol="0">
            <a:noAutofit/>
          </a:bodyPr>
          <a:lstStyle>
            <a:lvl1pPr marL="0" indent="0">
              <a:buNone/>
              <a:defRPr/>
            </a:lvl1pPr>
          </a:lstStyle>
          <a:p>
            <a:pPr rtl="0"/>
            <a:r>
              <a:rPr lang="pl"/>
              <a:t>   </a:t>
            </a:r>
          </a:p>
        </p:txBody>
      </p:sp>
      <p:sp>
        <p:nvSpPr>
          <p:cNvPr id="8" name="Zawartość — symbol zastępczy 7">
            <a:extLst>
              <a:ext uri="{FF2B5EF4-FFF2-40B4-BE49-F238E27FC236}">
                <a16:creationId xmlns:a16="http://schemas.microsoft.com/office/drawing/2014/main" id="{818B74D6-CD72-B859-C229-60DB988B25E3}"/>
              </a:ext>
            </a:extLst>
          </p:cNvPr>
          <p:cNvSpPr>
            <a:spLocks noGrp="1"/>
          </p:cNvSpPr>
          <p:nvPr>
            <p:ph sz="quarter" idx="14"/>
          </p:nvPr>
        </p:nvSpPr>
        <p:spPr>
          <a:xfrm>
            <a:off x="5305739" y="1828299"/>
            <a:ext cx="5737784" cy="4115301"/>
          </a:xfrm>
        </p:spPr>
        <p:txBody>
          <a:bodyPr rtlCol="0"/>
          <a:lstStyle>
            <a:lvl1pPr>
              <a:spcBef>
                <a:spcPts val="0"/>
              </a:spcBef>
              <a:defRPr/>
            </a:lvl1pPr>
            <a:lvl2pPr>
              <a:spcBef>
                <a:spcPts val="0"/>
              </a:spcBef>
              <a:defRPr/>
            </a:lvl2pPr>
            <a:lvl3pPr>
              <a:spcBef>
                <a:spcPts val="0"/>
              </a:spcBef>
              <a:defRPr/>
            </a:lvl3pPr>
            <a:lvl4pPr>
              <a:spcBef>
                <a:spcPts val="0"/>
              </a:spcBef>
              <a:defRPr/>
            </a:lvl4pPr>
            <a:lvl5pPr>
              <a:spcBef>
                <a:spcPts val="0"/>
              </a:spcBef>
              <a:defRPr/>
            </a:lvl5pPr>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endParaRPr lang="en-US" dirty="0"/>
          </a:p>
        </p:txBody>
      </p:sp>
      <p:sp>
        <p:nvSpPr>
          <p:cNvPr id="9" name="Stopka — symbol zastępczy 8">
            <a:extLst>
              <a:ext uri="{FF2B5EF4-FFF2-40B4-BE49-F238E27FC236}">
                <a16:creationId xmlns:a16="http://schemas.microsoft.com/office/drawing/2014/main" id="{C65BFCB1-FAA8-D03A-3B62-DCB2CF1CA112}"/>
              </a:ext>
            </a:extLst>
          </p:cNvPr>
          <p:cNvSpPr>
            <a:spLocks noGrp="1"/>
          </p:cNvSpPr>
          <p:nvPr>
            <p:ph type="ftr" sz="quarter" idx="16"/>
          </p:nvPr>
        </p:nvSpPr>
        <p:spPr>
          <a:xfrm>
            <a:off x="152401" y="6400800"/>
            <a:ext cx="5943600" cy="457200"/>
          </a:xfrm>
        </p:spPr>
        <p:txBody>
          <a:bodyPr rtlCol="0"/>
          <a:lstStyle/>
          <a:p>
            <a:pPr rtl="0"/>
            <a:r>
              <a:rPr lang="pl"/>
              <a:t>Przykładowy tekst stopki</a:t>
            </a:r>
          </a:p>
        </p:txBody>
      </p:sp>
      <p:sp>
        <p:nvSpPr>
          <p:cNvPr id="4" name="Data — symbol zastępczy 3">
            <a:extLst>
              <a:ext uri="{FF2B5EF4-FFF2-40B4-BE49-F238E27FC236}">
                <a16:creationId xmlns:a16="http://schemas.microsoft.com/office/drawing/2014/main" id="{1E742B5C-5438-96A4-4A2A-AE939906F8A4}"/>
              </a:ext>
            </a:extLst>
          </p:cNvPr>
          <p:cNvSpPr>
            <a:spLocks noGrp="1"/>
          </p:cNvSpPr>
          <p:nvPr>
            <p:ph type="dt" sz="half" idx="15"/>
          </p:nvPr>
        </p:nvSpPr>
        <p:spPr>
          <a:xfrm>
            <a:off x="10052921" y="6400800"/>
            <a:ext cx="990601" cy="457200"/>
          </a:xfrm>
        </p:spPr>
        <p:txBody>
          <a:bodyPr rtlCol="0"/>
          <a:lstStyle/>
          <a:p>
            <a:pPr rtl="0"/>
            <a:r>
              <a:rPr lang="en-US"/>
              <a:t>30/10/2025</a:t>
            </a:r>
            <a:endParaRPr lang="en-US" dirty="0"/>
          </a:p>
        </p:txBody>
      </p:sp>
      <p:sp>
        <p:nvSpPr>
          <p:cNvPr id="10" name="Numer slajdu — symbol zastępczy 9">
            <a:extLst>
              <a:ext uri="{FF2B5EF4-FFF2-40B4-BE49-F238E27FC236}">
                <a16:creationId xmlns:a16="http://schemas.microsoft.com/office/drawing/2014/main" id="{0A608994-46CD-AAE0-DCC4-A59D26254D84}"/>
              </a:ext>
            </a:extLst>
          </p:cNvPr>
          <p:cNvSpPr>
            <a:spLocks noGrp="1"/>
          </p:cNvSpPr>
          <p:nvPr>
            <p:ph type="sldNum" sz="quarter" idx="17"/>
          </p:nvPr>
        </p:nvSpPr>
        <p:spPr>
          <a:xfrm>
            <a:off x="11049000" y="6400800"/>
            <a:ext cx="990600" cy="457200"/>
          </a:xfrm>
        </p:spPr>
        <p:txBody>
          <a:bodyPr rtlCol="0"/>
          <a:lstStyle/>
          <a:p>
            <a:pPr rtl="0"/>
            <a:fld id="{AEAA3239-9EA4-4A65-A281-97F994456D9F}" type="slidenum">
              <a:rPr lang="en-US" smtClean="0"/>
              <a:t>‹#›</a:t>
            </a:fld>
            <a:endParaRPr lang="en-US" dirty="0"/>
          </a:p>
        </p:txBody>
      </p:sp>
      <p:cxnSp>
        <p:nvCxnSpPr>
          <p:cNvPr id="3" name="Łącznik prosty 2">
            <a:extLst>
              <a:ext uri="{FF2B5EF4-FFF2-40B4-BE49-F238E27FC236}">
                <a16:creationId xmlns:a16="http://schemas.microsoft.com/office/drawing/2014/main" id="{0234F062-E526-E361-D4BD-72E769199F9A}"/>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7079973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Zawartość z obrazem 12">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AF3BB49-A328-F121-7F27-DEB7C3CC2B0F}"/>
              </a:ext>
            </a:extLst>
          </p:cNvPr>
          <p:cNvSpPr>
            <a:spLocks noGrp="1"/>
          </p:cNvSpPr>
          <p:nvPr>
            <p:ph type="title"/>
          </p:nvPr>
        </p:nvSpPr>
        <p:spPr>
          <a:xfrm>
            <a:off x="1143000" y="702859"/>
            <a:ext cx="5744448" cy="894860"/>
          </a:xfrm>
        </p:spPr>
        <p:txBody>
          <a:bodyPr rtlCol="0" anchor="b"/>
          <a:lstStyle/>
          <a:p>
            <a:pPr rtl="0"/>
            <a:r>
              <a:rPr lang="pl"/>
              <a:t>Kliknij, aby edytować styl wzorca tytułu</a:t>
            </a:r>
          </a:p>
        </p:txBody>
      </p:sp>
      <p:sp>
        <p:nvSpPr>
          <p:cNvPr id="8" name="Zawartość — symbol zastępczy 7">
            <a:extLst>
              <a:ext uri="{FF2B5EF4-FFF2-40B4-BE49-F238E27FC236}">
                <a16:creationId xmlns:a16="http://schemas.microsoft.com/office/drawing/2014/main" id="{07755DB3-9272-8E5E-039F-AC14A2C07898}"/>
              </a:ext>
            </a:extLst>
          </p:cNvPr>
          <p:cNvSpPr>
            <a:spLocks noGrp="1"/>
          </p:cNvSpPr>
          <p:nvPr>
            <p:ph sz="quarter" idx="14"/>
          </p:nvPr>
        </p:nvSpPr>
        <p:spPr>
          <a:xfrm>
            <a:off x="1143000" y="1843924"/>
            <a:ext cx="5744447" cy="4099676"/>
          </a:xfrm>
        </p:spPr>
        <p:txBody>
          <a:bodyPr rtlCol="0"/>
          <a:lstStyle>
            <a:lvl1pPr>
              <a:spcBef>
                <a:spcPts val="0"/>
              </a:spcBef>
              <a:defRPr/>
            </a:lvl1pPr>
            <a:lvl2pPr>
              <a:spcBef>
                <a:spcPts val="0"/>
              </a:spcBef>
              <a:defRPr/>
            </a:lvl2pPr>
            <a:lvl3pPr>
              <a:spcBef>
                <a:spcPts val="0"/>
              </a:spcBef>
              <a:defRPr/>
            </a:lvl3pPr>
            <a:lvl4pPr>
              <a:spcBef>
                <a:spcPts val="0"/>
              </a:spcBef>
              <a:defRPr/>
            </a:lvl4pPr>
            <a:lvl5pPr>
              <a:spcBef>
                <a:spcPts val="0"/>
              </a:spcBef>
              <a:defRPr/>
            </a:lvl5pPr>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p>
        </p:txBody>
      </p:sp>
      <p:sp>
        <p:nvSpPr>
          <p:cNvPr id="3" name="Obraz — symbol zastępczy 13">
            <a:extLst>
              <a:ext uri="{FF2B5EF4-FFF2-40B4-BE49-F238E27FC236}">
                <a16:creationId xmlns:a16="http://schemas.microsoft.com/office/drawing/2014/main" id="{D5B6C620-74FA-0279-5BC5-97091F2D268B}"/>
              </a:ext>
            </a:extLst>
          </p:cNvPr>
          <p:cNvSpPr>
            <a:spLocks noGrp="1"/>
          </p:cNvSpPr>
          <p:nvPr>
            <p:ph type="pic" sz="quarter" idx="13" hasCustomPrompt="1"/>
          </p:nvPr>
        </p:nvSpPr>
        <p:spPr>
          <a:xfrm>
            <a:off x="7631547" y="702859"/>
            <a:ext cx="3417453" cy="5240741"/>
          </a:xfrm>
          <a:prstGeom prst="roundRect">
            <a:avLst/>
          </a:prstGeom>
          <a:blipFill dpi="0" rotWithShape="1">
            <a:blip r:embed="rId2" cstate="email">
              <a:alphaModFix amt="60000"/>
              <a:extLst>
                <a:ext uri="{28A0092B-C50C-407E-A947-70E740481C1C}">
                  <a14:useLocalDpi xmlns:a14="http://schemas.microsoft.com/office/drawing/2010/main"/>
                </a:ext>
              </a:extLst>
            </a:blip>
            <a:srcRect/>
            <a:stretch>
              <a:fillRect/>
            </a:stretch>
          </a:blipFill>
        </p:spPr>
        <p:txBody>
          <a:bodyPr wrap="square" rtlCol="0">
            <a:noAutofit/>
          </a:bodyPr>
          <a:lstStyle>
            <a:lvl1pPr marL="0" indent="0">
              <a:buNone/>
              <a:defRPr/>
            </a:lvl1pPr>
          </a:lstStyle>
          <a:p>
            <a:pPr rtl="0"/>
            <a:r>
              <a:rPr lang="pl"/>
              <a:t>   </a:t>
            </a:r>
          </a:p>
        </p:txBody>
      </p:sp>
      <p:sp>
        <p:nvSpPr>
          <p:cNvPr id="10" name="Stopka — symbol zastępczy 9">
            <a:extLst>
              <a:ext uri="{FF2B5EF4-FFF2-40B4-BE49-F238E27FC236}">
                <a16:creationId xmlns:a16="http://schemas.microsoft.com/office/drawing/2014/main" id="{4515DEC4-C967-ABFB-73CF-0A90335332A4}"/>
              </a:ext>
            </a:extLst>
          </p:cNvPr>
          <p:cNvSpPr>
            <a:spLocks noGrp="1"/>
          </p:cNvSpPr>
          <p:nvPr>
            <p:ph type="ftr" sz="quarter" idx="16"/>
          </p:nvPr>
        </p:nvSpPr>
        <p:spPr>
          <a:xfrm>
            <a:off x="152400" y="6400800"/>
            <a:ext cx="5943600" cy="457200"/>
          </a:xfrm>
        </p:spPr>
        <p:txBody>
          <a:bodyPr rtlCol="0"/>
          <a:lstStyle/>
          <a:p>
            <a:pPr rtl="0"/>
            <a:r>
              <a:rPr lang="pl"/>
              <a:t>Przykładowy tekst stopki</a:t>
            </a:r>
          </a:p>
        </p:txBody>
      </p:sp>
      <p:sp>
        <p:nvSpPr>
          <p:cNvPr id="9" name="Data — symbol zastępczy 8">
            <a:extLst>
              <a:ext uri="{FF2B5EF4-FFF2-40B4-BE49-F238E27FC236}">
                <a16:creationId xmlns:a16="http://schemas.microsoft.com/office/drawing/2014/main" id="{81177663-FC76-DF36-EEB7-5BE4C6C82F3A}"/>
              </a:ext>
            </a:extLst>
          </p:cNvPr>
          <p:cNvSpPr>
            <a:spLocks noGrp="1"/>
          </p:cNvSpPr>
          <p:nvPr>
            <p:ph type="dt" sz="half" idx="15"/>
          </p:nvPr>
        </p:nvSpPr>
        <p:spPr>
          <a:xfrm>
            <a:off x="10058399" y="6400800"/>
            <a:ext cx="990600" cy="457200"/>
          </a:xfrm>
        </p:spPr>
        <p:txBody>
          <a:bodyPr rtlCol="0"/>
          <a:lstStyle/>
          <a:p>
            <a:pPr rtl="0"/>
            <a:r>
              <a:rPr lang="en-US"/>
              <a:t>30/10/2025</a:t>
            </a:r>
            <a:endParaRPr lang="en-US" dirty="0"/>
          </a:p>
        </p:txBody>
      </p:sp>
      <p:sp>
        <p:nvSpPr>
          <p:cNvPr id="12" name="Numer slajdu — symbol zastępczy 11">
            <a:extLst>
              <a:ext uri="{FF2B5EF4-FFF2-40B4-BE49-F238E27FC236}">
                <a16:creationId xmlns:a16="http://schemas.microsoft.com/office/drawing/2014/main" id="{A5A5085F-BE80-B110-AA1F-9DD0919E27D7}"/>
              </a:ext>
            </a:extLst>
          </p:cNvPr>
          <p:cNvSpPr>
            <a:spLocks noGrp="1"/>
          </p:cNvSpPr>
          <p:nvPr>
            <p:ph type="sldNum" sz="quarter" idx="17"/>
          </p:nvPr>
        </p:nvSpPr>
        <p:spPr>
          <a:xfrm>
            <a:off x="11049000" y="6400800"/>
            <a:ext cx="990600" cy="457200"/>
          </a:xfrm>
        </p:spPr>
        <p:txBody>
          <a:bodyPr rtlCol="0"/>
          <a:lstStyle/>
          <a:p>
            <a:pPr rtl="0"/>
            <a:fld id="{AEAA3239-9EA4-4A65-A281-97F994456D9F}" type="slidenum">
              <a:rPr lang="en-US" smtClean="0"/>
              <a:t>‹#›</a:t>
            </a:fld>
            <a:endParaRPr lang="en-US" dirty="0"/>
          </a:p>
        </p:txBody>
      </p:sp>
      <p:cxnSp>
        <p:nvCxnSpPr>
          <p:cNvPr id="4" name="Łącznik prosty 3">
            <a:extLst>
              <a:ext uri="{FF2B5EF4-FFF2-40B4-BE49-F238E27FC236}">
                <a16:creationId xmlns:a16="http://schemas.microsoft.com/office/drawing/2014/main" id="{7CD60DA1-4793-4BB1-35F1-0A144685020B}"/>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63857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Zawartość z obrazem 13">
    <p:bg>
      <p:bgPr>
        <a:solidFill>
          <a:schemeClr val="bg2"/>
        </a:solidFill>
        <a:effectLst/>
      </p:bgPr>
    </p:bg>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AF3BB49-A328-F121-7F27-DEB7C3CC2B0F}"/>
              </a:ext>
            </a:extLst>
          </p:cNvPr>
          <p:cNvSpPr>
            <a:spLocks noGrp="1"/>
          </p:cNvSpPr>
          <p:nvPr>
            <p:ph type="title"/>
          </p:nvPr>
        </p:nvSpPr>
        <p:spPr>
          <a:xfrm>
            <a:off x="1143001" y="685799"/>
            <a:ext cx="9905999" cy="948457"/>
          </a:xfrm>
        </p:spPr>
        <p:txBody>
          <a:bodyPr rtlCol="0" anchor="t"/>
          <a:lstStyle/>
          <a:p>
            <a:pPr rtl="0"/>
            <a:r>
              <a:rPr lang="pl"/>
              <a:t>Kliknij, aby edytować styl wzorca tytułu</a:t>
            </a:r>
            <a:endParaRPr lang="en-US" dirty="0"/>
          </a:p>
        </p:txBody>
      </p:sp>
      <p:sp>
        <p:nvSpPr>
          <p:cNvPr id="8" name="Zawartość — symbol zastępczy 7">
            <a:extLst>
              <a:ext uri="{FF2B5EF4-FFF2-40B4-BE49-F238E27FC236}">
                <a16:creationId xmlns:a16="http://schemas.microsoft.com/office/drawing/2014/main" id="{07755DB3-9272-8E5E-039F-AC14A2C07898}"/>
              </a:ext>
            </a:extLst>
          </p:cNvPr>
          <p:cNvSpPr>
            <a:spLocks noGrp="1"/>
          </p:cNvSpPr>
          <p:nvPr>
            <p:ph sz="quarter" idx="14"/>
          </p:nvPr>
        </p:nvSpPr>
        <p:spPr>
          <a:xfrm>
            <a:off x="1170936" y="1849212"/>
            <a:ext cx="4569056" cy="4094387"/>
          </a:xfrm>
        </p:spPr>
        <p:txBody>
          <a:bodyPr rtlCol="0"/>
          <a:lstStyle>
            <a:lvl1pPr>
              <a:spcBef>
                <a:spcPts val="0"/>
              </a:spcBef>
              <a:defRPr/>
            </a:lvl1pPr>
            <a:lvl2pPr>
              <a:spcBef>
                <a:spcPts val="0"/>
              </a:spcBef>
              <a:defRPr/>
            </a:lvl2pPr>
            <a:lvl3pPr>
              <a:spcBef>
                <a:spcPts val="0"/>
              </a:spcBef>
              <a:defRPr/>
            </a:lvl3pPr>
            <a:lvl4pPr>
              <a:spcBef>
                <a:spcPts val="0"/>
              </a:spcBef>
              <a:defRPr/>
            </a:lvl4pPr>
            <a:lvl5pPr>
              <a:spcBef>
                <a:spcPts val="0"/>
              </a:spcBef>
              <a:defRPr/>
            </a:lvl5pPr>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endParaRPr lang="en-US" dirty="0"/>
          </a:p>
        </p:txBody>
      </p:sp>
      <p:sp>
        <p:nvSpPr>
          <p:cNvPr id="12" name="Obraz — symbol zastępczy 11">
            <a:extLst>
              <a:ext uri="{FF2B5EF4-FFF2-40B4-BE49-F238E27FC236}">
                <a16:creationId xmlns:a16="http://schemas.microsoft.com/office/drawing/2014/main" id="{96F64025-FA05-CC42-8294-F944BC95DD00}"/>
              </a:ext>
            </a:extLst>
          </p:cNvPr>
          <p:cNvSpPr>
            <a:spLocks noGrp="1"/>
          </p:cNvSpPr>
          <p:nvPr>
            <p:ph type="pic" sz="quarter" idx="13" hasCustomPrompt="1"/>
          </p:nvPr>
        </p:nvSpPr>
        <p:spPr>
          <a:xfrm>
            <a:off x="6452008" y="1849212"/>
            <a:ext cx="4596992" cy="4094388"/>
          </a:xfrm>
          <a:prstGeom prst="roundRect">
            <a:avLst/>
          </a:prstGeom>
          <a:blipFill dpi="0" rotWithShape="1">
            <a:blip r:embed="rId2" cstate="email">
              <a:alphaModFix amt="60000"/>
              <a:extLst>
                <a:ext uri="{28A0092B-C50C-407E-A947-70E740481C1C}">
                  <a14:useLocalDpi xmlns:a14="http://schemas.microsoft.com/office/drawing/2010/main"/>
                </a:ext>
              </a:extLst>
            </a:blip>
            <a:srcRect/>
            <a:stretch>
              <a:fillRect/>
            </a:stretch>
          </a:blipFill>
        </p:spPr>
        <p:txBody>
          <a:bodyPr vert="horz" wrap="square" lIns="91440" tIns="45720" rIns="91440" bIns="45720" rtlCol="0">
            <a:noAutofit/>
          </a:bodyPr>
          <a:lstStyle>
            <a:lvl1pPr>
              <a:defRPr lang="en-US" dirty="0"/>
            </a:lvl1pPr>
          </a:lstStyle>
          <a:p>
            <a:pPr marL="0" lvl="0" indent="0" rtl="0">
              <a:buNone/>
            </a:pPr>
            <a:r>
              <a:rPr lang="pl"/>
              <a:t>   </a:t>
            </a:r>
          </a:p>
        </p:txBody>
      </p:sp>
      <p:sp>
        <p:nvSpPr>
          <p:cNvPr id="9" name="Stopka — symbol zastępczy 8">
            <a:extLst>
              <a:ext uri="{FF2B5EF4-FFF2-40B4-BE49-F238E27FC236}">
                <a16:creationId xmlns:a16="http://schemas.microsoft.com/office/drawing/2014/main" id="{820916D3-99FA-E971-607F-14E290E58854}"/>
              </a:ext>
            </a:extLst>
          </p:cNvPr>
          <p:cNvSpPr>
            <a:spLocks noGrp="1"/>
          </p:cNvSpPr>
          <p:nvPr>
            <p:ph type="ftr" sz="quarter" idx="16"/>
          </p:nvPr>
        </p:nvSpPr>
        <p:spPr>
          <a:xfrm>
            <a:off x="152401" y="6400800"/>
            <a:ext cx="5943599" cy="457200"/>
          </a:xfrm>
        </p:spPr>
        <p:txBody>
          <a:bodyPr rtlCol="0"/>
          <a:lstStyle/>
          <a:p>
            <a:pPr rtl="0"/>
            <a:r>
              <a:rPr lang="pl"/>
              <a:t>Przykładowy tekst stopki</a:t>
            </a:r>
          </a:p>
        </p:txBody>
      </p:sp>
      <p:sp>
        <p:nvSpPr>
          <p:cNvPr id="4" name="Data — symbol zastępczy 3">
            <a:extLst>
              <a:ext uri="{FF2B5EF4-FFF2-40B4-BE49-F238E27FC236}">
                <a16:creationId xmlns:a16="http://schemas.microsoft.com/office/drawing/2014/main" id="{9F3CAD5B-18BB-E21E-3A4C-7BAACB8519A4}"/>
              </a:ext>
            </a:extLst>
          </p:cNvPr>
          <p:cNvSpPr>
            <a:spLocks noGrp="1"/>
          </p:cNvSpPr>
          <p:nvPr>
            <p:ph type="dt" sz="half" idx="15"/>
          </p:nvPr>
        </p:nvSpPr>
        <p:spPr>
          <a:xfrm>
            <a:off x="10058401" y="6400800"/>
            <a:ext cx="990599" cy="457200"/>
          </a:xfrm>
        </p:spPr>
        <p:txBody>
          <a:bodyPr rtlCol="0"/>
          <a:lstStyle/>
          <a:p>
            <a:pPr rtl="0"/>
            <a:r>
              <a:rPr lang="en-US"/>
              <a:t>30/10/2025</a:t>
            </a:r>
            <a:endParaRPr lang="en-US" dirty="0"/>
          </a:p>
        </p:txBody>
      </p:sp>
      <p:sp>
        <p:nvSpPr>
          <p:cNvPr id="10" name="Numer slajdu — symbol zastępczy 9">
            <a:extLst>
              <a:ext uri="{FF2B5EF4-FFF2-40B4-BE49-F238E27FC236}">
                <a16:creationId xmlns:a16="http://schemas.microsoft.com/office/drawing/2014/main" id="{BBDEAB8E-8806-A459-E320-4CA2B455BFD7}"/>
              </a:ext>
            </a:extLst>
          </p:cNvPr>
          <p:cNvSpPr>
            <a:spLocks noGrp="1"/>
          </p:cNvSpPr>
          <p:nvPr>
            <p:ph type="sldNum" sz="quarter" idx="17"/>
          </p:nvPr>
        </p:nvSpPr>
        <p:spPr>
          <a:xfrm>
            <a:off x="11049000" y="6400800"/>
            <a:ext cx="990599" cy="457200"/>
          </a:xfrm>
        </p:spPr>
        <p:txBody>
          <a:bodyPr rtlCol="0"/>
          <a:lstStyle/>
          <a:p>
            <a:pPr rtl="0"/>
            <a:fld id="{AEAA3239-9EA4-4A65-A281-97F994456D9F}" type="slidenum">
              <a:rPr lang="en-US" smtClean="0"/>
              <a:t>‹#›</a:t>
            </a:fld>
            <a:endParaRPr lang="en-US" dirty="0"/>
          </a:p>
        </p:txBody>
      </p:sp>
      <p:cxnSp>
        <p:nvCxnSpPr>
          <p:cNvPr id="3" name="Łącznik prosty 2">
            <a:extLst>
              <a:ext uri="{FF2B5EF4-FFF2-40B4-BE49-F238E27FC236}">
                <a16:creationId xmlns:a16="http://schemas.microsoft.com/office/drawing/2014/main" id="{9177AF9D-3C1B-C06E-8ED0-0E93CB299E0C}"/>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4594919"/>
      </p:ext>
    </p:extLst>
  </p:cSld>
  <p:clrMapOvr>
    <a:overrideClrMapping bg1="lt1" tx1="dk1" bg2="lt2" tx2="dk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Zawartość z obrazem 14">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AF3BB49-A328-F121-7F27-DEB7C3CC2B0F}"/>
              </a:ext>
            </a:extLst>
          </p:cNvPr>
          <p:cNvSpPr>
            <a:spLocks noGrp="1"/>
          </p:cNvSpPr>
          <p:nvPr>
            <p:ph type="title"/>
          </p:nvPr>
        </p:nvSpPr>
        <p:spPr>
          <a:xfrm>
            <a:off x="1143000" y="685800"/>
            <a:ext cx="9906000" cy="948458"/>
          </a:xfrm>
        </p:spPr>
        <p:txBody>
          <a:bodyPr rtlCol="0" anchor="t"/>
          <a:lstStyle/>
          <a:p>
            <a:pPr rtl="0"/>
            <a:r>
              <a:rPr lang="pl"/>
              <a:t>Kliknij, aby edytować styl wzorca tytułu</a:t>
            </a:r>
            <a:endParaRPr lang="en-US" dirty="0"/>
          </a:p>
        </p:txBody>
      </p:sp>
      <p:sp>
        <p:nvSpPr>
          <p:cNvPr id="8" name="Zawartość — symbol zastępczy 7">
            <a:extLst>
              <a:ext uri="{FF2B5EF4-FFF2-40B4-BE49-F238E27FC236}">
                <a16:creationId xmlns:a16="http://schemas.microsoft.com/office/drawing/2014/main" id="{07755DB3-9272-8E5E-039F-AC14A2C07898}"/>
              </a:ext>
            </a:extLst>
          </p:cNvPr>
          <p:cNvSpPr>
            <a:spLocks noGrp="1"/>
          </p:cNvSpPr>
          <p:nvPr>
            <p:ph sz="quarter" idx="14"/>
          </p:nvPr>
        </p:nvSpPr>
        <p:spPr>
          <a:xfrm>
            <a:off x="1143000" y="1849213"/>
            <a:ext cx="3886200" cy="4094387"/>
          </a:xfrm>
        </p:spPr>
        <p:txBody>
          <a:bodyPr rtlCol="0"/>
          <a:lstStyle>
            <a:lvl1pPr>
              <a:spcBef>
                <a:spcPts val="0"/>
              </a:spcBef>
              <a:defRPr/>
            </a:lvl1pPr>
            <a:lvl2pPr>
              <a:spcBef>
                <a:spcPts val="0"/>
              </a:spcBef>
              <a:defRPr/>
            </a:lvl2pPr>
            <a:lvl3pPr>
              <a:spcBef>
                <a:spcPts val="0"/>
              </a:spcBef>
              <a:defRPr/>
            </a:lvl3pPr>
            <a:lvl4pPr>
              <a:spcBef>
                <a:spcPts val="0"/>
              </a:spcBef>
              <a:defRPr/>
            </a:lvl4pPr>
            <a:lvl5pPr>
              <a:spcBef>
                <a:spcPts val="0"/>
              </a:spcBef>
              <a:defRPr/>
            </a:lvl5pPr>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endParaRPr lang="en-US" dirty="0"/>
          </a:p>
        </p:txBody>
      </p:sp>
      <p:sp>
        <p:nvSpPr>
          <p:cNvPr id="6" name="Obraz — symbol zastępczy 5">
            <a:extLst>
              <a:ext uri="{FF2B5EF4-FFF2-40B4-BE49-F238E27FC236}">
                <a16:creationId xmlns:a16="http://schemas.microsoft.com/office/drawing/2014/main" id="{71A5194B-746E-D0FD-A7D1-71D10560BCCE}"/>
              </a:ext>
            </a:extLst>
          </p:cNvPr>
          <p:cNvSpPr>
            <a:spLocks noGrp="1"/>
          </p:cNvSpPr>
          <p:nvPr>
            <p:ph type="pic" sz="quarter" idx="13" hasCustomPrompt="1"/>
          </p:nvPr>
        </p:nvSpPr>
        <p:spPr>
          <a:xfrm>
            <a:off x="5741216" y="1849213"/>
            <a:ext cx="5307785" cy="4094387"/>
          </a:xfrm>
          <a:prstGeom prst="roundRect">
            <a:avLst/>
          </a:prstGeom>
          <a:blipFill dpi="0" rotWithShape="1">
            <a:blip r:embed="rId2" cstate="email">
              <a:alphaModFix amt="60000"/>
              <a:extLst>
                <a:ext uri="{28A0092B-C50C-407E-A947-70E740481C1C}">
                  <a14:useLocalDpi xmlns:a14="http://schemas.microsoft.com/office/drawing/2010/main"/>
                </a:ext>
              </a:extLst>
            </a:blip>
            <a:srcRect/>
            <a:stretch>
              <a:fillRect/>
            </a:stretch>
          </a:blipFill>
        </p:spPr>
        <p:txBody>
          <a:bodyPr vert="horz" wrap="square" lIns="91440" tIns="45720" rIns="91440" bIns="45720" rtlCol="0">
            <a:noAutofit/>
          </a:bodyPr>
          <a:lstStyle>
            <a:lvl1pPr>
              <a:defRPr lang="en-US" dirty="0"/>
            </a:lvl1pPr>
          </a:lstStyle>
          <a:p>
            <a:pPr marL="0" lvl="0" indent="0" rtl="0">
              <a:buNone/>
            </a:pPr>
            <a:r>
              <a:rPr lang="pl"/>
              <a:t>   </a:t>
            </a:r>
          </a:p>
        </p:txBody>
      </p:sp>
      <p:sp>
        <p:nvSpPr>
          <p:cNvPr id="9" name="Stopka — symbol zastępczy 8">
            <a:extLst>
              <a:ext uri="{FF2B5EF4-FFF2-40B4-BE49-F238E27FC236}">
                <a16:creationId xmlns:a16="http://schemas.microsoft.com/office/drawing/2014/main" id="{820916D3-99FA-E971-607F-14E290E58854}"/>
              </a:ext>
            </a:extLst>
          </p:cNvPr>
          <p:cNvSpPr>
            <a:spLocks noGrp="1"/>
          </p:cNvSpPr>
          <p:nvPr>
            <p:ph type="ftr" sz="quarter" idx="16"/>
          </p:nvPr>
        </p:nvSpPr>
        <p:spPr>
          <a:xfrm>
            <a:off x="152400" y="6400800"/>
            <a:ext cx="5943600" cy="457200"/>
          </a:xfrm>
        </p:spPr>
        <p:txBody>
          <a:bodyPr rtlCol="0"/>
          <a:lstStyle/>
          <a:p>
            <a:pPr rtl="0"/>
            <a:r>
              <a:rPr lang="pl"/>
              <a:t>Przykładowy tekst stopki</a:t>
            </a:r>
          </a:p>
        </p:txBody>
      </p:sp>
      <p:sp>
        <p:nvSpPr>
          <p:cNvPr id="4" name="Data — symbol zastępczy 3">
            <a:extLst>
              <a:ext uri="{FF2B5EF4-FFF2-40B4-BE49-F238E27FC236}">
                <a16:creationId xmlns:a16="http://schemas.microsoft.com/office/drawing/2014/main" id="{9F3CAD5B-18BB-E21E-3A4C-7BAACB8519A4}"/>
              </a:ext>
            </a:extLst>
          </p:cNvPr>
          <p:cNvSpPr>
            <a:spLocks noGrp="1"/>
          </p:cNvSpPr>
          <p:nvPr>
            <p:ph type="dt" sz="half" idx="15"/>
          </p:nvPr>
        </p:nvSpPr>
        <p:spPr>
          <a:xfrm>
            <a:off x="10058401" y="6400800"/>
            <a:ext cx="990599" cy="457200"/>
          </a:xfrm>
        </p:spPr>
        <p:txBody>
          <a:bodyPr rtlCol="0"/>
          <a:lstStyle/>
          <a:p>
            <a:pPr rtl="0"/>
            <a:r>
              <a:rPr lang="en-US"/>
              <a:t>30/10/2025</a:t>
            </a:r>
            <a:endParaRPr lang="en-US" dirty="0"/>
          </a:p>
        </p:txBody>
      </p:sp>
      <p:sp>
        <p:nvSpPr>
          <p:cNvPr id="10" name="Numer slajdu — symbol zastępczy 9">
            <a:extLst>
              <a:ext uri="{FF2B5EF4-FFF2-40B4-BE49-F238E27FC236}">
                <a16:creationId xmlns:a16="http://schemas.microsoft.com/office/drawing/2014/main" id="{BBDEAB8E-8806-A459-E320-4CA2B455BFD7}"/>
              </a:ext>
            </a:extLst>
          </p:cNvPr>
          <p:cNvSpPr>
            <a:spLocks noGrp="1"/>
          </p:cNvSpPr>
          <p:nvPr>
            <p:ph type="sldNum" sz="quarter" idx="17"/>
          </p:nvPr>
        </p:nvSpPr>
        <p:spPr>
          <a:xfrm>
            <a:off x="11049000" y="6400800"/>
            <a:ext cx="990599" cy="457200"/>
          </a:xfrm>
        </p:spPr>
        <p:txBody>
          <a:bodyPr rtlCol="0"/>
          <a:lstStyle/>
          <a:p>
            <a:pPr rtl="0"/>
            <a:fld id="{AEAA3239-9EA4-4A65-A281-97F994456D9F}" type="slidenum">
              <a:rPr lang="en-US" smtClean="0"/>
              <a:t>‹#›</a:t>
            </a:fld>
            <a:endParaRPr lang="en-US" dirty="0"/>
          </a:p>
        </p:txBody>
      </p:sp>
      <p:cxnSp>
        <p:nvCxnSpPr>
          <p:cNvPr id="3" name="Łącznik prosty 2">
            <a:extLst>
              <a:ext uri="{FF2B5EF4-FFF2-40B4-BE49-F238E27FC236}">
                <a16:creationId xmlns:a16="http://schemas.microsoft.com/office/drawing/2014/main" id="{3068E299-4F76-11A9-0401-93911962B31C}"/>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28494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Zawartość z obrazem 15">
    <p:bg>
      <p:bgPr>
        <a:solidFill>
          <a:schemeClr val="bg2"/>
        </a:solidFill>
        <a:effectLst/>
      </p:bgPr>
    </p:bg>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AF3BB49-A328-F121-7F27-DEB7C3CC2B0F}"/>
              </a:ext>
            </a:extLst>
          </p:cNvPr>
          <p:cNvSpPr>
            <a:spLocks noGrp="1"/>
          </p:cNvSpPr>
          <p:nvPr>
            <p:ph type="title"/>
          </p:nvPr>
        </p:nvSpPr>
        <p:spPr>
          <a:xfrm>
            <a:off x="1143000" y="685800"/>
            <a:ext cx="9906000" cy="941832"/>
          </a:xfrm>
        </p:spPr>
        <p:txBody>
          <a:bodyPr rtlCol="0" anchor="t"/>
          <a:lstStyle/>
          <a:p>
            <a:pPr rtl="0"/>
            <a:r>
              <a:rPr lang="pl"/>
              <a:t>Kliknij, aby edytować styl wzorca tytułu</a:t>
            </a:r>
          </a:p>
        </p:txBody>
      </p:sp>
      <p:sp>
        <p:nvSpPr>
          <p:cNvPr id="12" name="Obraz — symbol zastępczy 11">
            <a:extLst>
              <a:ext uri="{FF2B5EF4-FFF2-40B4-BE49-F238E27FC236}">
                <a16:creationId xmlns:a16="http://schemas.microsoft.com/office/drawing/2014/main" id="{96F64025-FA05-CC42-8294-F944BC95DD00}"/>
              </a:ext>
            </a:extLst>
          </p:cNvPr>
          <p:cNvSpPr>
            <a:spLocks noGrp="1"/>
          </p:cNvSpPr>
          <p:nvPr>
            <p:ph type="pic" sz="quarter" idx="13" hasCustomPrompt="1"/>
          </p:nvPr>
        </p:nvSpPr>
        <p:spPr>
          <a:xfrm>
            <a:off x="1143000" y="1855838"/>
            <a:ext cx="4678055" cy="4087762"/>
          </a:xfrm>
          <a:prstGeom prst="roundRect">
            <a:avLst/>
          </a:prstGeom>
          <a:blipFill dpi="0" rotWithShape="1">
            <a:blip r:embed="rId2" cstate="email">
              <a:alphaModFix amt="60000"/>
              <a:extLst>
                <a:ext uri="{28A0092B-C50C-407E-A947-70E740481C1C}">
                  <a14:useLocalDpi xmlns:a14="http://schemas.microsoft.com/office/drawing/2010/main"/>
                </a:ext>
              </a:extLst>
            </a:blip>
            <a:srcRect/>
            <a:stretch>
              <a:fillRect/>
            </a:stretch>
          </a:blipFill>
        </p:spPr>
        <p:txBody>
          <a:bodyPr vert="horz" wrap="square" lIns="91440" tIns="45720" rIns="91440" bIns="45720" rtlCol="0">
            <a:noAutofit/>
          </a:bodyPr>
          <a:lstStyle>
            <a:lvl1pPr>
              <a:defRPr lang="en-US" dirty="0"/>
            </a:lvl1pPr>
          </a:lstStyle>
          <a:p>
            <a:pPr marL="0" lvl="0" indent="0" rtl="0">
              <a:buNone/>
            </a:pPr>
            <a:r>
              <a:rPr lang="pl"/>
              <a:t>   </a:t>
            </a:r>
          </a:p>
        </p:txBody>
      </p:sp>
      <p:sp>
        <p:nvSpPr>
          <p:cNvPr id="8" name="Zawartość — symbol zastępczy 7">
            <a:extLst>
              <a:ext uri="{FF2B5EF4-FFF2-40B4-BE49-F238E27FC236}">
                <a16:creationId xmlns:a16="http://schemas.microsoft.com/office/drawing/2014/main" id="{07755DB3-9272-8E5E-039F-AC14A2C07898}"/>
              </a:ext>
            </a:extLst>
          </p:cNvPr>
          <p:cNvSpPr>
            <a:spLocks noGrp="1"/>
          </p:cNvSpPr>
          <p:nvPr>
            <p:ph sz="quarter" idx="14"/>
          </p:nvPr>
        </p:nvSpPr>
        <p:spPr>
          <a:xfrm>
            <a:off x="6569855" y="1855839"/>
            <a:ext cx="4479145" cy="4087762"/>
          </a:xfrm>
        </p:spPr>
        <p:txBody>
          <a:bodyPr rtlCol="0"/>
          <a:lstStyle>
            <a:lvl1pPr>
              <a:spcBef>
                <a:spcPts val="0"/>
              </a:spcBef>
              <a:defRPr/>
            </a:lvl1pPr>
            <a:lvl2pPr>
              <a:spcBef>
                <a:spcPts val="0"/>
              </a:spcBef>
              <a:defRPr/>
            </a:lvl2pPr>
            <a:lvl3pPr>
              <a:spcBef>
                <a:spcPts val="0"/>
              </a:spcBef>
              <a:defRPr/>
            </a:lvl3pPr>
            <a:lvl4pPr>
              <a:spcBef>
                <a:spcPts val="0"/>
              </a:spcBef>
              <a:defRPr/>
            </a:lvl4pPr>
            <a:lvl5pPr>
              <a:spcBef>
                <a:spcPts val="0"/>
              </a:spcBef>
              <a:defRPr/>
            </a:lvl5pPr>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endParaRPr lang="en-US" dirty="0"/>
          </a:p>
        </p:txBody>
      </p:sp>
      <p:sp>
        <p:nvSpPr>
          <p:cNvPr id="9" name="Stopka — symbol zastępczy 8">
            <a:extLst>
              <a:ext uri="{FF2B5EF4-FFF2-40B4-BE49-F238E27FC236}">
                <a16:creationId xmlns:a16="http://schemas.microsoft.com/office/drawing/2014/main" id="{820916D3-99FA-E971-607F-14E290E58854}"/>
              </a:ext>
            </a:extLst>
          </p:cNvPr>
          <p:cNvSpPr>
            <a:spLocks noGrp="1"/>
          </p:cNvSpPr>
          <p:nvPr>
            <p:ph type="ftr" sz="quarter" idx="16"/>
          </p:nvPr>
        </p:nvSpPr>
        <p:spPr>
          <a:xfrm flipH="1">
            <a:off x="152400" y="6400800"/>
            <a:ext cx="5943600" cy="457200"/>
          </a:xfrm>
        </p:spPr>
        <p:txBody>
          <a:bodyPr rtlCol="0"/>
          <a:lstStyle/>
          <a:p>
            <a:pPr rtl="0"/>
            <a:r>
              <a:rPr lang="pl"/>
              <a:t>Przykładowy tekst stopki</a:t>
            </a:r>
          </a:p>
        </p:txBody>
      </p:sp>
      <p:sp>
        <p:nvSpPr>
          <p:cNvPr id="4" name="Data — symbol zastępczy 3">
            <a:extLst>
              <a:ext uri="{FF2B5EF4-FFF2-40B4-BE49-F238E27FC236}">
                <a16:creationId xmlns:a16="http://schemas.microsoft.com/office/drawing/2014/main" id="{9F3CAD5B-18BB-E21E-3A4C-7BAACB8519A4}"/>
              </a:ext>
            </a:extLst>
          </p:cNvPr>
          <p:cNvSpPr>
            <a:spLocks noGrp="1"/>
          </p:cNvSpPr>
          <p:nvPr>
            <p:ph type="dt" sz="half" idx="15"/>
          </p:nvPr>
        </p:nvSpPr>
        <p:spPr>
          <a:xfrm>
            <a:off x="10058400" y="6400800"/>
            <a:ext cx="990600" cy="457200"/>
          </a:xfrm>
        </p:spPr>
        <p:txBody>
          <a:bodyPr rtlCol="0"/>
          <a:lstStyle/>
          <a:p>
            <a:pPr rtl="0"/>
            <a:r>
              <a:rPr lang="en-US"/>
              <a:t>30/10/2025</a:t>
            </a:r>
            <a:endParaRPr lang="en-US" dirty="0"/>
          </a:p>
        </p:txBody>
      </p:sp>
      <p:sp>
        <p:nvSpPr>
          <p:cNvPr id="10" name="Numer slajdu — symbol zastępczy 9">
            <a:extLst>
              <a:ext uri="{FF2B5EF4-FFF2-40B4-BE49-F238E27FC236}">
                <a16:creationId xmlns:a16="http://schemas.microsoft.com/office/drawing/2014/main" id="{BBDEAB8E-8806-A459-E320-4CA2B455BFD7}"/>
              </a:ext>
            </a:extLst>
          </p:cNvPr>
          <p:cNvSpPr>
            <a:spLocks noGrp="1"/>
          </p:cNvSpPr>
          <p:nvPr>
            <p:ph type="sldNum" sz="quarter" idx="17"/>
          </p:nvPr>
        </p:nvSpPr>
        <p:spPr>
          <a:xfrm>
            <a:off x="11049000" y="6400800"/>
            <a:ext cx="990600" cy="457200"/>
          </a:xfrm>
        </p:spPr>
        <p:txBody>
          <a:bodyPr rtlCol="0"/>
          <a:lstStyle/>
          <a:p>
            <a:pPr rtl="0"/>
            <a:fld id="{AEAA3239-9EA4-4A65-A281-97F994456D9F}" type="slidenum">
              <a:rPr lang="en-US" smtClean="0"/>
              <a:t>‹#›</a:t>
            </a:fld>
            <a:endParaRPr lang="en-US" dirty="0"/>
          </a:p>
        </p:txBody>
      </p:sp>
      <p:cxnSp>
        <p:nvCxnSpPr>
          <p:cNvPr id="3" name="Łącznik prosty 2">
            <a:extLst>
              <a:ext uri="{FF2B5EF4-FFF2-40B4-BE49-F238E27FC236}">
                <a16:creationId xmlns:a16="http://schemas.microsoft.com/office/drawing/2014/main" id="{495B70AA-3B93-7622-1DFB-94A2304AD14A}"/>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109403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Zawartość z obrazem 16">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AF3BB49-A328-F121-7F27-DEB7C3CC2B0F}"/>
              </a:ext>
            </a:extLst>
          </p:cNvPr>
          <p:cNvSpPr>
            <a:spLocks noGrp="1"/>
          </p:cNvSpPr>
          <p:nvPr>
            <p:ph type="title"/>
          </p:nvPr>
        </p:nvSpPr>
        <p:spPr>
          <a:xfrm>
            <a:off x="4632168" y="685801"/>
            <a:ext cx="6416832" cy="914400"/>
          </a:xfrm>
        </p:spPr>
        <p:txBody>
          <a:bodyPr rtlCol="0" anchor="t"/>
          <a:lstStyle/>
          <a:p>
            <a:pPr rtl="0"/>
            <a:r>
              <a:rPr lang="pl"/>
              <a:t>Kliknij, aby edytować styl wzorca tytułu</a:t>
            </a:r>
          </a:p>
        </p:txBody>
      </p:sp>
      <p:sp>
        <p:nvSpPr>
          <p:cNvPr id="11" name="Obraz — symbol zastępczy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143000" y="685800"/>
            <a:ext cx="2777152" cy="5257800"/>
          </a:xfrm>
          <a:prstGeom prst="roundRect">
            <a:avLst/>
          </a:prstGeom>
          <a:blipFill dpi="0" rotWithShape="1">
            <a:blip r:embed="rId2" cstate="email">
              <a:alphaModFix amt="60000"/>
              <a:extLst>
                <a:ext uri="{28A0092B-C50C-407E-A947-70E740481C1C}">
                  <a14:useLocalDpi xmlns:a14="http://schemas.microsoft.com/office/drawing/2010/main"/>
                </a:ext>
              </a:extLst>
            </a:blip>
            <a:srcRect/>
            <a:stretch>
              <a:fillRect/>
            </a:stretch>
          </a:blipFill>
        </p:spPr>
        <p:txBody>
          <a:bodyPr rtlCol="0"/>
          <a:lstStyle>
            <a:lvl1pPr marL="0" indent="0">
              <a:buNone/>
              <a:defRPr/>
            </a:lvl1pPr>
          </a:lstStyle>
          <a:p>
            <a:pPr rtl="0"/>
            <a:r>
              <a:rPr lang="pl"/>
              <a:t>   </a:t>
            </a:r>
          </a:p>
        </p:txBody>
      </p:sp>
      <p:sp>
        <p:nvSpPr>
          <p:cNvPr id="8" name="Zawartość — symbol zastępczy 7">
            <a:extLst>
              <a:ext uri="{FF2B5EF4-FFF2-40B4-BE49-F238E27FC236}">
                <a16:creationId xmlns:a16="http://schemas.microsoft.com/office/drawing/2014/main" id="{818B74D6-CD72-B859-C229-60DB988B25E3}"/>
              </a:ext>
            </a:extLst>
          </p:cNvPr>
          <p:cNvSpPr>
            <a:spLocks noGrp="1"/>
          </p:cNvSpPr>
          <p:nvPr>
            <p:ph sz="quarter" idx="14"/>
          </p:nvPr>
        </p:nvSpPr>
        <p:spPr>
          <a:xfrm>
            <a:off x="4632168" y="1828299"/>
            <a:ext cx="6416832" cy="4115300"/>
          </a:xfrm>
        </p:spPr>
        <p:txBody>
          <a:bodyPr rtlCol="0"/>
          <a:lstStyle>
            <a:lvl1pPr>
              <a:spcBef>
                <a:spcPts val="400"/>
              </a:spcBef>
              <a:defRPr/>
            </a:lvl1pPr>
            <a:lvl2pPr>
              <a:spcBef>
                <a:spcPts val="400"/>
              </a:spcBef>
              <a:defRPr/>
            </a:lvl2pPr>
            <a:lvl3pPr>
              <a:spcBef>
                <a:spcPts val="400"/>
              </a:spcBef>
              <a:defRPr/>
            </a:lvl3pPr>
            <a:lvl4pPr>
              <a:spcBef>
                <a:spcPts val="400"/>
              </a:spcBef>
              <a:defRPr/>
            </a:lvl4pPr>
            <a:lvl5pPr>
              <a:spcBef>
                <a:spcPts val="400"/>
              </a:spcBef>
              <a:defRPr/>
            </a:lvl5pPr>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endParaRPr lang="en-US" dirty="0"/>
          </a:p>
        </p:txBody>
      </p:sp>
      <p:sp>
        <p:nvSpPr>
          <p:cNvPr id="4" name="Stopka — symbol zastępczy 3">
            <a:extLst>
              <a:ext uri="{FF2B5EF4-FFF2-40B4-BE49-F238E27FC236}">
                <a16:creationId xmlns:a16="http://schemas.microsoft.com/office/drawing/2014/main" id="{5446E4B5-B423-4137-0255-D68BAC85BE95}"/>
              </a:ext>
            </a:extLst>
          </p:cNvPr>
          <p:cNvSpPr>
            <a:spLocks noGrp="1"/>
          </p:cNvSpPr>
          <p:nvPr>
            <p:ph type="ftr" sz="quarter" idx="16"/>
          </p:nvPr>
        </p:nvSpPr>
        <p:spPr>
          <a:xfrm>
            <a:off x="152400" y="6400800"/>
            <a:ext cx="5943600" cy="457200"/>
          </a:xfrm>
        </p:spPr>
        <p:txBody>
          <a:bodyPr rtlCol="0"/>
          <a:lstStyle/>
          <a:p>
            <a:pPr rtl="0"/>
            <a:r>
              <a:rPr lang="pl"/>
              <a:t>Przykładowy tekst stopki</a:t>
            </a:r>
          </a:p>
        </p:txBody>
      </p:sp>
      <p:sp>
        <p:nvSpPr>
          <p:cNvPr id="3" name="Data — symbol zastępczy 2">
            <a:extLst>
              <a:ext uri="{FF2B5EF4-FFF2-40B4-BE49-F238E27FC236}">
                <a16:creationId xmlns:a16="http://schemas.microsoft.com/office/drawing/2014/main" id="{F0BFB53A-8FDF-F131-DCF2-D7BECE95381F}"/>
              </a:ext>
            </a:extLst>
          </p:cNvPr>
          <p:cNvSpPr>
            <a:spLocks noGrp="1"/>
          </p:cNvSpPr>
          <p:nvPr>
            <p:ph type="dt" sz="half" idx="15"/>
          </p:nvPr>
        </p:nvSpPr>
        <p:spPr>
          <a:xfrm>
            <a:off x="10058400" y="6400800"/>
            <a:ext cx="990600" cy="457200"/>
          </a:xfrm>
        </p:spPr>
        <p:txBody>
          <a:bodyPr rtlCol="0"/>
          <a:lstStyle/>
          <a:p>
            <a:pPr rtl="0"/>
            <a:r>
              <a:rPr lang="en-US"/>
              <a:t>30/10/2025</a:t>
            </a:r>
            <a:endParaRPr lang="en-US" dirty="0"/>
          </a:p>
        </p:txBody>
      </p:sp>
      <p:sp>
        <p:nvSpPr>
          <p:cNvPr id="9" name="Numer slajdu — symbol zastępczy 8">
            <a:extLst>
              <a:ext uri="{FF2B5EF4-FFF2-40B4-BE49-F238E27FC236}">
                <a16:creationId xmlns:a16="http://schemas.microsoft.com/office/drawing/2014/main" id="{79FEC5A8-0DCB-9EEB-83E2-0411804C543D}"/>
              </a:ext>
            </a:extLst>
          </p:cNvPr>
          <p:cNvSpPr>
            <a:spLocks noGrp="1"/>
          </p:cNvSpPr>
          <p:nvPr>
            <p:ph type="sldNum" sz="quarter" idx="17"/>
          </p:nvPr>
        </p:nvSpPr>
        <p:spPr>
          <a:xfrm>
            <a:off x="11049000" y="6400800"/>
            <a:ext cx="990600" cy="457200"/>
          </a:xfrm>
        </p:spPr>
        <p:txBody>
          <a:bodyPr rtlCol="0"/>
          <a:lstStyle/>
          <a:p>
            <a:pPr rtl="0"/>
            <a:fld id="{AEAA3239-9EA4-4A65-A281-97F994456D9F}" type="slidenum">
              <a:rPr lang="en-US" smtClean="0"/>
              <a:t>‹#›</a:t>
            </a:fld>
            <a:endParaRPr lang="en-US" dirty="0"/>
          </a:p>
        </p:txBody>
      </p:sp>
      <p:cxnSp>
        <p:nvCxnSpPr>
          <p:cNvPr id="5" name="Łącznik prosty 4">
            <a:extLst>
              <a:ext uri="{FF2B5EF4-FFF2-40B4-BE49-F238E27FC236}">
                <a16:creationId xmlns:a16="http://schemas.microsoft.com/office/drawing/2014/main" id="{5239A83E-B0F1-03F6-74AC-D67E31FB9868}"/>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8890184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Zawartość z obrazem 17">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AF3BB49-A328-F121-7F27-DEB7C3CC2B0F}"/>
              </a:ext>
            </a:extLst>
          </p:cNvPr>
          <p:cNvSpPr>
            <a:spLocks noGrp="1"/>
          </p:cNvSpPr>
          <p:nvPr>
            <p:ph type="title"/>
          </p:nvPr>
        </p:nvSpPr>
        <p:spPr>
          <a:xfrm>
            <a:off x="1143000" y="694998"/>
            <a:ext cx="6407304" cy="914400"/>
          </a:xfrm>
        </p:spPr>
        <p:txBody>
          <a:bodyPr rtlCol="0" anchor="t"/>
          <a:lstStyle/>
          <a:p>
            <a:pPr rtl="0"/>
            <a:r>
              <a:rPr lang="pl"/>
              <a:t>Kliknij, aby edytować styl wzorca tytułu</a:t>
            </a:r>
          </a:p>
        </p:txBody>
      </p:sp>
      <p:sp>
        <p:nvSpPr>
          <p:cNvPr id="8" name="Zawartość — symbol zastępczy 7">
            <a:extLst>
              <a:ext uri="{FF2B5EF4-FFF2-40B4-BE49-F238E27FC236}">
                <a16:creationId xmlns:a16="http://schemas.microsoft.com/office/drawing/2014/main" id="{07755DB3-9272-8E5E-039F-AC14A2C07898}"/>
              </a:ext>
            </a:extLst>
          </p:cNvPr>
          <p:cNvSpPr>
            <a:spLocks noGrp="1"/>
          </p:cNvSpPr>
          <p:nvPr>
            <p:ph sz="quarter" idx="14"/>
          </p:nvPr>
        </p:nvSpPr>
        <p:spPr>
          <a:xfrm>
            <a:off x="1142999" y="1828299"/>
            <a:ext cx="6407305" cy="4115302"/>
          </a:xfrm>
        </p:spPr>
        <p:txBody>
          <a:bodyPr rtlCol="0"/>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endParaRPr lang="en-US" dirty="0"/>
          </a:p>
        </p:txBody>
      </p:sp>
      <p:sp>
        <p:nvSpPr>
          <p:cNvPr id="6" name="Obraz — symbol zastępczy 10">
            <a:extLst>
              <a:ext uri="{FF2B5EF4-FFF2-40B4-BE49-F238E27FC236}">
                <a16:creationId xmlns:a16="http://schemas.microsoft.com/office/drawing/2014/main" id="{A0F08A51-DDF0-F904-C832-37321BA8D046}"/>
              </a:ext>
            </a:extLst>
          </p:cNvPr>
          <p:cNvSpPr>
            <a:spLocks noGrp="1"/>
          </p:cNvSpPr>
          <p:nvPr>
            <p:ph type="pic" sz="quarter" idx="13" hasCustomPrompt="1"/>
          </p:nvPr>
        </p:nvSpPr>
        <p:spPr>
          <a:xfrm>
            <a:off x="8271848" y="685800"/>
            <a:ext cx="2777152" cy="5257800"/>
          </a:xfrm>
          <a:prstGeom prst="roundRect">
            <a:avLst/>
          </a:prstGeom>
          <a:blipFill dpi="0" rotWithShape="1">
            <a:blip r:embed="rId2" cstate="email">
              <a:alphaModFix amt="60000"/>
              <a:extLst>
                <a:ext uri="{28A0092B-C50C-407E-A947-70E740481C1C}">
                  <a14:useLocalDpi xmlns:a14="http://schemas.microsoft.com/office/drawing/2010/main"/>
                </a:ext>
              </a:extLst>
            </a:blip>
            <a:srcRect/>
            <a:stretch>
              <a:fillRect/>
            </a:stretch>
          </a:blipFill>
        </p:spPr>
        <p:txBody>
          <a:bodyPr rtlCol="0"/>
          <a:lstStyle>
            <a:lvl1pPr marL="0" indent="0">
              <a:buNone/>
              <a:defRPr/>
            </a:lvl1pPr>
          </a:lstStyle>
          <a:p>
            <a:pPr rtl="0"/>
            <a:r>
              <a:rPr lang="pl"/>
              <a:t>   </a:t>
            </a:r>
          </a:p>
        </p:txBody>
      </p:sp>
      <p:sp>
        <p:nvSpPr>
          <p:cNvPr id="9" name="Stopka — symbol zastępczy 8">
            <a:extLst>
              <a:ext uri="{FF2B5EF4-FFF2-40B4-BE49-F238E27FC236}">
                <a16:creationId xmlns:a16="http://schemas.microsoft.com/office/drawing/2014/main" id="{820916D3-99FA-E971-607F-14E290E58854}"/>
              </a:ext>
            </a:extLst>
          </p:cNvPr>
          <p:cNvSpPr>
            <a:spLocks noGrp="1"/>
          </p:cNvSpPr>
          <p:nvPr>
            <p:ph type="ftr" sz="quarter" idx="16"/>
          </p:nvPr>
        </p:nvSpPr>
        <p:spPr>
          <a:xfrm>
            <a:off x="152400" y="6400800"/>
            <a:ext cx="5943599" cy="457200"/>
          </a:xfrm>
        </p:spPr>
        <p:txBody>
          <a:bodyPr rtlCol="0"/>
          <a:lstStyle/>
          <a:p>
            <a:pPr rtl="0"/>
            <a:r>
              <a:rPr lang="pl"/>
              <a:t>Przykładowy tekst stopki</a:t>
            </a:r>
          </a:p>
        </p:txBody>
      </p:sp>
      <p:sp>
        <p:nvSpPr>
          <p:cNvPr id="4" name="Data — symbol zastępczy 3">
            <a:extLst>
              <a:ext uri="{FF2B5EF4-FFF2-40B4-BE49-F238E27FC236}">
                <a16:creationId xmlns:a16="http://schemas.microsoft.com/office/drawing/2014/main" id="{9F3CAD5B-18BB-E21E-3A4C-7BAACB8519A4}"/>
              </a:ext>
            </a:extLst>
          </p:cNvPr>
          <p:cNvSpPr>
            <a:spLocks noGrp="1"/>
          </p:cNvSpPr>
          <p:nvPr>
            <p:ph type="dt" sz="half" idx="15"/>
          </p:nvPr>
        </p:nvSpPr>
        <p:spPr>
          <a:xfrm>
            <a:off x="10058400" y="6400800"/>
            <a:ext cx="990600" cy="457200"/>
          </a:xfrm>
        </p:spPr>
        <p:txBody>
          <a:bodyPr rtlCol="0"/>
          <a:lstStyle/>
          <a:p>
            <a:pPr rtl="0"/>
            <a:r>
              <a:rPr lang="en-US"/>
              <a:t>30/10/2025</a:t>
            </a:r>
            <a:endParaRPr lang="en-US" dirty="0"/>
          </a:p>
        </p:txBody>
      </p:sp>
      <p:sp>
        <p:nvSpPr>
          <p:cNvPr id="10" name="Numer slajdu — symbol zastępczy 9">
            <a:extLst>
              <a:ext uri="{FF2B5EF4-FFF2-40B4-BE49-F238E27FC236}">
                <a16:creationId xmlns:a16="http://schemas.microsoft.com/office/drawing/2014/main" id="{BBDEAB8E-8806-A459-E320-4CA2B455BFD7}"/>
              </a:ext>
            </a:extLst>
          </p:cNvPr>
          <p:cNvSpPr>
            <a:spLocks noGrp="1"/>
          </p:cNvSpPr>
          <p:nvPr>
            <p:ph type="sldNum" sz="quarter" idx="17"/>
          </p:nvPr>
        </p:nvSpPr>
        <p:spPr>
          <a:xfrm>
            <a:off x="11049000" y="6400800"/>
            <a:ext cx="990600" cy="457200"/>
          </a:xfrm>
        </p:spPr>
        <p:txBody>
          <a:bodyPr rtlCol="0"/>
          <a:lstStyle/>
          <a:p>
            <a:pPr rtl="0"/>
            <a:fld id="{AEAA3239-9EA4-4A65-A281-97F994456D9F}" type="slidenum">
              <a:rPr lang="en-US" smtClean="0"/>
              <a:t>‹#›</a:t>
            </a:fld>
            <a:endParaRPr lang="en-US" dirty="0"/>
          </a:p>
        </p:txBody>
      </p:sp>
      <p:cxnSp>
        <p:nvCxnSpPr>
          <p:cNvPr id="3" name="Łącznik prosty 2">
            <a:extLst>
              <a:ext uri="{FF2B5EF4-FFF2-40B4-BE49-F238E27FC236}">
                <a16:creationId xmlns:a16="http://schemas.microsoft.com/office/drawing/2014/main" id="{2500A44A-2759-A2C2-08DC-0AAFC6B55096}"/>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74152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Zawartość z obrazem 18">
    <p:bg>
      <p:bgPr>
        <a:solidFill>
          <a:schemeClr val="bg2"/>
        </a:solidFill>
        <a:effectLst/>
      </p:bgPr>
    </p:bg>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AF3BB49-A328-F121-7F27-DEB7C3CC2B0F}"/>
              </a:ext>
            </a:extLst>
          </p:cNvPr>
          <p:cNvSpPr>
            <a:spLocks noGrp="1"/>
          </p:cNvSpPr>
          <p:nvPr>
            <p:ph type="title"/>
          </p:nvPr>
        </p:nvSpPr>
        <p:spPr>
          <a:xfrm>
            <a:off x="1143001" y="720467"/>
            <a:ext cx="3517146" cy="1628481"/>
          </a:xfrm>
        </p:spPr>
        <p:txBody>
          <a:bodyPr rtlCol="0" anchor="t">
            <a:normAutofit/>
          </a:bodyPr>
          <a:lstStyle>
            <a:lvl1pPr>
              <a:defRPr sz="3600"/>
            </a:lvl1pPr>
          </a:lstStyle>
          <a:p>
            <a:pPr rtl="0"/>
            <a:r>
              <a:rPr lang="pl"/>
              <a:t>Kliknij, aby edytować styl wzorca tytułu</a:t>
            </a:r>
          </a:p>
        </p:txBody>
      </p:sp>
      <p:sp>
        <p:nvSpPr>
          <p:cNvPr id="11" name="Obraz — symbol zastępczy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143001" y="2563904"/>
            <a:ext cx="3517146" cy="3379695"/>
          </a:xfrm>
          <a:prstGeom prst="roundRect">
            <a:avLst/>
          </a:prstGeom>
          <a:blipFill dpi="0" rotWithShape="1">
            <a:blip r:embed="rId2" cstate="email">
              <a:alphaModFix amt="60000"/>
              <a:extLst>
                <a:ext uri="{28A0092B-C50C-407E-A947-70E740481C1C}">
                  <a14:useLocalDpi xmlns:a14="http://schemas.microsoft.com/office/drawing/2010/main"/>
                </a:ext>
              </a:extLst>
            </a:blip>
            <a:srcRect/>
            <a:stretch>
              <a:fillRect/>
            </a:stretch>
          </a:blipFill>
        </p:spPr>
        <p:txBody>
          <a:bodyPr rtlCol="0"/>
          <a:lstStyle>
            <a:lvl1pPr marL="0" indent="0">
              <a:buNone/>
              <a:defRPr/>
            </a:lvl1pPr>
          </a:lstStyle>
          <a:p>
            <a:pPr rtl="0"/>
            <a:r>
              <a:rPr lang="pl"/>
              <a:t>   </a:t>
            </a:r>
          </a:p>
        </p:txBody>
      </p:sp>
      <p:sp>
        <p:nvSpPr>
          <p:cNvPr id="8" name="Zawartość — symbol zastępczy 7">
            <a:extLst>
              <a:ext uri="{FF2B5EF4-FFF2-40B4-BE49-F238E27FC236}">
                <a16:creationId xmlns:a16="http://schemas.microsoft.com/office/drawing/2014/main" id="{8BAC3300-BF12-B200-9F06-8D5AC45CB7EF}"/>
              </a:ext>
            </a:extLst>
          </p:cNvPr>
          <p:cNvSpPr>
            <a:spLocks noGrp="1"/>
          </p:cNvSpPr>
          <p:nvPr>
            <p:ph sz="quarter" idx="14"/>
          </p:nvPr>
        </p:nvSpPr>
        <p:spPr>
          <a:xfrm>
            <a:off x="5372162" y="685801"/>
            <a:ext cx="5676838" cy="5257800"/>
          </a:xfrm>
        </p:spPr>
        <p:txBody>
          <a:bodyPr rtlCol="0"/>
          <a:lstStyle>
            <a:lvl1pPr>
              <a:spcBef>
                <a:spcPts val="0"/>
              </a:spcBef>
              <a:defRPr/>
            </a:lvl1pPr>
            <a:lvl2pPr>
              <a:spcBef>
                <a:spcPts val="0"/>
              </a:spcBef>
              <a:defRPr/>
            </a:lvl2pPr>
            <a:lvl3pPr>
              <a:spcBef>
                <a:spcPts val="0"/>
              </a:spcBef>
              <a:defRPr/>
            </a:lvl3pPr>
            <a:lvl4pPr>
              <a:spcBef>
                <a:spcPts val="0"/>
              </a:spcBef>
              <a:defRPr/>
            </a:lvl4pPr>
            <a:lvl5pPr>
              <a:spcBef>
                <a:spcPts val="0"/>
              </a:spcBef>
              <a:defRPr/>
            </a:lvl5pPr>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endParaRPr lang="en-US" dirty="0"/>
          </a:p>
        </p:txBody>
      </p:sp>
      <p:sp>
        <p:nvSpPr>
          <p:cNvPr id="6" name="Stopka — symbol zastępczy 5">
            <a:extLst>
              <a:ext uri="{FF2B5EF4-FFF2-40B4-BE49-F238E27FC236}">
                <a16:creationId xmlns:a16="http://schemas.microsoft.com/office/drawing/2014/main" id="{C2BDD5A2-CE3E-3215-6DAA-F75C0D1229DA}"/>
              </a:ext>
            </a:extLst>
          </p:cNvPr>
          <p:cNvSpPr>
            <a:spLocks noGrp="1"/>
          </p:cNvSpPr>
          <p:nvPr>
            <p:ph type="ftr" sz="quarter" idx="11"/>
          </p:nvPr>
        </p:nvSpPr>
        <p:spPr/>
        <p:txBody>
          <a:bodyPr rtlCol="0"/>
          <a:lstStyle/>
          <a:p>
            <a:pPr rtl="0"/>
            <a:r>
              <a:rPr lang="pl"/>
              <a:t>Przykładowy tekst stopki</a:t>
            </a:r>
          </a:p>
        </p:txBody>
      </p:sp>
      <p:sp>
        <p:nvSpPr>
          <p:cNvPr id="5" name="Data — symbol zastępczy 4">
            <a:extLst>
              <a:ext uri="{FF2B5EF4-FFF2-40B4-BE49-F238E27FC236}">
                <a16:creationId xmlns:a16="http://schemas.microsoft.com/office/drawing/2014/main" id="{897D0B7E-1A60-DA52-6965-92412B1C2F9F}"/>
              </a:ext>
            </a:extLst>
          </p:cNvPr>
          <p:cNvSpPr>
            <a:spLocks noGrp="1"/>
          </p:cNvSpPr>
          <p:nvPr>
            <p:ph type="dt" sz="half" idx="10"/>
          </p:nvPr>
        </p:nvSpPr>
        <p:spPr>
          <a:xfrm>
            <a:off x="10058401" y="6400800"/>
            <a:ext cx="990599" cy="457200"/>
          </a:xfrm>
        </p:spPr>
        <p:txBody>
          <a:bodyPr rtlCol="0"/>
          <a:lstStyle/>
          <a:p>
            <a:pPr rtl="0"/>
            <a:r>
              <a:rPr lang="en-US"/>
              <a:t>30/10/2025</a:t>
            </a:r>
            <a:endParaRPr lang="en-US" dirty="0"/>
          </a:p>
        </p:txBody>
      </p:sp>
      <p:sp>
        <p:nvSpPr>
          <p:cNvPr id="7" name="Numer slajdu — symbol zastępczy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rtlCol="0"/>
          <a:lstStyle/>
          <a:p>
            <a:pPr rtl="0"/>
            <a:fld id="{AEAA3239-9EA4-4A65-A281-97F994456D9F}" type="slidenum">
              <a:rPr lang="en-US" smtClean="0"/>
              <a:t>‹#›</a:t>
            </a:fld>
            <a:endParaRPr lang="en-US" dirty="0"/>
          </a:p>
        </p:txBody>
      </p:sp>
      <p:cxnSp>
        <p:nvCxnSpPr>
          <p:cNvPr id="3" name="Łącznik prosty 2">
            <a:extLst>
              <a:ext uri="{FF2B5EF4-FFF2-40B4-BE49-F238E27FC236}">
                <a16:creationId xmlns:a16="http://schemas.microsoft.com/office/drawing/2014/main" id="{BEC98E67-C3DE-1B21-ADC4-8C5E2F6367F0}"/>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798117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Zawartość z obrazem 19">
    <p:bg>
      <p:bgPr>
        <a:solidFill>
          <a:schemeClr val="bg2"/>
        </a:solidFill>
        <a:effectLst/>
      </p:bgPr>
    </p:bg>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AF3BB49-A328-F121-7F27-DEB7C3CC2B0F}"/>
              </a:ext>
            </a:extLst>
          </p:cNvPr>
          <p:cNvSpPr>
            <a:spLocks noGrp="1"/>
          </p:cNvSpPr>
          <p:nvPr>
            <p:ph type="title"/>
          </p:nvPr>
        </p:nvSpPr>
        <p:spPr>
          <a:xfrm>
            <a:off x="1172129" y="709098"/>
            <a:ext cx="2491239" cy="1639852"/>
          </a:xfrm>
        </p:spPr>
        <p:txBody>
          <a:bodyPr rtlCol="0" anchor="t">
            <a:normAutofit/>
          </a:bodyPr>
          <a:lstStyle>
            <a:lvl1pPr>
              <a:defRPr sz="3600"/>
            </a:lvl1pPr>
          </a:lstStyle>
          <a:p>
            <a:pPr rtl="0"/>
            <a:r>
              <a:rPr lang="pl"/>
              <a:t>Kliknij, aby edytować styl wzorca tytułu</a:t>
            </a:r>
          </a:p>
        </p:txBody>
      </p:sp>
      <p:sp>
        <p:nvSpPr>
          <p:cNvPr id="11" name="Obraz — symbol zastępczy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172128" y="2563905"/>
            <a:ext cx="2491239" cy="3379695"/>
          </a:xfrm>
          <a:prstGeom prst="roundRect">
            <a:avLst/>
          </a:prstGeom>
          <a:blipFill dpi="0" rotWithShape="1">
            <a:blip r:embed="rId2" cstate="email">
              <a:alphaModFix amt="60000"/>
              <a:extLst>
                <a:ext uri="{28A0092B-C50C-407E-A947-70E740481C1C}">
                  <a14:useLocalDpi xmlns:a14="http://schemas.microsoft.com/office/drawing/2010/main"/>
                </a:ext>
              </a:extLst>
            </a:blip>
            <a:srcRect/>
            <a:stretch>
              <a:fillRect/>
            </a:stretch>
          </a:blipFill>
        </p:spPr>
        <p:txBody>
          <a:bodyPr rtlCol="0"/>
          <a:lstStyle>
            <a:lvl1pPr marL="0" indent="0">
              <a:buNone/>
              <a:defRPr/>
            </a:lvl1pPr>
          </a:lstStyle>
          <a:p>
            <a:pPr rtl="0"/>
            <a:r>
              <a:rPr lang="pl"/>
              <a:t>   </a:t>
            </a:r>
          </a:p>
        </p:txBody>
      </p:sp>
      <p:sp>
        <p:nvSpPr>
          <p:cNvPr id="8" name="Zawartość — symbol zastępczy 7">
            <a:extLst>
              <a:ext uri="{FF2B5EF4-FFF2-40B4-BE49-F238E27FC236}">
                <a16:creationId xmlns:a16="http://schemas.microsoft.com/office/drawing/2014/main" id="{83F7B03F-5EDA-605B-1A2E-F48896E48939}"/>
              </a:ext>
            </a:extLst>
          </p:cNvPr>
          <p:cNvSpPr>
            <a:spLocks noGrp="1"/>
          </p:cNvSpPr>
          <p:nvPr>
            <p:ph sz="quarter" idx="14"/>
          </p:nvPr>
        </p:nvSpPr>
        <p:spPr>
          <a:xfrm>
            <a:off x="4375384" y="685800"/>
            <a:ext cx="6673616" cy="5257800"/>
          </a:xfrm>
        </p:spPr>
        <p:txBody>
          <a:bodyPr rtlCol="0"/>
          <a:lstStyle>
            <a:lvl1pPr>
              <a:spcBef>
                <a:spcPts val="0"/>
              </a:spcBef>
              <a:defRPr/>
            </a:lvl1pPr>
            <a:lvl2pPr>
              <a:spcBef>
                <a:spcPts val="0"/>
              </a:spcBef>
              <a:defRPr/>
            </a:lvl2pPr>
            <a:lvl3pPr>
              <a:spcBef>
                <a:spcPts val="0"/>
              </a:spcBef>
              <a:defRPr/>
            </a:lvl3pPr>
            <a:lvl4pPr>
              <a:spcBef>
                <a:spcPts val="0"/>
              </a:spcBef>
              <a:defRPr/>
            </a:lvl4pPr>
            <a:lvl5pPr>
              <a:spcBef>
                <a:spcPts val="0"/>
              </a:spcBef>
              <a:defRPr/>
            </a:lvl5pPr>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endParaRPr lang="en-US" dirty="0"/>
          </a:p>
        </p:txBody>
      </p:sp>
      <p:sp>
        <p:nvSpPr>
          <p:cNvPr id="6" name="Stopka — symbol zastępczy 5">
            <a:extLst>
              <a:ext uri="{FF2B5EF4-FFF2-40B4-BE49-F238E27FC236}">
                <a16:creationId xmlns:a16="http://schemas.microsoft.com/office/drawing/2014/main" id="{C2BDD5A2-CE3E-3215-6DAA-F75C0D1229DA}"/>
              </a:ext>
            </a:extLst>
          </p:cNvPr>
          <p:cNvSpPr>
            <a:spLocks noGrp="1"/>
          </p:cNvSpPr>
          <p:nvPr>
            <p:ph type="ftr" sz="quarter" idx="11"/>
          </p:nvPr>
        </p:nvSpPr>
        <p:spPr/>
        <p:txBody>
          <a:bodyPr rtlCol="0"/>
          <a:lstStyle/>
          <a:p>
            <a:pPr rtl="0"/>
            <a:r>
              <a:rPr lang="pl"/>
              <a:t>Przykładowy tekst stopki</a:t>
            </a:r>
          </a:p>
        </p:txBody>
      </p:sp>
      <p:sp>
        <p:nvSpPr>
          <p:cNvPr id="5" name="Data — symbol zastępczy 4">
            <a:extLst>
              <a:ext uri="{FF2B5EF4-FFF2-40B4-BE49-F238E27FC236}">
                <a16:creationId xmlns:a16="http://schemas.microsoft.com/office/drawing/2014/main" id="{897D0B7E-1A60-DA52-6965-92412B1C2F9F}"/>
              </a:ext>
            </a:extLst>
          </p:cNvPr>
          <p:cNvSpPr>
            <a:spLocks noGrp="1"/>
          </p:cNvSpPr>
          <p:nvPr>
            <p:ph type="dt" sz="half" idx="10"/>
          </p:nvPr>
        </p:nvSpPr>
        <p:spPr>
          <a:xfrm>
            <a:off x="10058400" y="6400800"/>
            <a:ext cx="990599" cy="457200"/>
          </a:xfrm>
        </p:spPr>
        <p:txBody>
          <a:bodyPr rtlCol="0"/>
          <a:lstStyle/>
          <a:p>
            <a:pPr rtl="0"/>
            <a:r>
              <a:rPr lang="en-US"/>
              <a:t>30/10/2025</a:t>
            </a:r>
            <a:endParaRPr lang="en-US" dirty="0"/>
          </a:p>
        </p:txBody>
      </p:sp>
      <p:sp>
        <p:nvSpPr>
          <p:cNvPr id="7" name="Numer slajdu — symbol zastępczy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rtlCol="0"/>
          <a:lstStyle/>
          <a:p>
            <a:pPr rtl="0"/>
            <a:fld id="{AEAA3239-9EA4-4A65-A281-97F994456D9F}" type="slidenum">
              <a:rPr lang="en-US" smtClean="0"/>
              <a:t>‹#›</a:t>
            </a:fld>
            <a:endParaRPr lang="en-US" dirty="0"/>
          </a:p>
        </p:txBody>
      </p:sp>
      <p:cxnSp>
        <p:nvCxnSpPr>
          <p:cNvPr id="3" name="Łącznik prosty 2">
            <a:extLst>
              <a:ext uri="{FF2B5EF4-FFF2-40B4-BE49-F238E27FC236}">
                <a16:creationId xmlns:a16="http://schemas.microsoft.com/office/drawing/2014/main" id="{E70BF570-92F5-4B04-EE32-8093EAC2D175}"/>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258935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Duża liczba">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5756306E-B77F-CE22-FA8C-F08F17B5E9B4}"/>
              </a:ext>
            </a:extLst>
          </p:cNvPr>
          <p:cNvSpPr>
            <a:spLocks noGrp="1"/>
          </p:cNvSpPr>
          <p:nvPr>
            <p:ph type="title"/>
          </p:nvPr>
        </p:nvSpPr>
        <p:spPr>
          <a:xfrm>
            <a:off x="1143000" y="5243865"/>
            <a:ext cx="9906000" cy="709673"/>
          </a:xfrm>
        </p:spPr>
        <p:txBody>
          <a:bodyPr rtlCol="0" anchor="b">
            <a:normAutofit/>
          </a:bodyPr>
          <a:lstStyle>
            <a:lvl1pPr algn="ctr">
              <a:lnSpc>
                <a:spcPct val="110000"/>
              </a:lnSpc>
              <a:defRPr sz="2600" b="1" i="0">
                <a:solidFill>
                  <a:schemeClr val="bg1"/>
                </a:solidFill>
                <a:latin typeface="+mn-lt"/>
              </a:defRPr>
            </a:lvl1pPr>
          </a:lstStyle>
          <a:p>
            <a:pPr rtl="0"/>
            <a:r>
              <a:rPr lang="pl"/>
              <a:t>Kliknij, aby edytować styl wzorca tytułu</a:t>
            </a:r>
          </a:p>
        </p:txBody>
      </p:sp>
      <p:sp>
        <p:nvSpPr>
          <p:cNvPr id="7" name="Zawartość — symbol zastępczy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1143000" y="685801"/>
            <a:ext cx="9906000" cy="4329860"/>
          </a:xfrm>
        </p:spPr>
        <p:txBody>
          <a:bodyPr rtlCol="0" anchor="t">
            <a:normAutofit/>
          </a:bodyPr>
          <a:lstStyle>
            <a:lvl1pPr marL="0" indent="0" algn="ctr">
              <a:lnSpc>
                <a:spcPct val="90000"/>
              </a:lnSpc>
              <a:buNone/>
              <a:defRPr sz="25000" b="0">
                <a:solidFill>
                  <a:schemeClr val="bg1"/>
                </a:solidFill>
                <a:latin typeface="+mj-lt"/>
                <a:cs typeface="Mongolian Baiti" panose="03000500000000000000" pitchFamily="66" charset="0"/>
              </a:defRPr>
            </a:lvl1pPr>
          </a:lstStyle>
          <a:p>
            <a:pPr lvl="0" rtl="0"/>
            <a:r>
              <a:rPr lang="pl"/>
              <a:t>##%</a:t>
            </a:r>
          </a:p>
        </p:txBody>
      </p:sp>
      <p:sp>
        <p:nvSpPr>
          <p:cNvPr id="4" name="Stopka — symbol zastępczy 3">
            <a:extLst>
              <a:ext uri="{FF2B5EF4-FFF2-40B4-BE49-F238E27FC236}">
                <a16:creationId xmlns:a16="http://schemas.microsoft.com/office/drawing/2014/main" id="{C394E47C-0C77-0005-1755-14F7739DF22E}"/>
              </a:ext>
            </a:extLst>
          </p:cNvPr>
          <p:cNvSpPr>
            <a:spLocks noGrp="1"/>
          </p:cNvSpPr>
          <p:nvPr>
            <p:ph type="ftr" sz="quarter" idx="11"/>
          </p:nvPr>
        </p:nvSpPr>
        <p:spPr/>
        <p:txBody>
          <a:bodyPr rtlCol="0"/>
          <a:lstStyle>
            <a:lvl1pPr>
              <a:defRPr>
                <a:solidFill>
                  <a:schemeClr val="bg1"/>
                </a:solidFill>
              </a:defRPr>
            </a:lvl1pPr>
          </a:lstStyle>
          <a:p>
            <a:pPr rtl="0"/>
            <a:r>
              <a:rPr lang="pl"/>
              <a:t>Przykładowy tekst stopki</a:t>
            </a:r>
            <a:endParaRPr lang="en-US" dirty="0">
              <a:solidFill>
                <a:schemeClr val="bg1"/>
              </a:solidFill>
            </a:endParaRPr>
          </a:p>
        </p:txBody>
      </p:sp>
      <p:sp>
        <p:nvSpPr>
          <p:cNvPr id="3" name="Data — symbol zastępczy 2">
            <a:extLst>
              <a:ext uri="{FF2B5EF4-FFF2-40B4-BE49-F238E27FC236}">
                <a16:creationId xmlns:a16="http://schemas.microsoft.com/office/drawing/2014/main" id="{4A591E5F-EDEF-7D02-30E6-B960B5E45903}"/>
              </a:ext>
            </a:extLst>
          </p:cNvPr>
          <p:cNvSpPr>
            <a:spLocks noGrp="1"/>
          </p:cNvSpPr>
          <p:nvPr>
            <p:ph type="dt" sz="half" idx="10"/>
          </p:nvPr>
        </p:nvSpPr>
        <p:spPr>
          <a:xfrm>
            <a:off x="10058401" y="6400800"/>
            <a:ext cx="990599" cy="457200"/>
          </a:xfrm>
        </p:spPr>
        <p:txBody>
          <a:bodyPr rtlCol="0"/>
          <a:lstStyle>
            <a:lvl1pPr>
              <a:defRPr>
                <a:solidFill>
                  <a:schemeClr val="bg1"/>
                </a:solidFill>
              </a:defRPr>
            </a:lvl1pPr>
          </a:lstStyle>
          <a:p>
            <a:pPr rtl="0"/>
            <a:r>
              <a:rPr lang="en-US"/>
              <a:t>30/10/2025</a:t>
            </a:r>
            <a:endParaRPr lang="en-US" dirty="0"/>
          </a:p>
        </p:txBody>
      </p:sp>
      <p:sp>
        <p:nvSpPr>
          <p:cNvPr id="5" name="Numer slajdu — symbol zastępczy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rtlCol="0"/>
          <a:lstStyle>
            <a:lvl1pPr>
              <a:defRPr>
                <a:solidFill>
                  <a:schemeClr val="bg1"/>
                </a:solidFill>
              </a:defRPr>
            </a:lvl1pPr>
          </a:lstStyle>
          <a:p>
            <a:pPr rtl="0"/>
            <a:fld id="{AEAA3239-9EA4-4A65-A281-97F994456D9F}" type="slidenum">
              <a:rPr lang="en-US" smtClean="0"/>
              <a:pPr/>
              <a:t>‹#›</a:t>
            </a:fld>
            <a:endParaRPr lang="en-US" dirty="0"/>
          </a:p>
        </p:txBody>
      </p:sp>
      <p:cxnSp>
        <p:nvCxnSpPr>
          <p:cNvPr id="6" name="Łącznik prosty 5">
            <a:extLst>
              <a:ext uri="{FF2B5EF4-FFF2-40B4-BE49-F238E27FC236}">
                <a16:creationId xmlns:a16="http://schemas.microsoft.com/office/drawing/2014/main" id="{5FA7AB40-CE07-6773-F477-107BB694C7B9}"/>
              </a:ext>
            </a:extLst>
          </p:cNvPr>
          <p:cNvCxnSpPr>
            <a:cxnSpLocks/>
          </p:cNvCxnSpPr>
          <p:nvPr userDrawn="1"/>
        </p:nvCxnSpPr>
        <p:spPr>
          <a:xfrm>
            <a:off x="0" y="6400800"/>
            <a:ext cx="12192000" cy="0"/>
          </a:xfrm>
          <a:prstGeom prst="line">
            <a:avLst/>
          </a:prstGeom>
          <a:ln w="9525">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97362639"/>
      </p:ext>
    </p:extLst>
  </p:cSld>
  <p:clrMapOvr>
    <a:overrideClrMapping bg1="dk1" tx1="lt1" bg2="dk2" tx2="lt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Liczba duża 2">
    <p:bg>
      <p:bgPr>
        <a:solidFill>
          <a:schemeClr val="bg2"/>
        </a:solidFill>
        <a:effectLst/>
      </p:bgPr>
    </p:bg>
    <p:spTree>
      <p:nvGrpSpPr>
        <p:cNvPr id="1" name=""/>
        <p:cNvGrpSpPr/>
        <p:nvPr/>
      </p:nvGrpSpPr>
      <p:grpSpPr>
        <a:xfrm>
          <a:off x="0" y="0"/>
          <a:ext cx="0" cy="0"/>
          <a:chOff x="0" y="0"/>
          <a:chExt cx="0" cy="0"/>
        </a:xfrm>
      </p:grpSpPr>
      <p:sp>
        <p:nvSpPr>
          <p:cNvPr id="10" name="Tytuł 10">
            <a:extLst>
              <a:ext uri="{FF2B5EF4-FFF2-40B4-BE49-F238E27FC236}">
                <a16:creationId xmlns:a16="http://schemas.microsoft.com/office/drawing/2014/main" id="{3CD651BA-50FB-2DF6-3F6E-69C4FCD7BA80}"/>
              </a:ext>
            </a:extLst>
          </p:cNvPr>
          <p:cNvSpPr>
            <a:spLocks noGrp="1"/>
          </p:cNvSpPr>
          <p:nvPr>
            <p:ph type="title"/>
          </p:nvPr>
        </p:nvSpPr>
        <p:spPr>
          <a:xfrm>
            <a:off x="6095999" y="4609809"/>
            <a:ext cx="4953001" cy="1343730"/>
          </a:xfrm>
        </p:spPr>
        <p:txBody>
          <a:bodyPr rtlCol="0" anchor="b"/>
          <a:lstStyle>
            <a:lvl1pPr>
              <a:lnSpc>
                <a:spcPct val="110000"/>
              </a:lnSpc>
              <a:defRPr sz="2600" b="1">
                <a:solidFill>
                  <a:schemeClr val="accent1"/>
                </a:solidFill>
                <a:latin typeface="+mn-lt"/>
              </a:defRPr>
            </a:lvl1pPr>
          </a:lstStyle>
          <a:p>
            <a:pPr rtl="0"/>
            <a:r>
              <a:rPr lang="pl"/>
              <a:t>Kliknij, aby edytować styl wzorca tytułu</a:t>
            </a:r>
          </a:p>
        </p:txBody>
      </p:sp>
      <p:sp>
        <p:nvSpPr>
          <p:cNvPr id="9" name="Zawartość — symbol zastępczy 9">
            <a:extLst>
              <a:ext uri="{FF2B5EF4-FFF2-40B4-BE49-F238E27FC236}">
                <a16:creationId xmlns:a16="http://schemas.microsoft.com/office/drawing/2014/main" id="{FCA4E528-A76C-88B7-F866-78D030A514D8}"/>
              </a:ext>
            </a:extLst>
          </p:cNvPr>
          <p:cNvSpPr>
            <a:spLocks noGrp="1"/>
          </p:cNvSpPr>
          <p:nvPr>
            <p:ph sz="quarter" idx="14" hasCustomPrompt="1"/>
          </p:nvPr>
        </p:nvSpPr>
        <p:spPr>
          <a:xfrm>
            <a:off x="1143000" y="685801"/>
            <a:ext cx="9906000" cy="3276600"/>
          </a:xfrm>
        </p:spPr>
        <p:txBody>
          <a:bodyPr rtlCol="0" anchor="b"/>
          <a:lstStyle>
            <a:lvl1pPr>
              <a:lnSpc>
                <a:spcPct val="90000"/>
              </a:lnSpc>
              <a:buNone/>
              <a:defRPr sz="27000">
                <a:solidFill>
                  <a:schemeClr val="tx1"/>
                </a:solidFill>
                <a:latin typeface="+mj-lt"/>
              </a:defRPr>
            </a:lvl1pPr>
            <a:lvl2pPr>
              <a:defRPr>
                <a:latin typeface="+mj-lt"/>
              </a:defRPr>
            </a:lvl2pPr>
            <a:lvl3pPr>
              <a:defRPr>
                <a:latin typeface="+mj-lt"/>
              </a:defRPr>
            </a:lvl3pPr>
            <a:lvl4pPr>
              <a:defRPr>
                <a:latin typeface="+mj-lt"/>
              </a:defRPr>
            </a:lvl4pPr>
            <a:lvl5pPr>
              <a:defRPr>
                <a:latin typeface="+mj-lt"/>
              </a:defRPr>
            </a:lvl5pPr>
          </a:lstStyle>
          <a:p>
            <a:pPr lvl="0" rtl="0"/>
            <a:r>
              <a:rPr lang="pl"/>
              <a:t>##%</a:t>
            </a:r>
          </a:p>
        </p:txBody>
      </p:sp>
      <p:sp>
        <p:nvSpPr>
          <p:cNvPr id="4" name="Stopka — symbol zastępczy 3">
            <a:extLst>
              <a:ext uri="{FF2B5EF4-FFF2-40B4-BE49-F238E27FC236}">
                <a16:creationId xmlns:a16="http://schemas.microsoft.com/office/drawing/2014/main" id="{C394E47C-0C77-0005-1755-14F7739DF22E}"/>
              </a:ext>
            </a:extLst>
          </p:cNvPr>
          <p:cNvSpPr>
            <a:spLocks noGrp="1"/>
          </p:cNvSpPr>
          <p:nvPr>
            <p:ph type="ftr" sz="quarter" idx="11"/>
          </p:nvPr>
        </p:nvSpPr>
        <p:spPr/>
        <p:txBody>
          <a:bodyPr rtlCol="0"/>
          <a:lstStyle>
            <a:lvl1pPr>
              <a:defRPr>
                <a:solidFill>
                  <a:schemeClr val="tx1"/>
                </a:solidFill>
              </a:defRPr>
            </a:lvl1pPr>
          </a:lstStyle>
          <a:p>
            <a:pPr rtl="0"/>
            <a:r>
              <a:rPr lang="pl"/>
              <a:t>Przykładowy tekst stopki</a:t>
            </a:r>
          </a:p>
        </p:txBody>
      </p:sp>
      <p:sp>
        <p:nvSpPr>
          <p:cNvPr id="3" name="Data — symbol zastępczy 2">
            <a:extLst>
              <a:ext uri="{FF2B5EF4-FFF2-40B4-BE49-F238E27FC236}">
                <a16:creationId xmlns:a16="http://schemas.microsoft.com/office/drawing/2014/main" id="{4A591E5F-EDEF-7D02-30E6-B960B5E45903}"/>
              </a:ext>
            </a:extLst>
          </p:cNvPr>
          <p:cNvSpPr>
            <a:spLocks noGrp="1"/>
          </p:cNvSpPr>
          <p:nvPr>
            <p:ph type="dt" sz="half" idx="10"/>
          </p:nvPr>
        </p:nvSpPr>
        <p:spPr>
          <a:xfrm>
            <a:off x="10058401" y="6400800"/>
            <a:ext cx="990599" cy="457200"/>
          </a:xfrm>
        </p:spPr>
        <p:txBody>
          <a:bodyPr rtlCol="0"/>
          <a:lstStyle>
            <a:lvl1pPr>
              <a:defRPr>
                <a:solidFill>
                  <a:schemeClr val="tx1"/>
                </a:solidFill>
              </a:defRPr>
            </a:lvl1pPr>
          </a:lstStyle>
          <a:p>
            <a:pPr rtl="0"/>
            <a:r>
              <a:rPr lang="en-US"/>
              <a:t>30/10/2025</a:t>
            </a:r>
            <a:endParaRPr lang="en-US" dirty="0"/>
          </a:p>
        </p:txBody>
      </p:sp>
      <p:sp>
        <p:nvSpPr>
          <p:cNvPr id="5" name="Numer slajdu — symbol zastępczy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rtlCol="0"/>
          <a:lstStyle>
            <a:lvl1pPr>
              <a:defRPr>
                <a:solidFill>
                  <a:schemeClr val="tx1"/>
                </a:solidFill>
              </a:defRPr>
            </a:lvl1pPr>
          </a:lstStyle>
          <a:p>
            <a:pPr rtl="0"/>
            <a:fld id="{AEAA3239-9EA4-4A65-A281-97F994456D9F}" type="slidenum">
              <a:rPr lang="en-US" smtClean="0"/>
              <a:pPr/>
              <a:t>‹#›</a:t>
            </a:fld>
            <a:endParaRPr lang="en-US" dirty="0"/>
          </a:p>
        </p:txBody>
      </p:sp>
      <p:cxnSp>
        <p:nvCxnSpPr>
          <p:cNvPr id="6" name="Łącznik prosty 5">
            <a:extLst>
              <a:ext uri="{FF2B5EF4-FFF2-40B4-BE49-F238E27FC236}">
                <a16:creationId xmlns:a16="http://schemas.microsoft.com/office/drawing/2014/main" id="{50EA5BF1-23C2-0F30-7510-43650AEC4DE0}"/>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4726789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Liczba duża 3">
    <p:bg>
      <p:bgPr>
        <a:solidFill>
          <a:schemeClr val="bg2"/>
        </a:solidFill>
        <a:effectLst/>
      </p:bgPr>
    </p:bg>
    <p:spTree>
      <p:nvGrpSpPr>
        <p:cNvPr id="1" name=""/>
        <p:cNvGrpSpPr/>
        <p:nvPr/>
      </p:nvGrpSpPr>
      <p:grpSpPr>
        <a:xfrm>
          <a:off x="0" y="0"/>
          <a:ext cx="0" cy="0"/>
          <a:chOff x="0" y="0"/>
          <a:chExt cx="0" cy="0"/>
        </a:xfrm>
      </p:grpSpPr>
      <p:sp>
        <p:nvSpPr>
          <p:cNvPr id="10" name="Tytuł 10">
            <a:extLst>
              <a:ext uri="{FF2B5EF4-FFF2-40B4-BE49-F238E27FC236}">
                <a16:creationId xmlns:a16="http://schemas.microsoft.com/office/drawing/2014/main" id="{C3DADE7F-E67E-CAEA-8072-B9514E6E1175}"/>
              </a:ext>
            </a:extLst>
          </p:cNvPr>
          <p:cNvSpPr>
            <a:spLocks noGrp="1"/>
          </p:cNvSpPr>
          <p:nvPr>
            <p:ph type="title"/>
          </p:nvPr>
        </p:nvSpPr>
        <p:spPr>
          <a:xfrm>
            <a:off x="8153399" y="685800"/>
            <a:ext cx="2895601" cy="5267739"/>
          </a:xfrm>
        </p:spPr>
        <p:txBody>
          <a:bodyPr rtlCol="0" anchor="ctr"/>
          <a:lstStyle>
            <a:lvl1pPr>
              <a:lnSpc>
                <a:spcPct val="110000"/>
              </a:lnSpc>
              <a:defRPr sz="2600" b="1">
                <a:solidFill>
                  <a:schemeClr val="accent1"/>
                </a:solidFill>
                <a:latin typeface="+mn-lt"/>
              </a:defRPr>
            </a:lvl1pPr>
          </a:lstStyle>
          <a:p>
            <a:pPr rtl="0"/>
            <a:r>
              <a:rPr lang="pl"/>
              <a:t>Kliknij, aby edytować styl wzorca tytułu</a:t>
            </a:r>
          </a:p>
        </p:txBody>
      </p:sp>
      <p:sp>
        <p:nvSpPr>
          <p:cNvPr id="9" name="Zawartość — symbol zastępczy 9">
            <a:extLst>
              <a:ext uri="{FF2B5EF4-FFF2-40B4-BE49-F238E27FC236}">
                <a16:creationId xmlns:a16="http://schemas.microsoft.com/office/drawing/2014/main" id="{64D4B29D-DD33-F8A0-6077-D56DBC08D2DB}"/>
              </a:ext>
            </a:extLst>
          </p:cNvPr>
          <p:cNvSpPr>
            <a:spLocks noGrp="1"/>
          </p:cNvSpPr>
          <p:nvPr>
            <p:ph sz="quarter" idx="14" hasCustomPrompt="1"/>
          </p:nvPr>
        </p:nvSpPr>
        <p:spPr>
          <a:xfrm>
            <a:off x="1143000" y="685800"/>
            <a:ext cx="6781800" cy="4191001"/>
          </a:xfrm>
        </p:spPr>
        <p:txBody>
          <a:bodyPr rtlCol="0" anchor="b"/>
          <a:lstStyle>
            <a:lvl1pPr>
              <a:lnSpc>
                <a:spcPct val="90000"/>
              </a:lnSpc>
              <a:buNone/>
              <a:defRPr sz="20000">
                <a:solidFill>
                  <a:schemeClr val="accent1"/>
                </a:solidFill>
                <a:latin typeface="+mj-lt"/>
              </a:defRPr>
            </a:lvl1pPr>
            <a:lvl2pPr>
              <a:defRPr>
                <a:latin typeface="+mj-lt"/>
              </a:defRPr>
            </a:lvl2pPr>
            <a:lvl3pPr>
              <a:defRPr>
                <a:latin typeface="+mj-lt"/>
              </a:defRPr>
            </a:lvl3pPr>
            <a:lvl4pPr>
              <a:defRPr>
                <a:latin typeface="+mj-lt"/>
              </a:defRPr>
            </a:lvl4pPr>
            <a:lvl5pPr>
              <a:defRPr>
                <a:latin typeface="+mj-lt"/>
              </a:defRPr>
            </a:lvl5pPr>
          </a:lstStyle>
          <a:p>
            <a:pPr lvl="0" rtl="0"/>
            <a:r>
              <a:rPr lang="pl"/>
              <a:t>##%</a:t>
            </a:r>
          </a:p>
        </p:txBody>
      </p:sp>
      <p:sp>
        <p:nvSpPr>
          <p:cNvPr id="4" name="Stopka — symbol zastępczy 3">
            <a:extLst>
              <a:ext uri="{FF2B5EF4-FFF2-40B4-BE49-F238E27FC236}">
                <a16:creationId xmlns:a16="http://schemas.microsoft.com/office/drawing/2014/main" id="{C394E47C-0C77-0005-1755-14F7739DF22E}"/>
              </a:ext>
            </a:extLst>
          </p:cNvPr>
          <p:cNvSpPr>
            <a:spLocks noGrp="1"/>
          </p:cNvSpPr>
          <p:nvPr>
            <p:ph type="ftr" sz="quarter" idx="11"/>
          </p:nvPr>
        </p:nvSpPr>
        <p:spPr/>
        <p:txBody>
          <a:bodyPr rtlCol="0"/>
          <a:lstStyle/>
          <a:p>
            <a:pPr rtl="0"/>
            <a:r>
              <a:rPr lang="pl"/>
              <a:t>Przykładowy tekst stopki</a:t>
            </a:r>
          </a:p>
        </p:txBody>
      </p:sp>
      <p:sp>
        <p:nvSpPr>
          <p:cNvPr id="3" name="Data — symbol zastępczy 2">
            <a:extLst>
              <a:ext uri="{FF2B5EF4-FFF2-40B4-BE49-F238E27FC236}">
                <a16:creationId xmlns:a16="http://schemas.microsoft.com/office/drawing/2014/main" id="{4A591E5F-EDEF-7D02-30E6-B960B5E45903}"/>
              </a:ext>
            </a:extLst>
          </p:cNvPr>
          <p:cNvSpPr>
            <a:spLocks noGrp="1"/>
          </p:cNvSpPr>
          <p:nvPr>
            <p:ph type="dt" sz="half" idx="10"/>
          </p:nvPr>
        </p:nvSpPr>
        <p:spPr>
          <a:xfrm>
            <a:off x="10058401" y="6400800"/>
            <a:ext cx="990599" cy="457200"/>
          </a:xfrm>
        </p:spPr>
        <p:txBody>
          <a:bodyPr rtlCol="0"/>
          <a:lstStyle/>
          <a:p>
            <a:pPr rtl="0"/>
            <a:r>
              <a:rPr lang="en-US"/>
              <a:t>30/10/2025</a:t>
            </a:r>
            <a:endParaRPr lang="en-US" dirty="0"/>
          </a:p>
        </p:txBody>
      </p:sp>
      <p:sp>
        <p:nvSpPr>
          <p:cNvPr id="5" name="Numer slajdu — symbol zastępczy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rtlCol="0"/>
          <a:lstStyle/>
          <a:p>
            <a:pPr rtl="0"/>
            <a:fld id="{AEAA3239-9EA4-4A65-A281-97F994456D9F}" type="slidenum">
              <a:rPr lang="en-US" smtClean="0"/>
              <a:t>‹#›</a:t>
            </a:fld>
            <a:endParaRPr lang="en-US" dirty="0"/>
          </a:p>
        </p:txBody>
      </p:sp>
      <p:cxnSp>
        <p:nvCxnSpPr>
          <p:cNvPr id="6" name="Łącznik prosty 5">
            <a:extLst>
              <a:ext uri="{FF2B5EF4-FFF2-40B4-BE49-F238E27FC236}">
                <a16:creationId xmlns:a16="http://schemas.microsoft.com/office/drawing/2014/main" id="{D002FC57-F63B-DF9D-9ACC-AC4696C03769}"/>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623795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Duża liczba 4">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10" name="Zawartość — symbol zastępczy 9">
            <a:extLst>
              <a:ext uri="{FF2B5EF4-FFF2-40B4-BE49-F238E27FC236}">
                <a16:creationId xmlns:a16="http://schemas.microsoft.com/office/drawing/2014/main" id="{81D15B53-A6D4-5307-3354-15A2A777AAD6}"/>
              </a:ext>
            </a:extLst>
          </p:cNvPr>
          <p:cNvSpPr>
            <a:spLocks noGrp="1"/>
          </p:cNvSpPr>
          <p:nvPr>
            <p:ph sz="quarter" idx="14" hasCustomPrompt="1"/>
          </p:nvPr>
        </p:nvSpPr>
        <p:spPr>
          <a:xfrm>
            <a:off x="1143000" y="715425"/>
            <a:ext cx="9906000" cy="4217987"/>
          </a:xfrm>
        </p:spPr>
        <p:txBody>
          <a:bodyPr rtlCol="0"/>
          <a:lstStyle>
            <a:lvl1pPr>
              <a:lnSpc>
                <a:spcPct val="90000"/>
              </a:lnSpc>
              <a:buNone/>
              <a:defRPr sz="27000">
                <a:solidFill>
                  <a:schemeClr val="bg1"/>
                </a:solidFill>
                <a:latin typeface="+mj-lt"/>
              </a:defRPr>
            </a:lvl1pPr>
            <a:lvl2pPr>
              <a:defRPr>
                <a:latin typeface="+mj-lt"/>
              </a:defRPr>
            </a:lvl2pPr>
            <a:lvl3pPr>
              <a:defRPr>
                <a:latin typeface="+mj-lt"/>
              </a:defRPr>
            </a:lvl3pPr>
            <a:lvl4pPr>
              <a:defRPr>
                <a:latin typeface="+mj-lt"/>
              </a:defRPr>
            </a:lvl4pPr>
            <a:lvl5pPr>
              <a:defRPr>
                <a:latin typeface="+mj-lt"/>
              </a:defRPr>
            </a:lvl5pPr>
          </a:lstStyle>
          <a:p>
            <a:pPr lvl="0" rtl="0"/>
            <a:r>
              <a:rPr lang="pl"/>
              <a:t>##%</a:t>
            </a:r>
          </a:p>
        </p:txBody>
      </p:sp>
      <p:sp>
        <p:nvSpPr>
          <p:cNvPr id="4" name="Stopka — symbol zastępczy 3">
            <a:extLst>
              <a:ext uri="{FF2B5EF4-FFF2-40B4-BE49-F238E27FC236}">
                <a16:creationId xmlns:a16="http://schemas.microsoft.com/office/drawing/2014/main" id="{C394E47C-0C77-0005-1755-14F7739DF22E}"/>
              </a:ext>
            </a:extLst>
          </p:cNvPr>
          <p:cNvSpPr>
            <a:spLocks noGrp="1"/>
          </p:cNvSpPr>
          <p:nvPr>
            <p:ph type="ftr" sz="quarter" idx="11"/>
          </p:nvPr>
        </p:nvSpPr>
        <p:spPr/>
        <p:txBody>
          <a:bodyPr rtlCol="0"/>
          <a:lstStyle>
            <a:lvl1pPr>
              <a:defRPr>
                <a:solidFill>
                  <a:schemeClr val="bg1"/>
                </a:solidFill>
              </a:defRPr>
            </a:lvl1pPr>
          </a:lstStyle>
          <a:p>
            <a:pPr rtl="0"/>
            <a:r>
              <a:rPr lang="pl"/>
              <a:t>Przykładowy tekst stopki</a:t>
            </a:r>
            <a:endParaRPr lang="en-US" dirty="0">
              <a:solidFill>
                <a:schemeClr val="bg1"/>
              </a:solidFill>
            </a:endParaRPr>
          </a:p>
        </p:txBody>
      </p:sp>
      <p:sp>
        <p:nvSpPr>
          <p:cNvPr id="3" name="Data — symbol zastępczy 2">
            <a:extLst>
              <a:ext uri="{FF2B5EF4-FFF2-40B4-BE49-F238E27FC236}">
                <a16:creationId xmlns:a16="http://schemas.microsoft.com/office/drawing/2014/main" id="{4A591E5F-EDEF-7D02-30E6-B960B5E45903}"/>
              </a:ext>
            </a:extLst>
          </p:cNvPr>
          <p:cNvSpPr>
            <a:spLocks noGrp="1"/>
          </p:cNvSpPr>
          <p:nvPr>
            <p:ph type="dt" sz="half" idx="10"/>
          </p:nvPr>
        </p:nvSpPr>
        <p:spPr>
          <a:xfrm>
            <a:off x="10058400" y="6400800"/>
            <a:ext cx="990600" cy="457200"/>
          </a:xfrm>
        </p:spPr>
        <p:txBody>
          <a:bodyPr rtlCol="0"/>
          <a:lstStyle>
            <a:lvl1pPr>
              <a:defRPr>
                <a:solidFill>
                  <a:schemeClr val="bg1"/>
                </a:solidFill>
              </a:defRPr>
            </a:lvl1pPr>
          </a:lstStyle>
          <a:p>
            <a:pPr rtl="0"/>
            <a:r>
              <a:rPr lang="en-US"/>
              <a:t>30/10/2025</a:t>
            </a:r>
            <a:endParaRPr lang="en-US" dirty="0"/>
          </a:p>
        </p:txBody>
      </p:sp>
      <p:sp>
        <p:nvSpPr>
          <p:cNvPr id="5" name="Numer slajdu — symbol zastępczy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rtlCol="0"/>
          <a:lstStyle>
            <a:lvl1pPr>
              <a:defRPr>
                <a:solidFill>
                  <a:schemeClr val="bg1"/>
                </a:solidFill>
              </a:defRPr>
            </a:lvl1pPr>
          </a:lstStyle>
          <a:p>
            <a:pPr rtl="0"/>
            <a:fld id="{AEAA3239-9EA4-4A65-A281-97F994456D9F}" type="slidenum">
              <a:rPr lang="en-US" smtClean="0"/>
              <a:pPr/>
              <a:t>‹#›</a:t>
            </a:fld>
            <a:endParaRPr lang="en-US" dirty="0"/>
          </a:p>
        </p:txBody>
      </p:sp>
      <p:cxnSp>
        <p:nvCxnSpPr>
          <p:cNvPr id="6" name="Łącznik prosty 5">
            <a:extLst>
              <a:ext uri="{FF2B5EF4-FFF2-40B4-BE49-F238E27FC236}">
                <a16:creationId xmlns:a16="http://schemas.microsoft.com/office/drawing/2014/main" id="{99D6B5B7-21A5-3BED-394A-5383E64E7DF5}"/>
              </a:ext>
            </a:extLst>
          </p:cNvPr>
          <p:cNvCxnSpPr>
            <a:cxnSpLocks/>
          </p:cNvCxnSpPr>
          <p:nvPr userDrawn="1"/>
        </p:nvCxnSpPr>
        <p:spPr>
          <a:xfrm>
            <a:off x="0" y="6400800"/>
            <a:ext cx="12192000" cy="0"/>
          </a:xfrm>
          <a:prstGeom prst="line">
            <a:avLst/>
          </a:prstGeom>
          <a:ln w="9525">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ytuł 10">
            <a:extLst>
              <a:ext uri="{FF2B5EF4-FFF2-40B4-BE49-F238E27FC236}">
                <a16:creationId xmlns:a16="http://schemas.microsoft.com/office/drawing/2014/main" id="{53B1AF28-7C69-5D76-E7F7-FF9768CC36DF}"/>
              </a:ext>
            </a:extLst>
          </p:cNvPr>
          <p:cNvSpPr>
            <a:spLocks noGrp="1"/>
          </p:cNvSpPr>
          <p:nvPr>
            <p:ph type="title"/>
          </p:nvPr>
        </p:nvSpPr>
        <p:spPr>
          <a:xfrm>
            <a:off x="1143001" y="5166360"/>
            <a:ext cx="8759952" cy="786384"/>
          </a:xfrm>
        </p:spPr>
        <p:txBody>
          <a:bodyPr rtlCol="0"/>
          <a:lstStyle>
            <a:lvl1pPr>
              <a:lnSpc>
                <a:spcPct val="110000"/>
              </a:lnSpc>
              <a:defRPr sz="2800" b="1">
                <a:solidFill>
                  <a:schemeClr val="bg1"/>
                </a:solidFill>
                <a:latin typeface="+mn-lt"/>
              </a:defRPr>
            </a:lvl1pPr>
          </a:lstStyle>
          <a:p>
            <a:pPr rtl="0"/>
            <a:r>
              <a:rPr lang="pl"/>
              <a:t>Kliknij, aby edytować styl wzorca tytułu</a:t>
            </a:r>
          </a:p>
        </p:txBody>
      </p:sp>
    </p:spTree>
    <p:extLst>
      <p:ext uri="{BB962C8B-B14F-4D97-AF65-F5344CB8AC3E}">
        <p14:creationId xmlns:p14="http://schemas.microsoft.com/office/powerpoint/2010/main" val="3859893637"/>
      </p:ext>
    </p:extLst>
  </p:cSld>
  <p:clrMapOvr>
    <a:overrideClrMapping bg1="dk1" tx1="lt1" bg2="dk2" tx2="lt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Stwierdzenie">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rtlCol="0"/>
          <a:lstStyle/>
          <a:p>
            <a:pPr rtl="0"/>
            <a:r>
              <a:rPr lang="pl"/>
              <a:t>Kliknij, aby edytować styl wzorca tytułu</a:t>
            </a:r>
            <a:endParaRPr lang="en-US" dirty="0"/>
          </a:p>
        </p:txBody>
      </p:sp>
      <p:sp>
        <p:nvSpPr>
          <p:cNvPr id="7" name="Zawartość — symbol zastępczy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143000" y="685800"/>
            <a:ext cx="9906000" cy="5257800"/>
          </a:xfrm>
        </p:spPr>
        <p:txBody>
          <a:bodyPr rtlCol="0" anchor="t">
            <a:normAutofit/>
          </a:bodyPr>
          <a:lstStyle>
            <a:lvl1pPr marL="0" indent="0">
              <a:lnSpc>
                <a:spcPct val="90000"/>
              </a:lnSpc>
              <a:buNone/>
              <a:defRPr sz="5400" b="0">
                <a:solidFill>
                  <a:schemeClr val="bg1"/>
                </a:solidFill>
                <a:latin typeface="+mj-lt"/>
                <a:cs typeface="Mongolian Baiti" panose="03000500000000000000" pitchFamily="66" charset="0"/>
              </a:defRPr>
            </a:lvl1pPr>
            <a:lvl2pPr marL="228600" indent="0">
              <a:lnSpc>
                <a:spcPct val="90000"/>
              </a:lnSpc>
              <a:buNone/>
              <a:defRPr sz="5400" b="0">
                <a:solidFill>
                  <a:schemeClr val="bg1"/>
                </a:solidFill>
                <a:latin typeface="+mj-lt"/>
                <a:cs typeface="Mongolian Baiti" panose="03000500000000000000" pitchFamily="66" charset="0"/>
              </a:defRPr>
            </a:lvl2pPr>
            <a:lvl3pPr marL="457200" indent="0">
              <a:lnSpc>
                <a:spcPct val="90000"/>
              </a:lnSpc>
              <a:buNone/>
              <a:defRPr sz="5400" b="0">
                <a:solidFill>
                  <a:schemeClr val="bg1"/>
                </a:solidFill>
                <a:latin typeface="+mj-lt"/>
                <a:cs typeface="Mongolian Baiti" panose="03000500000000000000" pitchFamily="66" charset="0"/>
              </a:defRPr>
            </a:lvl3pPr>
            <a:lvl4pPr marL="685800" indent="0">
              <a:lnSpc>
                <a:spcPct val="90000"/>
              </a:lnSpc>
              <a:buNone/>
              <a:defRPr sz="5400" b="0">
                <a:solidFill>
                  <a:schemeClr val="bg1"/>
                </a:solidFill>
                <a:latin typeface="+mj-lt"/>
                <a:cs typeface="Mongolian Baiti" panose="03000500000000000000" pitchFamily="66" charset="0"/>
              </a:defRPr>
            </a:lvl4pPr>
            <a:lvl5pPr marL="914400" indent="0">
              <a:lnSpc>
                <a:spcPct val="90000"/>
              </a:lnSpc>
              <a:buNone/>
              <a:defRPr sz="5400" b="0">
                <a:solidFill>
                  <a:schemeClr val="bg1"/>
                </a:solidFill>
                <a:latin typeface="+mj-lt"/>
                <a:cs typeface="Mongolian Baiti" panose="03000500000000000000" pitchFamily="66" charset="0"/>
              </a:defRPr>
            </a:lvl5pPr>
          </a:lstStyle>
          <a:p>
            <a:pPr lvl="0" rtl="0"/>
            <a:r>
              <a:rPr lang="pl"/>
              <a:t>Kliknij, aby dodać stwierdzenie</a:t>
            </a:r>
          </a:p>
          <a:p>
            <a:pPr lvl="1" rtl="0"/>
            <a:r>
              <a:rPr lang="pl"/>
              <a:t>Drugi poziom</a:t>
            </a:r>
          </a:p>
          <a:p>
            <a:pPr lvl="2" rtl="0"/>
            <a:r>
              <a:rPr lang="pl"/>
              <a:t>Trzeci poziom</a:t>
            </a:r>
          </a:p>
          <a:p>
            <a:pPr lvl="3" rtl="0"/>
            <a:r>
              <a:rPr lang="pl"/>
              <a:t>Czwarty poziom</a:t>
            </a:r>
          </a:p>
          <a:p>
            <a:pPr lvl="4" rtl="0"/>
            <a:r>
              <a:rPr lang="pl"/>
              <a:t>Piąty poziom</a:t>
            </a:r>
          </a:p>
        </p:txBody>
      </p:sp>
      <p:sp>
        <p:nvSpPr>
          <p:cNvPr id="4" name="Stopka — symbol zastępczy 3">
            <a:extLst>
              <a:ext uri="{FF2B5EF4-FFF2-40B4-BE49-F238E27FC236}">
                <a16:creationId xmlns:a16="http://schemas.microsoft.com/office/drawing/2014/main" id="{3D56E87B-2252-4382-E6E7-15A81BCC8029}"/>
              </a:ext>
            </a:extLst>
          </p:cNvPr>
          <p:cNvSpPr>
            <a:spLocks noGrp="1"/>
          </p:cNvSpPr>
          <p:nvPr>
            <p:ph type="ftr" sz="quarter" idx="11"/>
          </p:nvPr>
        </p:nvSpPr>
        <p:spPr/>
        <p:txBody>
          <a:bodyPr rtlCol="0"/>
          <a:lstStyle>
            <a:lvl1pPr>
              <a:defRPr>
                <a:solidFill>
                  <a:schemeClr val="bg1"/>
                </a:solidFill>
              </a:defRPr>
            </a:lvl1pPr>
          </a:lstStyle>
          <a:p>
            <a:pPr rtl="0"/>
            <a:r>
              <a:rPr lang="pl"/>
              <a:t>Przykładowy tekst stopki</a:t>
            </a:r>
            <a:endParaRPr lang="en-US" dirty="0">
              <a:solidFill>
                <a:schemeClr val="bg1"/>
              </a:solidFill>
            </a:endParaRPr>
          </a:p>
        </p:txBody>
      </p:sp>
      <p:sp>
        <p:nvSpPr>
          <p:cNvPr id="3" name="Data — symbol zastępczy 2">
            <a:extLst>
              <a:ext uri="{FF2B5EF4-FFF2-40B4-BE49-F238E27FC236}">
                <a16:creationId xmlns:a16="http://schemas.microsoft.com/office/drawing/2014/main" id="{67F688C7-1128-9027-65E4-A17BBE7DDDF0}"/>
              </a:ext>
            </a:extLst>
          </p:cNvPr>
          <p:cNvSpPr>
            <a:spLocks noGrp="1"/>
          </p:cNvSpPr>
          <p:nvPr>
            <p:ph type="dt" sz="half" idx="10"/>
          </p:nvPr>
        </p:nvSpPr>
        <p:spPr>
          <a:xfrm>
            <a:off x="10058401" y="6400800"/>
            <a:ext cx="990599" cy="457200"/>
          </a:xfrm>
        </p:spPr>
        <p:txBody>
          <a:bodyPr rtlCol="0"/>
          <a:lstStyle>
            <a:lvl1pPr>
              <a:defRPr>
                <a:solidFill>
                  <a:schemeClr val="bg1"/>
                </a:solidFill>
              </a:defRPr>
            </a:lvl1pPr>
          </a:lstStyle>
          <a:p>
            <a:pPr rtl="0"/>
            <a:r>
              <a:rPr lang="en-US"/>
              <a:t>30/10/2025</a:t>
            </a:r>
            <a:endParaRPr lang="en-US" dirty="0"/>
          </a:p>
        </p:txBody>
      </p:sp>
      <p:sp>
        <p:nvSpPr>
          <p:cNvPr id="5" name="Numer slajdu — symbol zastępczy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rtlCol="0"/>
          <a:lstStyle>
            <a:lvl1pPr>
              <a:defRPr>
                <a:solidFill>
                  <a:schemeClr val="bg1"/>
                </a:solidFill>
              </a:defRPr>
            </a:lvl1pPr>
          </a:lstStyle>
          <a:p>
            <a:pPr rtl="0"/>
            <a:fld id="{AEAA3239-9EA4-4A65-A281-97F994456D9F}" type="slidenum">
              <a:rPr lang="en-US" smtClean="0"/>
              <a:pPr/>
              <a:t>‹#›</a:t>
            </a:fld>
            <a:endParaRPr lang="en-US" dirty="0"/>
          </a:p>
        </p:txBody>
      </p:sp>
      <p:cxnSp>
        <p:nvCxnSpPr>
          <p:cNvPr id="6" name="Łącznik prosty 5">
            <a:extLst>
              <a:ext uri="{FF2B5EF4-FFF2-40B4-BE49-F238E27FC236}">
                <a16:creationId xmlns:a16="http://schemas.microsoft.com/office/drawing/2014/main" id="{D9E59E0B-DA31-573A-9F4C-606FE4AAB022}"/>
              </a:ext>
            </a:extLst>
          </p:cNvPr>
          <p:cNvCxnSpPr>
            <a:cxnSpLocks/>
          </p:cNvCxnSpPr>
          <p:nvPr userDrawn="1"/>
        </p:nvCxnSpPr>
        <p:spPr>
          <a:xfrm>
            <a:off x="0" y="6400800"/>
            <a:ext cx="12192000" cy="0"/>
          </a:xfrm>
          <a:prstGeom prst="line">
            <a:avLst/>
          </a:prstGeom>
          <a:ln w="9525">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31073548"/>
      </p:ext>
    </p:extLst>
  </p:cSld>
  <p:clrMapOvr>
    <a:overrideClrMapping bg1="dk1" tx1="lt1" bg2="dk2" tx2="lt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Stwierdzenie 2">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rtlCol="0"/>
          <a:lstStyle/>
          <a:p>
            <a:pPr rtl="0"/>
            <a:r>
              <a:rPr lang="pl"/>
              <a:t>Kliknij, aby edytować styl wzorca tytułu</a:t>
            </a:r>
            <a:endParaRPr lang="en-US" dirty="0"/>
          </a:p>
        </p:txBody>
      </p:sp>
      <p:sp>
        <p:nvSpPr>
          <p:cNvPr id="7" name="Zawartość — symbol zastępczy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143000" y="685800"/>
            <a:ext cx="10439400" cy="5257800"/>
          </a:xfrm>
        </p:spPr>
        <p:txBody>
          <a:bodyPr rtlCol="0" anchor="t">
            <a:normAutofit/>
          </a:bodyPr>
          <a:lstStyle>
            <a:lvl1pPr marL="0" indent="0">
              <a:lnSpc>
                <a:spcPct val="90000"/>
              </a:lnSpc>
              <a:buNone/>
              <a:defRPr sz="5400" b="0">
                <a:solidFill>
                  <a:schemeClr val="tx1"/>
                </a:solidFill>
                <a:latin typeface="+mj-lt"/>
                <a:cs typeface="Mongolian Baiti" panose="03000500000000000000" pitchFamily="66" charset="0"/>
              </a:defRPr>
            </a:lvl1pPr>
            <a:lvl2pPr marL="228600" indent="0">
              <a:lnSpc>
                <a:spcPct val="90000"/>
              </a:lnSpc>
              <a:buNone/>
              <a:defRPr sz="5400" b="0">
                <a:solidFill>
                  <a:schemeClr val="tx1"/>
                </a:solidFill>
                <a:latin typeface="+mj-lt"/>
                <a:cs typeface="Mongolian Baiti" panose="03000500000000000000" pitchFamily="66" charset="0"/>
              </a:defRPr>
            </a:lvl2pPr>
            <a:lvl3pPr marL="457200" indent="0">
              <a:lnSpc>
                <a:spcPct val="90000"/>
              </a:lnSpc>
              <a:buNone/>
              <a:defRPr sz="5400" b="0">
                <a:solidFill>
                  <a:schemeClr val="tx1"/>
                </a:solidFill>
                <a:latin typeface="+mj-lt"/>
                <a:cs typeface="Mongolian Baiti" panose="03000500000000000000" pitchFamily="66" charset="0"/>
              </a:defRPr>
            </a:lvl3pPr>
            <a:lvl4pPr marL="685800" indent="0">
              <a:lnSpc>
                <a:spcPct val="90000"/>
              </a:lnSpc>
              <a:buNone/>
              <a:defRPr sz="5400" b="0">
                <a:solidFill>
                  <a:schemeClr val="tx1"/>
                </a:solidFill>
                <a:latin typeface="+mj-lt"/>
                <a:cs typeface="Mongolian Baiti" panose="03000500000000000000" pitchFamily="66" charset="0"/>
              </a:defRPr>
            </a:lvl4pPr>
            <a:lvl5pPr marL="914400" indent="0">
              <a:lnSpc>
                <a:spcPct val="90000"/>
              </a:lnSpc>
              <a:buNone/>
              <a:defRPr sz="5400" b="0">
                <a:solidFill>
                  <a:schemeClr val="tx1"/>
                </a:solidFill>
                <a:latin typeface="+mj-lt"/>
                <a:cs typeface="Mongolian Baiti" panose="03000500000000000000" pitchFamily="66" charset="0"/>
              </a:defRPr>
            </a:lvl5pPr>
          </a:lstStyle>
          <a:p>
            <a:pPr lvl="0" rtl="0"/>
            <a:r>
              <a:rPr lang="pl"/>
              <a:t>Kliknij, aby dodać stwierdzenie</a:t>
            </a:r>
          </a:p>
          <a:p>
            <a:pPr lvl="1" rtl="0"/>
            <a:r>
              <a:rPr lang="pl"/>
              <a:t>Drugi poziom</a:t>
            </a:r>
          </a:p>
          <a:p>
            <a:pPr lvl="2" rtl="0"/>
            <a:r>
              <a:rPr lang="pl"/>
              <a:t>Trzeci poziom</a:t>
            </a:r>
          </a:p>
          <a:p>
            <a:pPr lvl="3" rtl="0"/>
            <a:r>
              <a:rPr lang="pl"/>
              <a:t>Czwarty poziom</a:t>
            </a:r>
          </a:p>
          <a:p>
            <a:pPr lvl="4" rtl="0"/>
            <a:r>
              <a:rPr lang="pl"/>
              <a:t>Piąty poziom</a:t>
            </a:r>
          </a:p>
        </p:txBody>
      </p:sp>
      <p:sp>
        <p:nvSpPr>
          <p:cNvPr id="4" name="Stopka — symbol zastępczy 3">
            <a:extLst>
              <a:ext uri="{FF2B5EF4-FFF2-40B4-BE49-F238E27FC236}">
                <a16:creationId xmlns:a16="http://schemas.microsoft.com/office/drawing/2014/main" id="{3D56E87B-2252-4382-E6E7-15A81BCC8029}"/>
              </a:ext>
            </a:extLst>
          </p:cNvPr>
          <p:cNvSpPr>
            <a:spLocks noGrp="1"/>
          </p:cNvSpPr>
          <p:nvPr>
            <p:ph type="ftr" sz="quarter" idx="11"/>
          </p:nvPr>
        </p:nvSpPr>
        <p:spPr/>
        <p:txBody>
          <a:bodyPr rtlCol="0"/>
          <a:lstStyle/>
          <a:p>
            <a:pPr rtl="0"/>
            <a:r>
              <a:rPr lang="pl"/>
              <a:t>Przykładowy tekst stopki</a:t>
            </a:r>
          </a:p>
        </p:txBody>
      </p:sp>
      <p:sp>
        <p:nvSpPr>
          <p:cNvPr id="3" name="Data — symbol zastępczy 2">
            <a:extLst>
              <a:ext uri="{FF2B5EF4-FFF2-40B4-BE49-F238E27FC236}">
                <a16:creationId xmlns:a16="http://schemas.microsoft.com/office/drawing/2014/main" id="{67F688C7-1128-9027-65E4-A17BBE7DDDF0}"/>
              </a:ext>
            </a:extLst>
          </p:cNvPr>
          <p:cNvSpPr>
            <a:spLocks noGrp="1"/>
          </p:cNvSpPr>
          <p:nvPr>
            <p:ph type="dt" sz="half" idx="10"/>
          </p:nvPr>
        </p:nvSpPr>
        <p:spPr>
          <a:xfrm>
            <a:off x="10058401" y="6400800"/>
            <a:ext cx="990599" cy="457200"/>
          </a:xfrm>
        </p:spPr>
        <p:txBody>
          <a:bodyPr rtlCol="0"/>
          <a:lstStyle/>
          <a:p>
            <a:pPr rtl="0"/>
            <a:r>
              <a:rPr lang="en-US"/>
              <a:t>30/10/2025</a:t>
            </a:r>
            <a:endParaRPr lang="en-US" dirty="0"/>
          </a:p>
        </p:txBody>
      </p:sp>
      <p:sp>
        <p:nvSpPr>
          <p:cNvPr id="5" name="Numer slajdu — symbol zastępczy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rtlCol="0"/>
          <a:lstStyle/>
          <a:p>
            <a:pPr rtl="0"/>
            <a:fld id="{AEAA3239-9EA4-4A65-A281-97F994456D9F}" type="slidenum">
              <a:rPr lang="en-US" smtClean="0"/>
              <a:t>‹#›</a:t>
            </a:fld>
            <a:endParaRPr lang="en-US" dirty="0"/>
          </a:p>
        </p:txBody>
      </p:sp>
      <p:cxnSp>
        <p:nvCxnSpPr>
          <p:cNvPr id="6" name="Łącznik prosty 5">
            <a:extLst>
              <a:ext uri="{FF2B5EF4-FFF2-40B4-BE49-F238E27FC236}">
                <a16:creationId xmlns:a16="http://schemas.microsoft.com/office/drawing/2014/main" id="{5E01FFB5-9AC9-5608-D38C-31B179F100FD}"/>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5081"/>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Stwierdzenie 3">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rtlCol="0"/>
          <a:lstStyle/>
          <a:p>
            <a:pPr rtl="0"/>
            <a:r>
              <a:rPr lang="pl"/>
              <a:t>Kliknij, aby edytować styl wzorca tytułu</a:t>
            </a:r>
            <a:endParaRPr lang="en-US" dirty="0"/>
          </a:p>
        </p:txBody>
      </p:sp>
      <p:sp>
        <p:nvSpPr>
          <p:cNvPr id="7" name="Zawartość — symbol zastępczy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143000" y="685801"/>
            <a:ext cx="9906000" cy="5257799"/>
          </a:xfrm>
        </p:spPr>
        <p:txBody>
          <a:bodyPr rtlCol="0" anchor="b">
            <a:normAutofit/>
          </a:bodyPr>
          <a:lstStyle>
            <a:lvl1pPr marL="0" indent="0">
              <a:lnSpc>
                <a:spcPct val="90000"/>
              </a:lnSpc>
              <a:buNone/>
              <a:defRPr sz="5400" b="0">
                <a:latin typeface="+mj-lt"/>
                <a:cs typeface="Mongolian Baiti" panose="03000500000000000000" pitchFamily="66" charset="0"/>
              </a:defRPr>
            </a:lvl1pPr>
            <a:lvl2pPr marL="228600" indent="0">
              <a:lnSpc>
                <a:spcPct val="90000"/>
              </a:lnSpc>
              <a:buNone/>
              <a:defRPr sz="5400" b="0">
                <a:latin typeface="+mj-lt"/>
                <a:cs typeface="Mongolian Baiti" panose="03000500000000000000" pitchFamily="66" charset="0"/>
              </a:defRPr>
            </a:lvl2pPr>
            <a:lvl3pPr marL="457200" indent="0">
              <a:lnSpc>
                <a:spcPct val="90000"/>
              </a:lnSpc>
              <a:buNone/>
              <a:defRPr sz="5400" b="0">
                <a:latin typeface="+mj-lt"/>
                <a:cs typeface="Mongolian Baiti" panose="03000500000000000000" pitchFamily="66" charset="0"/>
              </a:defRPr>
            </a:lvl3pPr>
            <a:lvl4pPr marL="685800" indent="0">
              <a:lnSpc>
                <a:spcPct val="90000"/>
              </a:lnSpc>
              <a:buNone/>
              <a:defRPr sz="5400" b="0">
                <a:latin typeface="+mj-lt"/>
                <a:cs typeface="Mongolian Baiti" panose="03000500000000000000" pitchFamily="66" charset="0"/>
              </a:defRPr>
            </a:lvl4pPr>
            <a:lvl5pPr marL="914400" indent="0">
              <a:lnSpc>
                <a:spcPct val="90000"/>
              </a:lnSpc>
              <a:buNone/>
              <a:defRPr sz="5400" b="0">
                <a:latin typeface="+mj-lt"/>
                <a:cs typeface="Mongolian Baiti" panose="03000500000000000000" pitchFamily="66" charset="0"/>
              </a:defRPr>
            </a:lvl5pPr>
          </a:lstStyle>
          <a:p>
            <a:pPr lvl="0" rtl="0"/>
            <a:r>
              <a:rPr lang="pl"/>
              <a:t>Kliknij, aby dodać stwierdzenie</a:t>
            </a:r>
          </a:p>
          <a:p>
            <a:pPr lvl="1" rtl="0"/>
            <a:r>
              <a:rPr lang="pl"/>
              <a:t>Drugi poziom</a:t>
            </a:r>
          </a:p>
          <a:p>
            <a:pPr lvl="2" rtl="0"/>
            <a:r>
              <a:rPr lang="pl"/>
              <a:t>Trzeci poziom</a:t>
            </a:r>
          </a:p>
          <a:p>
            <a:pPr lvl="3" rtl="0"/>
            <a:r>
              <a:rPr lang="pl"/>
              <a:t>Czwarty poziom</a:t>
            </a:r>
          </a:p>
          <a:p>
            <a:pPr lvl="4" rtl="0"/>
            <a:r>
              <a:rPr lang="pl"/>
              <a:t>Piąty poziom</a:t>
            </a:r>
          </a:p>
        </p:txBody>
      </p:sp>
      <p:sp>
        <p:nvSpPr>
          <p:cNvPr id="4" name="Stopka — symbol zastępczy 3">
            <a:extLst>
              <a:ext uri="{FF2B5EF4-FFF2-40B4-BE49-F238E27FC236}">
                <a16:creationId xmlns:a16="http://schemas.microsoft.com/office/drawing/2014/main" id="{3D56E87B-2252-4382-E6E7-15A81BCC8029}"/>
              </a:ext>
            </a:extLst>
          </p:cNvPr>
          <p:cNvSpPr>
            <a:spLocks noGrp="1"/>
          </p:cNvSpPr>
          <p:nvPr>
            <p:ph type="ftr" sz="quarter" idx="11"/>
          </p:nvPr>
        </p:nvSpPr>
        <p:spPr>
          <a:xfrm>
            <a:off x="152400" y="6400800"/>
            <a:ext cx="5943599" cy="457200"/>
          </a:xfrm>
        </p:spPr>
        <p:txBody>
          <a:bodyPr rtlCol="0"/>
          <a:lstStyle/>
          <a:p>
            <a:pPr rtl="0"/>
            <a:r>
              <a:rPr lang="pl"/>
              <a:t>Przykładowy tekst stopki</a:t>
            </a:r>
          </a:p>
        </p:txBody>
      </p:sp>
      <p:sp>
        <p:nvSpPr>
          <p:cNvPr id="3" name="Data — symbol zastępczy 2">
            <a:extLst>
              <a:ext uri="{FF2B5EF4-FFF2-40B4-BE49-F238E27FC236}">
                <a16:creationId xmlns:a16="http://schemas.microsoft.com/office/drawing/2014/main" id="{67F688C7-1128-9027-65E4-A17BBE7DDDF0}"/>
              </a:ext>
            </a:extLst>
          </p:cNvPr>
          <p:cNvSpPr>
            <a:spLocks noGrp="1"/>
          </p:cNvSpPr>
          <p:nvPr>
            <p:ph type="dt" sz="half" idx="10"/>
          </p:nvPr>
        </p:nvSpPr>
        <p:spPr>
          <a:xfrm>
            <a:off x="10058400" y="6400800"/>
            <a:ext cx="990600" cy="457200"/>
          </a:xfrm>
        </p:spPr>
        <p:txBody>
          <a:bodyPr rtlCol="0"/>
          <a:lstStyle/>
          <a:p>
            <a:pPr rtl="0"/>
            <a:r>
              <a:rPr lang="en-US"/>
              <a:t>30/10/2025</a:t>
            </a:r>
            <a:endParaRPr lang="en-US" dirty="0"/>
          </a:p>
        </p:txBody>
      </p:sp>
      <p:sp>
        <p:nvSpPr>
          <p:cNvPr id="5" name="Numer slajdu — symbol zastępczy 4">
            <a:extLst>
              <a:ext uri="{FF2B5EF4-FFF2-40B4-BE49-F238E27FC236}">
                <a16:creationId xmlns:a16="http://schemas.microsoft.com/office/drawing/2014/main" id="{8C1C6A68-1AC4-7B10-CD66-D67327434E62}"/>
              </a:ext>
            </a:extLst>
          </p:cNvPr>
          <p:cNvSpPr>
            <a:spLocks noGrp="1"/>
          </p:cNvSpPr>
          <p:nvPr>
            <p:ph type="sldNum" sz="quarter" idx="12"/>
          </p:nvPr>
        </p:nvSpPr>
        <p:spPr>
          <a:xfrm>
            <a:off x="11049000" y="6400800"/>
            <a:ext cx="990600" cy="457200"/>
          </a:xfrm>
        </p:spPr>
        <p:txBody>
          <a:bodyPr rtlCol="0"/>
          <a:lstStyle/>
          <a:p>
            <a:pPr rtl="0"/>
            <a:fld id="{AEAA3239-9EA4-4A65-A281-97F994456D9F}" type="slidenum">
              <a:rPr lang="en-US" smtClean="0"/>
              <a:t>‹#›</a:t>
            </a:fld>
            <a:endParaRPr lang="en-US" dirty="0"/>
          </a:p>
        </p:txBody>
      </p:sp>
      <p:cxnSp>
        <p:nvCxnSpPr>
          <p:cNvPr id="6" name="Łącznik prosty 5">
            <a:extLst>
              <a:ext uri="{FF2B5EF4-FFF2-40B4-BE49-F238E27FC236}">
                <a16:creationId xmlns:a16="http://schemas.microsoft.com/office/drawing/2014/main" id="{816CE4C6-A657-5805-17C1-DFBE412C51BD}"/>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00753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Stwierdzenie 5">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rtlCol="0"/>
          <a:lstStyle/>
          <a:p>
            <a:pPr rtl="0"/>
            <a:r>
              <a:rPr lang="pl"/>
              <a:t>Kliknij, aby edytować styl wzorca tytułu</a:t>
            </a:r>
            <a:endParaRPr lang="en-US" dirty="0"/>
          </a:p>
        </p:txBody>
      </p:sp>
      <p:sp>
        <p:nvSpPr>
          <p:cNvPr id="7" name="Zawartość — symbol zastępczy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143000" y="685800"/>
            <a:ext cx="9906000" cy="5257800"/>
          </a:xfrm>
        </p:spPr>
        <p:txBody>
          <a:bodyPr vert="horz" lIns="91440" tIns="45720" rIns="91440" bIns="45720" rtlCol="0" anchor="t">
            <a:normAutofit/>
          </a:bodyPr>
          <a:lstStyle>
            <a:lvl1pPr marL="0" indent="0">
              <a:lnSpc>
                <a:spcPct val="90000"/>
              </a:lnSpc>
              <a:buNone/>
              <a:defRPr lang="en-US" sz="5400" b="1" dirty="0">
                <a:solidFill>
                  <a:schemeClr val="bg1"/>
                </a:solidFill>
                <a:latin typeface="+mn-lt"/>
              </a:defRPr>
            </a:lvl1pPr>
            <a:lvl2pPr marL="228600" indent="0">
              <a:lnSpc>
                <a:spcPct val="90000"/>
              </a:lnSpc>
              <a:buNone/>
              <a:defRPr lang="en-US" sz="5400" b="1" dirty="0">
                <a:solidFill>
                  <a:schemeClr val="bg1"/>
                </a:solidFill>
                <a:latin typeface="+mn-lt"/>
              </a:defRPr>
            </a:lvl2pPr>
            <a:lvl3pPr marL="457200" indent="0">
              <a:lnSpc>
                <a:spcPct val="90000"/>
              </a:lnSpc>
              <a:buNone/>
              <a:defRPr lang="en-US" sz="5400" b="1" dirty="0">
                <a:solidFill>
                  <a:schemeClr val="bg1"/>
                </a:solidFill>
                <a:latin typeface="+mn-lt"/>
              </a:defRPr>
            </a:lvl3pPr>
            <a:lvl4pPr marL="685800" indent="0">
              <a:lnSpc>
                <a:spcPct val="90000"/>
              </a:lnSpc>
              <a:buNone/>
              <a:defRPr lang="en-US" sz="5400" b="1" dirty="0">
                <a:solidFill>
                  <a:schemeClr val="bg1"/>
                </a:solidFill>
                <a:latin typeface="+mn-lt"/>
              </a:defRPr>
            </a:lvl4pPr>
            <a:lvl5pPr marL="914400" indent="0">
              <a:lnSpc>
                <a:spcPct val="90000"/>
              </a:lnSpc>
              <a:buNone/>
              <a:defRPr lang="en-US" sz="5400" b="1" dirty="0">
                <a:solidFill>
                  <a:schemeClr val="bg1"/>
                </a:solidFill>
                <a:latin typeface="+mn-lt"/>
              </a:defRPr>
            </a:lvl5pPr>
          </a:lstStyle>
          <a:p>
            <a:pPr lvl="0" rtl="0"/>
            <a:r>
              <a:rPr lang="pl"/>
              <a:t>Kliknij, aby dodać stwierdzenie</a:t>
            </a:r>
          </a:p>
          <a:p>
            <a:pPr lvl="1" rtl="0"/>
            <a:r>
              <a:rPr lang="pl"/>
              <a:t>Drugi poziom</a:t>
            </a:r>
          </a:p>
          <a:p>
            <a:pPr lvl="2" rtl="0"/>
            <a:r>
              <a:rPr lang="pl"/>
              <a:t>Trzeci poziom</a:t>
            </a:r>
          </a:p>
          <a:p>
            <a:pPr lvl="3" rtl="0"/>
            <a:r>
              <a:rPr lang="pl"/>
              <a:t>Czwarty poziom</a:t>
            </a:r>
          </a:p>
          <a:p>
            <a:pPr lvl="4" rtl="0"/>
            <a:r>
              <a:rPr lang="pl"/>
              <a:t>Piąty poziom</a:t>
            </a:r>
          </a:p>
        </p:txBody>
      </p:sp>
      <p:sp>
        <p:nvSpPr>
          <p:cNvPr id="4" name="Stopka — symbol zastępczy 3">
            <a:extLst>
              <a:ext uri="{FF2B5EF4-FFF2-40B4-BE49-F238E27FC236}">
                <a16:creationId xmlns:a16="http://schemas.microsoft.com/office/drawing/2014/main" id="{3D56E87B-2252-4382-E6E7-15A81BCC8029}"/>
              </a:ext>
            </a:extLst>
          </p:cNvPr>
          <p:cNvSpPr>
            <a:spLocks noGrp="1"/>
          </p:cNvSpPr>
          <p:nvPr>
            <p:ph type="ftr" sz="quarter" idx="11"/>
          </p:nvPr>
        </p:nvSpPr>
        <p:spPr/>
        <p:txBody>
          <a:bodyPr rtlCol="0"/>
          <a:lstStyle>
            <a:lvl1pPr>
              <a:defRPr>
                <a:solidFill>
                  <a:schemeClr val="bg1"/>
                </a:solidFill>
              </a:defRPr>
            </a:lvl1pPr>
          </a:lstStyle>
          <a:p>
            <a:pPr rtl="0"/>
            <a:r>
              <a:rPr lang="pl"/>
              <a:t>Przykładowy tekst stopki</a:t>
            </a:r>
            <a:endParaRPr lang="en-US" dirty="0">
              <a:solidFill>
                <a:schemeClr val="bg1"/>
              </a:solidFill>
            </a:endParaRPr>
          </a:p>
        </p:txBody>
      </p:sp>
      <p:sp>
        <p:nvSpPr>
          <p:cNvPr id="3" name="Data — symbol zastępczy 2">
            <a:extLst>
              <a:ext uri="{FF2B5EF4-FFF2-40B4-BE49-F238E27FC236}">
                <a16:creationId xmlns:a16="http://schemas.microsoft.com/office/drawing/2014/main" id="{67F688C7-1128-9027-65E4-A17BBE7DDDF0}"/>
              </a:ext>
            </a:extLst>
          </p:cNvPr>
          <p:cNvSpPr>
            <a:spLocks noGrp="1"/>
          </p:cNvSpPr>
          <p:nvPr>
            <p:ph type="dt" sz="half" idx="10"/>
          </p:nvPr>
        </p:nvSpPr>
        <p:spPr>
          <a:xfrm>
            <a:off x="10058401" y="6400800"/>
            <a:ext cx="990599" cy="457200"/>
          </a:xfrm>
        </p:spPr>
        <p:txBody>
          <a:bodyPr rtlCol="0"/>
          <a:lstStyle>
            <a:lvl1pPr>
              <a:defRPr>
                <a:solidFill>
                  <a:schemeClr val="bg1"/>
                </a:solidFill>
              </a:defRPr>
            </a:lvl1pPr>
          </a:lstStyle>
          <a:p>
            <a:pPr rtl="0"/>
            <a:r>
              <a:rPr lang="en-US"/>
              <a:t>30/10/2025</a:t>
            </a:r>
            <a:endParaRPr lang="en-US" dirty="0"/>
          </a:p>
        </p:txBody>
      </p:sp>
      <p:sp>
        <p:nvSpPr>
          <p:cNvPr id="5" name="Numer slajdu — symbol zastępczy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rtlCol="0"/>
          <a:lstStyle>
            <a:lvl1pPr>
              <a:defRPr>
                <a:solidFill>
                  <a:schemeClr val="bg1"/>
                </a:solidFill>
              </a:defRPr>
            </a:lvl1pPr>
          </a:lstStyle>
          <a:p>
            <a:pPr rtl="0"/>
            <a:fld id="{AEAA3239-9EA4-4A65-A281-97F994456D9F}" type="slidenum">
              <a:rPr lang="en-US" smtClean="0"/>
              <a:pPr/>
              <a:t>‹#›</a:t>
            </a:fld>
            <a:endParaRPr lang="en-US" dirty="0"/>
          </a:p>
        </p:txBody>
      </p:sp>
      <p:cxnSp>
        <p:nvCxnSpPr>
          <p:cNvPr id="6" name="Łącznik prosty 5">
            <a:extLst>
              <a:ext uri="{FF2B5EF4-FFF2-40B4-BE49-F238E27FC236}">
                <a16:creationId xmlns:a16="http://schemas.microsoft.com/office/drawing/2014/main" id="{2C45B696-5A62-5895-72D9-DC0A3B3E2F89}"/>
              </a:ext>
            </a:extLst>
          </p:cNvPr>
          <p:cNvCxnSpPr>
            <a:cxnSpLocks/>
          </p:cNvCxnSpPr>
          <p:nvPr userDrawn="1"/>
        </p:nvCxnSpPr>
        <p:spPr>
          <a:xfrm>
            <a:off x="0" y="6400800"/>
            <a:ext cx="12192000" cy="0"/>
          </a:xfrm>
          <a:prstGeom prst="line">
            <a:avLst/>
          </a:prstGeom>
          <a:ln w="9525">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23204"/>
      </p:ext>
    </p:extLst>
  </p:cSld>
  <p:clrMapOvr>
    <a:overrideClrMapping bg1="dk1" tx1="lt1" bg2="dk2" tx2="lt2" accent1="accent1" accent2="accent2" accent3="accent3" accent4="accent4" accent5="accent5" accent6="accent6" hlink="hlink" folHlink="folHlink"/>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Cytat">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D212FA0A-1F7B-DD41-ECED-02B60BC46B10}"/>
              </a:ext>
            </a:extLst>
          </p:cNvPr>
          <p:cNvSpPr>
            <a:spLocks noGrp="1"/>
          </p:cNvSpPr>
          <p:nvPr>
            <p:ph type="title" hasCustomPrompt="1"/>
          </p:nvPr>
        </p:nvSpPr>
        <p:spPr>
          <a:xfrm>
            <a:off x="1143000" y="5029200"/>
            <a:ext cx="9906000" cy="914400"/>
          </a:xfrm>
        </p:spPr>
        <p:txBody>
          <a:bodyPr rtlCol="0" anchor="b">
            <a:normAutofit/>
          </a:bodyPr>
          <a:lstStyle>
            <a:lvl1pPr>
              <a:lnSpc>
                <a:spcPct val="120000"/>
              </a:lnSpc>
              <a:defRPr sz="2000" b="1" i="0" spc="0">
                <a:solidFill>
                  <a:schemeClr val="accent1"/>
                </a:solidFill>
                <a:latin typeface="+mn-lt"/>
              </a:defRPr>
            </a:lvl1pPr>
          </a:lstStyle>
          <a:p>
            <a:pPr rtl="0"/>
            <a:r>
              <a:rPr lang="pl"/>
              <a:t>Autor cytatu</a:t>
            </a:r>
          </a:p>
        </p:txBody>
      </p:sp>
      <p:sp>
        <p:nvSpPr>
          <p:cNvPr id="7" name="Zawartość — symbol zastępczy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143000" y="685800"/>
            <a:ext cx="9906000" cy="4114800"/>
          </a:xfrm>
        </p:spPr>
        <p:txBody>
          <a:bodyPr rtlCol="0" anchor="b">
            <a:normAutofit/>
          </a:bodyPr>
          <a:lstStyle>
            <a:lvl1pPr marL="164592" indent="-164592">
              <a:lnSpc>
                <a:spcPct val="100000"/>
              </a:lnSpc>
              <a:spcBef>
                <a:spcPts val="0"/>
              </a:spcBef>
              <a:buNone/>
              <a:defRPr sz="5400">
                <a:latin typeface="+mj-lt"/>
                <a:cs typeface="Mongolian Baiti" panose="03000500000000000000" pitchFamily="66" charset="0"/>
              </a:defRPr>
            </a:lvl1pPr>
          </a:lstStyle>
          <a:p>
            <a:pPr lvl="0" rtl="0"/>
            <a:r>
              <a:rPr lang="pl"/>
              <a:t>Kliknij, aby dodać cytat</a:t>
            </a:r>
          </a:p>
        </p:txBody>
      </p:sp>
      <p:sp>
        <p:nvSpPr>
          <p:cNvPr id="4" name="Stopka — symbol zastępczy 3">
            <a:extLst>
              <a:ext uri="{FF2B5EF4-FFF2-40B4-BE49-F238E27FC236}">
                <a16:creationId xmlns:a16="http://schemas.microsoft.com/office/drawing/2014/main" id="{B23912E3-7555-EAAB-BE83-59ED3B5C9E5B}"/>
              </a:ext>
            </a:extLst>
          </p:cNvPr>
          <p:cNvSpPr>
            <a:spLocks noGrp="1"/>
          </p:cNvSpPr>
          <p:nvPr>
            <p:ph type="ftr" sz="quarter" idx="11"/>
          </p:nvPr>
        </p:nvSpPr>
        <p:spPr/>
        <p:txBody>
          <a:bodyPr rtlCol="0"/>
          <a:lstStyle/>
          <a:p>
            <a:pPr rtl="0"/>
            <a:r>
              <a:rPr lang="pl"/>
              <a:t>Przykładowy tekst stopki</a:t>
            </a:r>
          </a:p>
        </p:txBody>
      </p:sp>
      <p:sp>
        <p:nvSpPr>
          <p:cNvPr id="3" name="Data — symbol zastępczy 2">
            <a:extLst>
              <a:ext uri="{FF2B5EF4-FFF2-40B4-BE49-F238E27FC236}">
                <a16:creationId xmlns:a16="http://schemas.microsoft.com/office/drawing/2014/main" id="{C344C372-F7FA-5AA5-92C1-CF476A26623E}"/>
              </a:ext>
            </a:extLst>
          </p:cNvPr>
          <p:cNvSpPr>
            <a:spLocks noGrp="1"/>
          </p:cNvSpPr>
          <p:nvPr>
            <p:ph type="dt" sz="half" idx="10"/>
          </p:nvPr>
        </p:nvSpPr>
        <p:spPr>
          <a:xfrm>
            <a:off x="10058401" y="6400800"/>
            <a:ext cx="990599" cy="457200"/>
          </a:xfrm>
        </p:spPr>
        <p:txBody>
          <a:bodyPr rtlCol="0"/>
          <a:lstStyle/>
          <a:p>
            <a:pPr rtl="0"/>
            <a:r>
              <a:rPr lang="en-US"/>
              <a:t>30/10/2025</a:t>
            </a:r>
            <a:endParaRPr lang="en-US" dirty="0"/>
          </a:p>
        </p:txBody>
      </p:sp>
      <p:sp>
        <p:nvSpPr>
          <p:cNvPr id="5" name="Numer slajdu — symbol zastępczy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rtlCol="0"/>
          <a:lstStyle/>
          <a:p>
            <a:pPr rtl="0"/>
            <a:fld id="{AEAA3239-9EA4-4A65-A281-97F994456D9F}" type="slidenum">
              <a:rPr lang="en-US" smtClean="0"/>
              <a:t>‹#›</a:t>
            </a:fld>
            <a:endParaRPr lang="en-US" dirty="0"/>
          </a:p>
        </p:txBody>
      </p:sp>
      <p:cxnSp>
        <p:nvCxnSpPr>
          <p:cNvPr id="6" name="Łącznik prosty 5">
            <a:extLst>
              <a:ext uri="{FF2B5EF4-FFF2-40B4-BE49-F238E27FC236}">
                <a16:creationId xmlns:a16="http://schemas.microsoft.com/office/drawing/2014/main" id="{4A33729E-38D5-A1E3-A590-6B649D520DE4}"/>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2683580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Cytat 2">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D212FA0A-1F7B-DD41-ECED-02B60BC46B10}"/>
              </a:ext>
            </a:extLst>
          </p:cNvPr>
          <p:cNvSpPr>
            <a:spLocks noGrp="1"/>
          </p:cNvSpPr>
          <p:nvPr>
            <p:ph type="title" hasCustomPrompt="1"/>
          </p:nvPr>
        </p:nvSpPr>
        <p:spPr>
          <a:xfrm>
            <a:off x="1143000" y="4955722"/>
            <a:ext cx="9906000" cy="987878"/>
          </a:xfrm>
        </p:spPr>
        <p:txBody>
          <a:bodyPr rtlCol="0" anchor="ctr">
            <a:normAutofit/>
          </a:bodyPr>
          <a:lstStyle>
            <a:lvl1pPr algn="r">
              <a:lnSpc>
                <a:spcPct val="120000"/>
              </a:lnSpc>
              <a:defRPr sz="2000" b="1" i="0" spc="0">
                <a:solidFill>
                  <a:schemeClr val="bg1"/>
                </a:solidFill>
                <a:latin typeface="+mn-lt"/>
              </a:defRPr>
            </a:lvl1pPr>
          </a:lstStyle>
          <a:p>
            <a:pPr rtl="0"/>
            <a:r>
              <a:rPr lang="pl"/>
              <a:t>Autor cytatu</a:t>
            </a:r>
          </a:p>
        </p:txBody>
      </p:sp>
      <p:sp>
        <p:nvSpPr>
          <p:cNvPr id="7" name="Zawartość — symbol zastępczy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143000" y="685800"/>
            <a:ext cx="9906000" cy="3950208"/>
          </a:xfrm>
        </p:spPr>
        <p:txBody>
          <a:bodyPr rtlCol="0" anchor="t">
            <a:normAutofit/>
          </a:bodyPr>
          <a:lstStyle>
            <a:lvl1pPr marL="164592" indent="-164592">
              <a:lnSpc>
                <a:spcPct val="100000"/>
              </a:lnSpc>
              <a:spcBef>
                <a:spcPts val="0"/>
              </a:spcBef>
              <a:buNone/>
              <a:defRPr sz="4800">
                <a:solidFill>
                  <a:schemeClr val="bg1"/>
                </a:solidFill>
                <a:latin typeface="+mj-lt"/>
                <a:cs typeface="Mongolian Baiti" panose="03000500000000000000" pitchFamily="66" charset="0"/>
              </a:defRPr>
            </a:lvl1pPr>
          </a:lstStyle>
          <a:p>
            <a:pPr lvl="0" rtl="0"/>
            <a:r>
              <a:rPr lang="pl"/>
              <a:t>Kliknij, aby dodać cytat</a:t>
            </a:r>
          </a:p>
        </p:txBody>
      </p:sp>
      <p:sp>
        <p:nvSpPr>
          <p:cNvPr id="4" name="Stopka — symbol zastępczy 3">
            <a:extLst>
              <a:ext uri="{FF2B5EF4-FFF2-40B4-BE49-F238E27FC236}">
                <a16:creationId xmlns:a16="http://schemas.microsoft.com/office/drawing/2014/main" id="{B23912E3-7555-EAAB-BE83-59ED3B5C9E5B}"/>
              </a:ext>
            </a:extLst>
          </p:cNvPr>
          <p:cNvSpPr>
            <a:spLocks noGrp="1"/>
          </p:cNvSpPr>
          <p:nvPr>
            <p:ph type="ftr" sz="quarter" idx="11"/>
          </p:nvPr>
        </p:nvSpPr>
        <p:spPr/>
        <p:txBody>
          <a:bodyPr rtlCol="0"/>
          <a:lstStyle>
            <a:lvl1pPr>
              <a:defRPr>
                <a:solidFill>
                  <a:schemeClr val="bg1"/>
                </a:solidFill>
              </a:defRPr>
            </a:lvl1pPr>
          </a:lstStyle>
          <a:p>
            <a:pPr rtl="0"/>
            <a:r>
              <a:rPr lang="pl"/>
              <a:t>Przykładowy tekst stopki</a:t>
            </a:r>
            <a:endParaRPr lang="en-US" dirty="0">
              <a:solidFill>
                <a:schemeClr val="bg1"/>
              </a:solidFill>
            </a:endParaRPr>
          </a:p>
        </p:txBody>
      </p:sp>
      <p:sp>
        <p:nvSpPr>
          <p:cNvPr id="3" name="Data — symbol zastępczy 2">
            <a:extLst>
              <a:ext uri="{FF2B5EF4-FFF2-40B4-BE49-F238E27FC236}">
                <a16:creationId xmlns:a16="http://schemas.microsoft.com/office/drawing/2014/main" id="{C344C372-F7FA-5AA5-92C1-CF476A26623E}"/>
              </a:ext>
            </a:extLst>
          </p:cNvPr>
          <p:cNvSpPr>
            <a:spLocks noGrp="1"/>
          </p:cNvSpPr>
          <p:nvPr>
            <p:ph type="dt" sz="half" idx="10"/>
          </p:nvPr>
        </p:nvSpPr>
        <p:spPr>
          <a:xfrm>
            <a:off x="10058401" y="6400800"/>
            <a:ext cx="990599" cy="457200"/>
          </a:xfrm>
        </p:spPr>
        <p:txBody>
          <a:bodyPr rtlCol="0"/>
          <a:lstStyle>
            <a:lvl1pPr>
              <a:defRPr>
                <a:solidFill>
                  <a:schemeClr val="bg1"/>
                </a:solidFill>
              </a:defRPr>
            </a:lvl1pPr>
          </a:lstStyle>
          <a:p>
            <a:pPr rtl="0"/>
            <a:r>
              <a:rPr lang="en-US"/>
              <a:t>30/10/2025</a:t>
            </a:r>
            <a:endParaRPr lang="en-US" dirty="0"/>
          </a:p>
        </p:txBody>
      </p:sp>
      <p:sp>
        <p:nvSpPr>
          <p:cNvPr id="5" name="Numer slajdu — symbol zastępczy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rtlCol="0"/>
          <a:lstStyle>
            <a:lvl1pPr>
              <a:defRPr>
                <a:solidFill>
                  <a:schemeClr val="bg1"/>
                </a:solidFill>
              </a:defRPr>
            </a:lvl1pPr>
          </a:lstStyle>
          <a:p>
            <a:pPr rtl="0"/>
            <a:fld id="{AEAA3239-9EA4-4A65-A281-97F994456D9F}" type="slidenum">
              <a:rPr lang="en-US" smtClean="0"/>
              <a:pPr/>
              <a:t>‹#›</a:t>
            </a:fld>
            <a:endParaRPr lang="en-US" dirty="0"/>
          </a:p>
        </p:txBody>
      </p:sp>
      <p:cxnSp>
        <p:nvCxnSpPr>
          <p:cNvPr id="6" name="Łącznik prosty 5">
            <a:extLst>
              <a:ext uri="{FF2B5EF4-FFF2-40B4-BE49-F238E27FC236}">
                <a16:creationId xmlns:a16="http://schemas.microsoft.com/office/drawing/2014/main" id="{EAB597FC-DDBE-CAE6-D19E-43EBC6822347}"/>
              </a:ext>
            </a:extLst>
          </p:cNvPr>
          <p:cNvCxnSpPr>
            <a:cxnSpLocks/>
          </p:cNvCxnSpPr>
          <p:nvPr userDrawn="1"/>
        </p:nvCxnSpPr>
        <p:spPr>
          <a:xfrm>
            <a:off x="0" y="6400800"/>
            <a:ext cx="12192000" cy="0"/>
          </a:xfrm>
          <a:prstGeom prst="line">
            <a:avLst/>
          </a:prstGeom>
          <a:ln w="9525">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3231444"/>
      </p:ext>
    </p:extLst>
  </p:cSld>
  <p:clrMapOvr>
    <a:overrideClrMapping bg1="dk1" tx1="lt1" bg2="dk2" tx2="lt2" accent1="accent1" accent2="accent2" accent3="accent3" accent4="accent4" accent5="accent5" accent6="accent6" hlink="hlink" folHlink="folHlink"/>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Cytat 3">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D212FA0A-1F7B-DD41-ECED-02B60BC46B10}"/>
              </a:ext>
            </a:extLst>
          </p:cNvPr>
          <p:cNvSpPr>
            <a:spLocks noGrp="1"/>
          </p:cNvSpPr>
          <p:nvPr>
            <p:ph type="title" hasCustomPrompt="1"/>
          </p:nvPr>
        </p:nvSpPr>
        <p:spPr>
          <a:xfrm>
            <a:off x="4707468" y="5029200"/>
            <a:ext cx="6341532" cy="914399"/>
          </a:xfrm>
        </p:spPr>
        <p:txBody>
          <a:bodyPr rtlCol="0" anchor="b">
            <a:normAutofit/>
          </a:bodyPr>
          <a:lstStyle>
            <a:lvl1pPr algn="r">
              <a:lnSpc>
                <a:spcPct val="120000"/>
              </a:lnSpc>
              <a:defRPr sz="2000" b="1" i="0" spc="0">
                <a:solidFill>
                  <a:schemeClr val="accent1"/>
                </a:solidFill>
                <a:latin typeface="+mn-lt"/>
              </a:defRPr>
            </a:lvl1pPr>
          </a:lstStyle>
          <a:p>
            <a:pPr rtl="0"/>
            <a:r>
              <a:rPr lang="pl"/>
              <a:t>Autor cytatu</a:t>
            </a:r>
          </a:p>
        </p:txBody>
      </p:sp>
      <p:sp>
        <p:nvSpPr>
          <p:cNvPr id="7" name="Zawartość — symbol zastępczy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143000" y="685800"/>
            <a:ext cx="9906000" cy="4073980"/>
          </a:xfrm>
        </p:spPr>
        <p:txBody>
          <a:bodyPr rtlCol="0" anchor="ctr">
            <a:normAutofit/>
          </a:bodyPr>
          <a:lstStyle>
            <a:lvl1pPr marL="164592" indent="-164592">
              <a:lnSpc>
                <a:spcPct val="110000"/>
              </a:lnSpc>
              <a:spcBef>
                <a:spcPts val="0"/>
              </a:spcBef>
              <a:buNone/>
              <a:defRPr sz="5400">
                <a:latin typeface="+mj-lt"/>
                <a:cs typeface="Mongolian Baiti" panose="03000500000000000000" pitchFamily="66" charset="0"/>
              </a:defRPr>
            </a:lvl1pPr>
          </a:lstStyle>
          <a:p>
            <a:pPr lvl="0" rtl="0"/>
            <a:r>
              <a:rPr lang="pl"/>
              <a:t>Kliknij, aby dodać cytat</a:t>
            </a:r>
          </a:p>
        </p:txBody>
      </p:sp>
      <p:sp>
        <p:nvSpPr>
          <p:cNvPr id="4" name="Stopka — symbol zastępczy 3">
            <a:extLst>
              <a:ext uri="{FF2B5EF4-FFF2-40B4-BE49-F238E27FC236}">
                <a16:creationId xmlns:a16="http://schemas.microsoft.com/office/drawing/2014/main" id="{B23912E3-7555-EAAB-BE83-59ED3B5C9E5B}"/>
              </a:ext>
            </a:extLst>
          </p:cNvPr>
          <p:cNvSpPr>
            <a:spLocks noGrp="1"/>
          </p:cNvSpPr>
          <p:nvPr>
            <p:ph type="ftr" sz="quarter" idx="11"/>
          </p:nvPr>
        </p:nvSpPr>
        <p:spPr/>
        <p:txBody>
          <a:bodyPr rtlCol="0"/>
          <a:lstStyle/>
          <a:p>
            <a:pPr rtl="0"/>
            <a:r>
              <a:rPr lang="pl"/>
              <a:t>Przykładowy tekst stopki</a:t>
            </a:r>
          </a:p>
        </p:txBody>
      </p:sp>
      <p:sp>
        <p:nvSpPr>
          <p:cNvPr id="3" name="Data — symbol zastępczy 2">
            <a:extLst>
              <a:ext uri="{FF2B5EF4-FFF2-40B4-BE49-F238E27FC236}">
                <a16:creationId xmlns:a16="http://schemas.microsoft.com/office/drawing/2014/main" id="{C344C372-F7FA-5AA5-92C1-CF476A26623E}"/>
              </a:ext>
            </a:extLst>
          </p:cNvPr>
          <p:cNvSpPr>
            <a:spLocks noGrp="1"/>
          </p:cNvSpPr>
          <p:nvPr>
            <p:ph type="dt" sz="half" idx="10"/>
          </p:nvPr>
        </p:nvSpPr>
        <p:spPr>
          <a:xfrm>
            <a:off x="10058401" y="6400800"/>
            <a:ext cx="990599" cy="457200"/>
          </a:xfrm>
        </p:spPr>
        <p:txBody>
          <a:bodyPr rtlCol="0"/>
          <a:lstStyle/>
          <a:p>
            <a:pPr rtl="0"/>
            <a:r>
              <a:rPr lang="en-US"/>
              <a:t>30/10/2025</a:t>
            </a:r>
            <a:endParaRPr lang="en-US" dirty="0"/>
          </a:p>
        </p:txBody>
      </p:sp>
      <p:sp>
        <p:nvSpPr>
          <p:cNvPr id="5" name="Numer slajdu — symbol zastępczy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rtlCol="0"/>
          <a:lstStyle/>
          <a:p>
            <a:pPr rtl="0"/>
            <a:fld id="{AEAA3239-9EA4-4A65-A281-97F994456D9F}" type="slidenum">
              <a:rPr lang="en-US" smtClean="0"/>
              <a:t>‹#›</a:t>
            </a:fld>
            <a:endParaRPr lang="en-US" dirty="0"/>
          </a:p>
        </p:txBody>
      </p:sp>
      <p:cxnSp>
        <p:nvCxnSpPr>
          <p:cNvPr id="6" name="Łącznik prosty 5">
            <a:extLst>
              <a:ext uri="{FF2B5EF4-FFF2-40B4-BE49-F238E27FC236}">
                <a16:creationId xmlns:a16="http://schemas.microsoft.com/office/drawing/2014/main" id="{FE0B72BA-2488-6234-EBE9-5F35F28FB990}"/>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86450981"/>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Podsumowanie">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BC7433D9-FD02-59E2-0F81-A0B7201D2DA0}"/>
              </a:ext>
            </a:extLst>
          </p:cNvPr>
          <p:cNvSpPr>
            <a:spLocks noGrp="1"/>
          </p:cNvSpPr>
          <p:nvPr>
            <p:ph type="title"/>
          </p:nvPr>
        </p:nvSpPr>
        <p:spPr>
          <a:xfrm>
            <a:off x="1143000" y="685800"/>
            <a:ext cx="9906000" cy="1828800"/>
          </a:xfrm>
        </p:spPr>
        <p:txBody>
          <a:bodyPr rtlCol="0" anchor="b">
            <a:normAutofit/>
          </a:bodyPr>
          <a:lstStyle>
            <a:lvl1pPr>
              <a:defRPr sz="7200">
                <a:solidFill>
                  <a:schemeClr val="tx1"/>
                </a:solidFill>
              </a:defRPr>
            </a:lvl1pPr>
          </a:lstStyle>
          <a:p>
            <a:pPr rtl="0"/>
            <a:r>
              <a:rPr lang="pl"/>
              <a:t>Kliknij, aby edytować styl wzorca tytułu</a:t>
            </a:r>
          </a:p>
        </p:txBody>
      </p:sp>
      <p:sp>
        <p:nvSpPr>
          <p:cNvPr id="8" name="Zawartość — symbol zastępczy 7">
            <a:extLst>
              <a:ext uri="{FF2B5EF4-FFF2-40B4-BE49-F238E27FC236}">
                <a16:creationId xmlns:a16="http://schemas.microsoft.com/office/drawing/2014/main" id="{C7E1FCC9-2D1D-9C6B-8C9A-E3D0A77DBEF0}"/>
              </a:ext>
            </a:extLst>
          </p:cNvPr>
          <p:cNvSpPr>
            <a:spLocks noGrp="1"/>
          </p:cNvSpPr>
          <p:nvPr>
            <p:ph sz="quarter" idx="13"/>
          </p:nvPr>
        </p:nvSpPr>
        <p:spPr>
          <a:xfrm>
            <a:off x="1143000" y="2729555"/>
            <a:ext cx="9906000" cy="3214045"/>
          </a:xfrm>
        </p:spPr>
        <p:txBody>
          <a:bodyPr rtlCol="0"/>
          <a:lstStyle>
            <a:lvl1pPr marL="0" indent="0">
              <a:spcBef>
                <a:spcPts val="0"/>
              </a:spcBef>
              <a:buNone/>
              <a:defRPr>
                <a:solidFill>
                  <a:schemeClr val="tx1"/>
                </a:solidFill>
                <a:latin typeface="+mn-lt"/>
              </a:defRPr>
            </a:lvl1pPr>
            <a:lvl2pPr marL="228600" indent="0">
              <a:spcBef>
                <a:spcPts val="0"/>
              </a:spcBef>
              <a:buNone/>
              <a:defRPr>
                <a:solidFill>
                  <a:schemeClr val="tx1"/>
                </a:solidFill>
                <a:latin typeface="+mn-lt"/>
              </a:defRPr>
            </a:lvl2pPr>
            <a:lvl3pPr marL="457200" indent="0">
              <a:spcBef>
                <a:spcPts val="0"/>
              </a:spcBef>
              <a:buNone/>
              <a:defRPr>
                <a:solidFill>
                  <a:schemeClr val="tx1"/>
                </a:solidFill>
                <a:latin typeface="+mn-lt"/>
              </a:defRPr>
            </a:lvl3pPr>
            <a:lvl4pPr marL="685800" indent="0">
              <a:spcBef>
                <a:spcPts val="0"/>
              </a:spcBef>
              <a:buNone/>
              <a:defRPr>
                <a:solidFill>
                  <a:schemeClr val="tx1"/>
                </a:solidFill>
                <a:latin typeface="+mn-lt"/>
              </a:defRPr>
            </a:lvl4pPr>
            <a:lvl5pPr marL="914400" indent="0">
              <a:spcBef>
                <a:spcPts val="0"/>
              </a:spcBef>
              <a:buNone/>
              <a:defRPr>
                <a:solidFill>
                  <a:schemeClr val="tx1"/>
                </a:solidFill>
                <a:latin typeface="+mn-lt"/>
              </a:defRPr>
            </a:lvl5pPr>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endParaRPr lang="en-US" dirty="0"/>
          </a:p>
        </p:txBody>
      </p:sp>
      <p:sp>
        <p:nvSpPr>
          <p:cNvPr id="5" name="Stopka — symbol zastępczy 4">
            <a:extLst>
              <a:ext uri="{FF2B5EF4-FFF2-40B4-BE49-F238E27FC236}">
                <a16:creationId xmlns:a16="http://schemas.microsoft.com/office/drawing/2014/main" id="{B17E6B5E-6174-FD5C-41E8-FFC44C650D7E}"/>
              </a:ext>
            </a:extLst>
          </p:cNvPr>
          <p:cNvSpPr>
            <a:spLocks noGrp="1"/>
          </p:cNvSpPr>
          <p:nvPr>
            <p:ph type="ftr" sz="quarter" idx="11"/>
          </p:nvPr>
        </p:nvSpPr>
        <p:spPr/>
        <p:txBody>
          <a:bodyPr rtlCol="0"/>
          <a:lstStyle>
            <a:lvl1pPr>
              <a:defRPr>
                <a:solidFill>
                  <a:schemeClr val="tx1"/>
                </a:solidFill>
              </a:defRPr>
            </a:lvl1pPr>
          </a:lstStyle>
          <a:p>
            <a:pPr rtl="0"/>
            <a:r>
              <a:rPr lang="pl"/>
              <a:t>Przykładowy tekst stopki</a:t>
            </a:r>
          </a:p>
        </p:txBody>
      </p:sp>
      <p:sp>
        <p:nvSpPr>
          <p:cNvPr id="4" name="Data — symbol zastępczy 3">
            <a:extLst>
              <a:ext uri="{FF2B5EF4-FFF2-40B4-BE49-F238E27FC236}">
                <a16:creationId xmlns:a16="http://schemas.microsoft.com/office/drawing/2014/main" id="{0B9485D1-E172-8F0A-A425-3097B3ABCFB4}"/>
              </a:ext>
            </a:extLst>
          </p:cNvPr>
          <p:cNvSpPr>
            <a:spLocks noGrp="1"/>
          </p:cNvSpPr>
          <p:nvPr>
            <p:ph type="dt" sz="half" idx="10"/>
          </p:nvPr>
        </p:nvSpPr>
        <p:spPr>
          <a:xfrm>
            <a:off x="10058401" y="6400800"/>
            <a:ext cx="990599" cy="457200"/>
          </a:xfrm>
        </p:spPr>
        <p:txBody>
          <a:bodyPr rtlCol="0"/>
          <a:lstStyle>
            <a:lvl1pPr>
              <a:defRPr>
                <a:solidFill>
                  <a:schemeClr val="tx1"/>
                </a:solidFill>
              </a:defRPr>
            </a:lvl1pPr>
          </a:lstStyle>
          <a:p>
            <a:pPr rtl="0"/>
            <a:r>
              <a:rPr lang="en-US"/>
              <a:t>30/10/2025</a:t>
            </a:r>
            <a:endParaRPr lang="en-US" dirty="0"/>
          </a:p>
        </p:txBody>
      </p:sp>
      <p:sp>
        <p:nvSpPr>
          <p:cNvPr id="6" name="Numer slajdu — symbol zastępczy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rtlCol="0"/>
          <a:lstStyle>
            <a:lvl1pPr>
              <a:defRPr>
                <a:solidFill>
                  <a:schemeClr val="tx1"/>
                </a:solidFill>
              </a:defRPr>
            </a:lvl1pPr>
          </a:lstStyle>
          <a:p>
            <a:pPr rtl="0"/>
            <a:fld id="{AEAA3239-9EA4-4A65-A281-97F994456D9F}" type="slidenum">
              <a:rPr lang="en-US" smtClean="0"/>
              <a:pPr/>
              <a:t>‹#›</a:t>
            </a:fld>
            <a:endParaRPr lang="en-US" dirty="0"/>
          </a:p>
        </p:txBody>
      </p:sp>
      <p:cxnSp>
        <p:nvCxnSpPr>
          <p:cNvPr id="3" name="Łącznik prosty 2">
            <a:extLst>
              <a:ext uri="{FF2B5EF4-FFF2-40B4-BE49-F238E27FC236}">
                <a16:creationId xmlns:a16="http://schemas.microsoft.com/office/drawing/2014/main" id="{597917D3-DF16-9257-206A-EC4725B68DB8}"/>
              </a:ext>
            </a:extLst>
          </p:cNvPr>
          <p:cNvCxnSpPr>
            <a:cxnSpLocks/>
          </p:cNvCxnSpPr>
          <p:nvPr userDrawn="1"/>
        </p:nvCxnSpPr>
        <p:spPr>
          <a:xfrm>
            <a:off x="0" y="6400800"/>
            <a:ext cx="12192000" cy="0"/>
          </a:xfrm>
          <a:prstGeom prst="line">
            <a:avLst/>
          </a:prstGeom>
          <a:ln w="9525">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6810000"/>
      </p:ext>
    </p:extLst>
  </p:cSld>
  <p:clrMapOvr>
    <a:overrideClrMapping bg1="lt1" tx1="dk1" bg2="lt2" tx2="dk2" accent1="accent1" accent2="accent2" accent3="accent3" accent4="accent4" accent5="accent5" accent6="accent6" hlink="hlink" folHlink="folHlink"/>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Podsumowanie 2">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BC7433D9-FD02-59E2-0F81-A0B7201D2DA0}"/>
              </a:ext>
            </a:extLst>
          </p:cNvPr>
          <p:cNvSpPr>
            <a:spLocks noGrp="1"/>
          </p:cNvSpPr>
          <p:nvPr>
            <p:ph type="title"/>
          </p:nvPr>
        </p:nvSpPr>
        <p:spPr>
          <a:xfrm>
            <a:off x="1143000" y="2278617"/>
            <a:ext cx="8430767" cy="1842020"/>
          </a:xfrm>
        </p:spPr>
        <p:txBody>
          <a:bodyPr rtlCol="0" anchor="b">
            <a:noAutofit/>
          </a:bodyPr>
          <a:lstStyle>
            <a:lvl1pPr>
              <a:defRPr sz="7200">
                <a:solidFill>
                  <a:schemeClr val="bg1"/>
                </a:solidFill>
              </a:defRPr>
            </a:lvl1pPr>
          </a:lstStyle>
          <a:p>
            <a:pPr rtl="0"/>
            <a:r>
              <a:rPr lang="pl"/>
              <a:t>Kliknij, aby edytować styl wzorca tytułu</a:t>
            </a:r>
          </a:p>
        </p:txBody>
      </p:sp>
      <p:sp>
        <p:nvSpPr>
          <p:cNvPr id="7" name="Zawartość — symbol zastępczy 6">
            <a:extLst>
              <a:ext uri="{FF2B5EF4-FFF2-40B4-BE49-F238E27FC236}">
                <a16:creationId xmlns:a16="http://schemas.microsoft.com/office/drawing/2014/main" id="{053FFEDA-E57B-DF13-2394-A1514E15F85A}"/>
              </a:ext>
            </a:extLst>
          </p:cNvPr>
          <p:cNvSpPr>
            <a:spLocks noGrp="1"/>
          </p:cNvSpPr>
          <p:nvPr>
            <p:ph sz="quarter" idx="14"/>
          </p:nvPr>
        </p:nvSpPr>
        <p:spPr>
          <a:xfrm>
            <a:off x="1143128" y="4335592"/>
            <a:ext cx="8430639" cy="1608008"/>
          </a:xfrm>
        </p:spPr>
        <p:txBody>
          <a:bodyPr rtlCol="0">
            <a:normAutofit/>
          </a:bodyPr>
          <a:lstStyle>
            <a:lvl1pPr marL="0" indent="0">
              <a:spcBef>
                <a:spcPts val="0"/>
              </a:spcBef>
              <a:buNone/>
              <a:defRPr sz="1800">
                <a:solidFill>
                  <a:schemeClr val="bg1"/>
                </a:solidFill>
              </a:defRPr>
            </a:lvl1pPr>
            <a:lvl2pPr marL="228600" indent="0">
              <a:spcBef>
                <a:spcPts val="0"/>
              </a:spcBef>
              <a:buNone/>
              <a:defRPr sz="1600">
                <a:solidFill>
                  <a:schemeClr val="bg1"/>
                </a:solidFill>
              </a:defRPr>
            </a:lvl2pPr>
            <a:lvl3pPr marL="457200" indent="0">
              <a:spcBef>
                <a:spcPts val="0"/>
              </a:spcBef>
              <a:buNone/>
              <a:defRPr sz="1400">
                <a:solidFill>
                  <a:schemeClr val="bg1"/>
                </a:solidFill>
              </a:defRPr>
            </a:lvl3pPr>
            <a:lvl4pPr marL="685800" indent="0">
              <a:spcBef>
                <a:spcPts val="0"/>
              </a:spcBef>
              <a:buNone/>
              <a:defRPr sz="1400">
                <a:solidFill>
                  <a:schemeClr val="bg1"/>
                </a:solidFill>
              </a:defRPr>
            </a:lvl4pPr>
            <a:lvl5pPr marL="914400" indent="0">
              <a:spcBef>
                <a:spcPts val="0"/>
              </a:spcBef>
              <a:buNone/>
              <a:defRPr sz="1200">
                <a:solidFill>
                  <a:schemeClr val="bg1"/>
                </a:solidFill>
              </a:defRPr>
            </a:lvl5pPr>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endParaRPr lang="en-US" dirty="0"/>
          </a:p>
        </p:txBody>
      </p:sp>
      <p:sp>
        <p:nvSpPr>
          <p:cNvPr id="5" name="Stopka — symbol zastępczy 4">
            <a:extLst>
              <a:ext uri="{FF2B5EF4-FFF2-40B4-BE49-F238E27FC236}">
                <a16:creationId xmlns:a16="http://schemas.microsoft.com/office/drawing/2014/main" id="{B17E6B5E-6174-FD5C-41E8-FFC44C650D7E}"/>
              </a:ext>
            </a:extLst>
          </p:cNvPr>
          <p:cNvSpPr>
            <a:spLocks noGrp="1"/>
          </p:cNvSpPr>
          <p:nvPr>
            <p:ph type="ftr" sz="quarter" idx="11"/>
          </p:nvPr>
        </p:nvSpPr>
        <p:spPr/>
        <p:txBody>
          <a:bodyPr rtlCol="0"/>
          <a:lstStyle>
            <a:lvl1pPr>
              <a:defRPr>
                <a:solidFill>
                  <a:schemeClr val="bg1"/>
                </a:solidFill>
              </a:defRPr>
            </a:lvl1pPr>
          </a:lstStyle>
          <a:p>
            <a:pPr rtl="0"/>
            <a:r>
              <a:rPr lang="pl"/>
              <a:t>Przykładowy tekst stopki</a:t>
            </a:r>
            <a:endParaRPr lang="en-US" dirty="0">
              <a:solidFill>
                <a:schemeClr val="bg1"/>
              </a:solidFill>
            </a:endParaRPr>
          </a:p>
        </p:txBody>
      </p:sp>
      <p:sp>
        <p:nvSpPr>
          <p:cNvPr id="4" name="Data — symbol zastępczy 3">
            <a:extLst>
              <a:ext uri="{FF2B5EF4-FFF2-40B4-BE49-F238E27FC236}">
                <a16:creationId xmlns:a16="http://schemas.microsoft.com/office/drawing/2014/main" id="{0B9485D1-E172-8F0A-A425-3097B3ABCFB4}"/>
              </a:ext>
            </a:extLst>
          </p:cNvPr>
          <p:cNvSpPr>
            <a:spLocks noGrp="1"/>
          </p:cNvSpPr>
          <p:nvPr>
            <p:ph type="dt" sz="half" idx="10"/>
          </p:nvPr>
        </p:nvSpPr>
        <p:spPr>
          <a:xfrm>
            <a:off x="10058401" y="6400800"/>
            <a:ext cx="990599" cy="457200"/>
          </a:xfrm>
        </p:spPr>
        <p:txBody>
          <a:bodyPr rtlCol="0"/>
          <a:lstStyle>
            <a:lvl1pPr>
              <a:defRPr>
                <a:solidFill>
                  <a:schemeClr val="bg1"/>
                </a:solidFill>
              </a:defRPr>
            </a:lvl1pPr>
          </a:lstStyle>
          <a:p>
            <a:pPr rtl="0"/>
            <a:r>
              <a:rPr lang="en-US"/>
              <a:t>30/10/2025</a:t>
            </a:r>
            <a:endParaRPr lang="en-US" dirty="0"/>
          </a:p>
        </p:txBody>
      </p:sp>
      <p:sp>
        <p:nvSpPr>
          <p:cNvPr id="6" name="Numer slajdu — symbol zastępczy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rtlCol="0"/>
          <a:lstStyle>
            <a:lvl1pPr>
              <a:defRPr>
                <a:solidFill>
                  <a:schemeClr val="bg1"/>
                </a:solidFill>
              </a:defRPr>
            </a:lvl1pPr>
          </a:lstStyle>
          <a:p>
            <a:pPr rtl="0"/>
            <a:fld id="{AEAA3239-9EA4-4A65-A281-97F994456D9F}" type="slidenum">
              <a:rPr lang="en-US" smtClean="0"/>
              <a:pPr/>
              <a:t>‹#›</a:t>
            </a:fld>
            <a:endParaRPr lang="en-US" dirty="0"/>
          </a:p>
        </p:txBody>
      </p:sp>
      <p:cxnSp>
        <p:nvCxnSpPr>
          <p:cNvPr id="3" name="Łącznik prosty 2">
            <a:extLst>
              <a:ext uri="{FF2B5EF4-FFF2-40B4-BE49-F238E27FC236}">
                <a16:creationId xmlns:a16="http://schemas.microsoft.com/office/drawing/2014/main" id="{2972AAFA-E5BE-EBA1-7C6C-D6C7CA13C4A9}"/>
              </a:ext>
            </a:extLst>
          </p:cNvPr>
          <p:cNvCxnSpPr>
            <a:cxnSpLocks/>
          </p:cNvCxnSpPr>
          <p:nvPr userDrawn="1"/>
        </p:nvCxnSpPr>
        <p:spPr>
          <a:xfrm>
            <a:off x="0" y="6400800"/>
            <a:ext cx="12192000" cy="0"/>
          </a:xfrm>
          <a:prstGeom prst="line">
            <a:avLst/>
          </a:prstGeom>
          <a:ln w="9525">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93208021"/>
      </p:ext>
    </p:extLst>
  </p:cSld>
  <p:clrMapOvr>
    <a:overrideClrMapping bg1="dk1" tx1="lt1" bg2="dk2" tx2="lt2" accent1="accent1" accent2="accent2" accent3="accent3" accent4="accent4" accent5="accent5" accent6="accent6" hlink="hlink" folHlink="folHlink"/>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Dwa elementy zawartości">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AF3BB49-A328-F121-7F27-DEB7C3CC2B0F}"/>
              </a:ext>
            </a:extLst>
          </p:cNvPr>
          <p:cNvSpPr>
            <a:spLocks noGrp="1"/>
          </p:cNvSpPr>
          <p:nvPr>
            <p:ph type="title"/>
          </p:nvPr>
        </p:nvSpPr>
        <p:spPr>
          <a:xfrm>
            <a:off x="1143000" y="681036"/>
            <a:ext cx="9906000" cy="999861"/>
          </a:xfrm>
        </p:spPr>
        <p:txBody>
          <a:bodyPr rtlCol="0" anchor="t"/>
          <a:lstStyle/>
          <a:p>
            <a:pPr rtl="0"/>
            <a:r>
              <a:rPr lang="pl"/>
              <a:t>Kliknij, aby edytować styl wzorca tytułu</a:t>
            </a:r>
            <a:endParaRPr lang="en-US" dirty="0"/>
          </a:p>
        </p:txBody>
      </p:sp>
      <p:sp>
        <p:nvSpPr>
          <p:cNvPr id="4" name="Zawartość — symbol zastępczy 3">
            <a:extLst>
              <a:ext uri="{FF2B5EF4-FFF2-40B4-BE49-F238E27FC236}">
                <a16:creationId xmlns:a16="http://schemas.microsoft.com/office/drawing/2014/main" id="{6627D5A5-84C3-7EDE-A8EB-2DE057DE46AB}"/>
              </a:ext>
            </a:extLst>
          </p:cNvPr>
          <p:cNvSpPr>
            <a:spLocks noGrp="1"/>
          </p:cNvSpPr>
          <p:nvPr>
            <p:ph sz="quarter" idx="15"/>
          </p:nvPr>
        </p:nvSpPr>
        <p:spPr>
          <a:xfrm>
            <a:off x="1142999" y="1825625"/>
            <a:ext cx="4544695" cy="4117975"/>
          </a:xfrm>
        </p:spPr>
        <p:txBody>
          <a:bodyPr rtlCol="0"/>
          <a:lstStyle>
            <a:lvl1pPr>
              <a:spcBef>
                <a:spcPts val="0"/>
              </a:spcBef>
              <a:defRPr/>
            </a:lvl1pPr>
            <a:lvl2pPr>
              <a:spcBef>
                <a:spcPts val="0"/>
              </a:spcBef>
              <a:defRPr/>
            </a:lvl2pPr>
            <a:lvl3pPr>
              <a:spcBef>
                <a:spcPts val="0"/>
              </a:spcBef>
              <a:defRPr/>
            </a:lvl3pPr>
            <a:lvl4pPr>
              <a:spcBef>
                <a:spcPts val="0"/>
              </a:spcBef>
              <a:defRPr/>
            </a:lvl4pPr>
            <a:lvl5pPr>
              <a:spcBef>
                <a:spcPts val="0"/>
              </a:spcBef>
              <a:defRPr/>
            </a:lvl5pPr>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endParaRPr lang="en-US" dirty="0"/>
          </a:p>
        </p:txBody>
      </p:sp>
      <p:sp>
        <p:nvSpPr>
          <p:cNvPr id="10" name="Zawartość — symbol zastępczy 9">
            <a:extLst>
              <a:ext uri="{FF2B5EF4-FFF2-40B4-BE49-F238E27FC236}">
                <a16:creationId xmlns:a16="http://schemas.microsoft.com/office/drawing/2014/main" id="{D54150AE-A7C6-D328-35D7-F5B840930E3B}"/>
              </a:ext>
            </a:extLst>
          </p:cNvPr>
          <p:cNvSpPr>
            <a:spLocks noGrp="1"/>
          </p:cNvSpPr>
          <p:nvPr>
            <p:ph sz="quarter" idx="16"/>
          </p:nvPr>
        </p:nvSpPr>
        <p:spPr>
          <a:xfrm>
            <a:off x="6504305" y="1825625"/>
            <a:ext cx="4544695" cy="4117975"/>
          </a:xfrm>
        </p:spPr>
        <p:txBody>
          <a:bodyPr rtlCol="0"/>
          <a:lstStyle>
            <a:lvl1pPr>
              <a:spcBef>
                <a:spcPts val="0"/>
              </a:spcBef>
              <a:defRPr/>
            </a:lvl1pPr>
            <a:lvl2pPr>
              <a:spcBef>
                <a:spcPts val="0"/>
              </a:spcBef>
              <a:defRPr/>
            </a:lvl2pPr>
            <a:lvl3pPr>
              <a:spcBef>
                <a:spcPts val="0"/>
              </a:spcBef>
              <a:defRPr/>
            </a:lvl3pPr>
            <a:lvl4pPr>
              <a:spcBef>
                <a:spcPts val="0"/>
              </a:spcBef>
              <a:defRPr/>
            </a:lvl4pPr>
            <a:lvl5pPr>
              <a:spcBef>
                <a:spcPts val="0"/>
              </a:spcBef>
              <a:defRPr/>
            </a:lvl5pPr>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endParaRPr lang="en-US" dirty="0"/>
          </a:p>
        </p:txBody>
      </p:sp>
      <p:sp>
        <p:nvSpPr>
          <p:cNvPr id="6" name="Stopka — symbol zastępczy 5">
            <a:extLst>
              <a:ext uri="{FF2B5EF4-FFF2-40B4-BE49-F238E27FC236}">
                <a16:creationId xmlns:a16="http://schemas.microsoft.com/office/drawing/2014/main" id="{C2BDD5A2-CE3E-3215-6DAA-F75C0D1229DA}"/>
              </a:ext>
            </a:extLst>
          </p:cNvPr>
          <p:cNvSpPr>
            <a:spLocks noGrp="1"/>
          </p:cNvSpPr>
          <p:nvPr>
            <p:ph type="ftr" sz="quarter" idx="11"/>
          </p:nvPr>
        </p:nvSpPr>
        <p:spPr/>
        <p:txBody>
          <a:bodyPr rtlCol="0"/>
          <a:lstStyle/>
          <a:p>
            <a:pPr rtl="0"/>
            <a:r>
              <a:rPr lang="pl"/>
              <a:t>Przykładowy tekst stopki</a:t>
            </a:r>
          </a:p>
        </p:txBody>
      </p:sp>
      <p:sp>
        <p:nvSpPr>
          <p:cNvPr id="5" name="Data — symbol zastępczy 4">
            <a:extLst>
              <a:ext uri="{FF2B5EF4-FFF2-40B4-BE49-F238E27FC236}">
                <a16:creationId xmlns:a16="http://schemas.microsoft.com/office/drawing/2014/main" id="{897D0B7E-1A60-DA52-6965-92412B1C2F9F}"/>
              </a:ext>
            </a:extLst>
          </p:cNvPr>
          <p:cNvSpPr>
            <a:spLocks noGrp="1"/>
          </p:cNvSpPr>
          <p:nvPr>
            <p:ph type="dt" sz="half" idx="10"/>
          </p:nvPr>
        </p:nvSpPr>
        <p:spPr>
          <a:xfrm>
            <a:off x="10058401" y="6400800"/>
            <a:ext cx="990599" cy="457200"/>
          </a:xfrm>
        </p:spPr>
        <p:txBody>
          <a:bodyPr rtlCol="0"/>
          <a:lstStyle/>
          <a:p>
            <a:pPr rtl="0"/>
            <a:r>
              <a:rPr lang="en-US"/>
              <a:t>30/10/2025</a:t>
            </a:r>
            <a:endParaRPr lang="en-US" dirty="0"/>
          </a:p>
        </p:txBody>
      </p:sp>
      <p:sp>
        <p:nvSpPr>
          <p:cNvPr id="7" name="Numer slajdu — symbol zastępczy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rtlCol="0"/>
          <a:lstStyle/>
          <a:p>
            <a:pPr rtl="0"/>
            <a:fld id="{AEAA3239-9EA4-4A65-A281-97F994456D9F}" type="slidenum">
              <a:rPr lang="en-US" smtClean="0"/>
              <a:t>‹#›</a:t>
            </a:fld>
            <a:endParaRPr lang="en-US" dirty="0"/>
          </a:p>
        </p:txBody>
      </p:sp>
      <p:cxnSp>
        <p:nvCxnSpPr>
          <p:cNvPr id="3" name="Łącznik prosty 2">
            <a:extLst>
              <a:ext uri="{FF2B5EF4-FFF2-40B4-BE49-F238E27FC236}">
                <a16:creationId xmlns:a16="http://schemas.microsoft.com/office/drawing/2014/main" id="{C78B40A4-AD32-3681-054F-B1104A95BB77}"/>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8959776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Porównanie">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41FEE969-634D-6E32-D227-18E9282C6F9E}"/>
              </a:ext>
            </a:extLst>
          </p:cNvPr>
          <p:cNvSpPr>
            <a:spLocks noGrp="1"/>
          </p:cNvSpPr>
          <p:nvPr>
            <p:ph type="title"/>
          </p:nvPr>
        </p:nvSpPr>
        <p:spPr>
          <a:xfrm>
            <a:off x="1143000" y="685800"/>
            <a:ext cx="9906000" cy="857904"/>
          </a:xfrm>
        </p:spPr>
        <p:txBody>
          <a:bodyPr rtlCol="0" anchor="t"/>
          <a:lstStyle/>
          <a:p>
            <a:pPr rtl="0"/>
            <a:r>
              <a:rPr lang="pl"/>
              <a:t>Kliknij, aby edytować styl wzorca tytułu</a:t>
            </a:r>
            <a:endParaRPr lang="en-US" dirty="0"/>
          </a:p>
        </p:txBody>
      </p:sp>
      <p:sp>
        <p:nvSpPr>
          <p:cNvPr id="3" name="Tekst — symbol zastępczy 2">
            <a:extLst>
              <a:ext uri="{FF2B5EF4-FFF2-40B4-BE49-F238E27FC236}">
                <a16:creationId xmlns:a16="http://schemas.microsoft.com/office/drawing/2014/main" id="{61CD26D4-290A-F0ED-7D62-41EDA6FEC2B9}"/>
              </a:ext>
            </a:extLst>
          </p:cNvPr>
          <p:cNvSpPr>
            <a:spLocks noGrp="1"/>
          </p:cNvSpPr>
          <p:nvPr>
            <p:ph type="body" idx="1"/>
          </p:nvPr>
        </p:nvSpPr>
        <p:spPr>
          <a:xfrm>
            <a:off x="1143000" y="1685735"/>
            <a:ext cx="4541520" cy="559834"/>
          </a:xfrm>
        </p:spPr>
        <p:txBody>
          <a:bodyPr rtlCol="0" anchor="b">
            <a:normAutofit/>
          </a:bodyPr>
          <a:lstStyle>
            <a:lvl1pPr marL="0" indent="0">
              <a:lnSpc>
                <a:spcPct val="90000"/>
              </a:lnSpc>
              <a:buNone/>
              <a:defRPr sz="1600" b="1" i="0" cap="all"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pl"/>
              <a:t>Kliknij, aby edytować style wzorców tekstu</a:t>
            </a:r>
          </a:p>
        </p:txBody>
      </p:sp>
      <p:sp>
        <p:nvSpPr>
          <p:cNvPr id="6" name="Zawartość — symbol zastępczy 5">
            <a:extLst>
              <a:ext uri="{FF2B5EF4-FFF2-40B4-BE49-F238E27FC236}">
                <a16:creationId xmlns:a16="http://schemas.microsoft.com/office/drawing/2014/main" id="{5776AAF7-C632-FCD0-6A60-E0EA4A52F229}"/>
              </a:ext>
            </a:extLst>
          </p:cNvPr>
          <p:cNvSpPr>
            <a:spLocks noGrp="1"/>
          </p:cNvSpPr>
          <p:nvPr>
            <p:ph sz="quarter" idx="15"/>
          </p:nvPr>
        </p:nvSpPr>
        <p:spPr>
          <a:xfrm>
            <a:off x="1143000" y="2387600"/>
            <a:ext cx="4541838" cy="3556000"/>
          </a:xfrm>
        </p:spPr>
        <p:txBody>
          <a:bodyPr rtlCol="0"/>
          <a:lstStyle>
            <a:lvl1pPr>
              <a:spcBef>
                <a:spcPts val="0"/>
              </a:spcBef>
              <a:defRPr/>
            </a:lvl1pPr>
            <a:lvl2pPr>
              <a:spcBef>
                <a:spcPts val="0"/>
              </a:spcBef>
              <a:defRPr/>
            </a:lvl2pPr>
            <a:lvl3pPr>
              <a:spcBef>
                <a:spcPts val="0"/>
              </a:spcBef>
              <a:defRPr/>
            </a:lvl3pPr>
            <a:lvl4pPr>
              <a:spcBef>
                <a:spcPts val="0"/>
              </a:spcBef>
              <a:defRPr/>
            </a:lvl4pPr>
            <a:lvl5pPr>
              <a:spcBef>
                <a:spcPts val="0"/>
              </a:spcBef>
              <a:defRPr/>
            </a:lvl5pPr>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endParaRPr lang="en-US" dirty="0"/>
          </a:p>
        </p:txBody>
      </p:sp>
      <p:sp>
        <p:nvSpPr>
          <p:cNvPr id="5" name="Tekst — symbol zastępczy 4">
            <a:extLst>
              <a:ext uri="{FF2B5EF4-FFF2-40B4-BE49-F238E27FC236}">
                <a16:creationId xmlns:a16="http://schemas.microsoft.com/office/drawing/2014/main" id="{06536620-C4F3-EEC3-DBF1-05196B1CBB55}"/>
              </a:ext>
            </a:extLst>
          </p:cNvPr>
          <p:cNvSpPr>
            <a:spLocks noGrp="1"/>
          </p:cNvSpPr>
          <p:nvPr>
            <p:ph type="body" sz="quarter" idx="3"/>
          </p:nvPr>
        </p:nvSpPr>
        <p:spPr>
          <a:xfrm>
            <a:off x="6508116" y="1685735"/>
            <a:ext cx="4541520" cy="559834"/>
          </a:xfrm>
        </p:spPr>
        <p:txBody>
          <a:bodyPr rtlCol="0" anchor="b">
            <a:normAutofit/>
          </a:bodyPr>
          <a:lstStyle>
            <a:lvl1pPr marL="0" indent="0">
              <a:lnSpc>
                <a:spcPct val="90000"/>
              </a:lnSpc>
              <a:buNone/>
              <a:defRPr sz="1600" b="1" i="0" cap="all"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pl"/>
              <a:t>Kliknij, aby edytować style wzorców tekstu</a:t>
            </a:r>
          </a:p>
        </p:txBody>
      </p:sp>
      <p:sp>
        <p:nvSpPr>
          <p:cNvPr id="12" name="Zawartość — symbol zastępczy 11">
            <a:extLst>
              <a:ext uri="{FF2B5EF4-FFF2-40B4-BE49-F238E27FC236}">
                <a16:creationId xmlns:a16="http://schemas.microsoft.com/office/drawing/2014/main" id="{CD998360-6973-27D8-8B08-ACAE10572B32}"/>
              </a:ext>
            </a:extLst>
          </p:cNvPr>
          <p:cNvSpPr>
            <a:spLocks noGrp="1"/>
          </p:cNvSpPr>
          <p:nvPr>
            <p:ph sz="quarter" idx="16"/>
          </p:nvPr>
        </p:nvSpPr>
        <p:spPr>
          <a:xfrm>
            <a:off x="6507162" y="2387600"/>
            <a:ext cx="4541838" cy="3556000"/>
          </a:xfrm>
        </p:spPr>
        <p:txBody>
          <a:bodyPr rtlCol="0"/>
          <a:lstStyle>
            <a:lvl1pPr>
              <a:spcBef>
                <a:spcPts val="0"/>
              </a:spcBef>
              <a:defRPr/>
            </a:lvl1pPr>
            <a:lvl2pPr>
              <a:spcBef>
                <a:spcPts val="0"/>
              </a:spcBef>
              <a:defRPr/>
            </a:lvl2pPr>
            <a:lvl3pPr>
              <a:spcBef>
                <a:spcPts val="0"/>
              </a:spcBef>
              <a:defRPr/>
            </a:lvl3pPr>
            <a:lvl4pPr>
              <a:spcBef>
                <a:spcPts val="0"/>
              </a:spcBef>
              <a:defRPr/>
            </a:lvl4pPr>
            <a:lvl5pPr>
              <a:spcBef>
                <a:spcPts val="0"/>
              </a:spcBef>
              <a:defRPr/>
            </a:lvl5pPr>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endParaRPr lang="en-US" dirty="0"/>
          </a:p>
        </p:txBody>
      </p:sp>
      <p:sp>
        <p:nvSpPr>
          <p:cNvPr id="8" name="Stopka — symbol zastępczy 7">
            <a:extLst>
              <a:ext uri="{FF2B5EF4-FFF2-40B4-BE49-F238E27FC236}">
                <a16:creationId xmlns:a16="http://schemas.microsoft.com/office/drawing/2014/main" id="{949D76D8-9033-26CF-BF4C-AECCC685C177}"/>
              </a:ext>
            </a:extLst>
          </p:cNvPr>
          <p:cNvSpPr>
            <a:spLocks noGrp="1"/>
          </p:cNvSpPr>
          <p:nvPr>
            <p:ph type="ftr" sz="quarter" idx="11"/>
          </p:nvPr>
        </p:nvSpPr>
        <p:spPr/>
        <p:txBody>
          <a:bodyPr rtlCol="0"/>
          <a:lstStyle/>
          <a:p>
            <a:pPr rtl="0"/>
            <a:r>
              <a:rPr lang="pl"/>
              <a:t>Przykładowy tekst stopki</a:t>
            </a:r>
          </a:p>
        </p:txBody>
      </p:sp>
      <p:sp>
        <p:nvSpPr>
          <p:cNvPr id="7" name="Data — symbol zastępczy 6">
            <a:extLst>
              <a:ext uri="{FF2B5EF4-FFF2-40B4-BE49-F238E27FC236}">
                <a16:creationId xmlns:a16="http://schemas.microsoft.com/office/drawing/2014/main" id="{4E3B3581-658A-8487-F9CB-E79F2BFF27E4}"/>
              </a:ext>
            </a:extLst>
          </p:cNvPr>
          <p:cNvSpPr>
            <a:spLocks noGrp="1"/>
          </p:cNvSpPr>
          <p:nvPr>
            <p:ph type="dt" sz="half" idx="10"/>
          </p:nvPr>
        </p:nvSpPr>
        <p:spPr>
          <a:xfrm>
            <a:off x="10058401" y="6400800"/>
            <a:ext cx="990599" cy="457200"/>
          </a:xfrm>
        </p:spPr>
        <p:txBody>
          <a:bodyPr rtlCol="0"/>
          <a:lstStyle/>
          <a:p>
            <a:pPr rtl="0"/>
            <a:r>
              <a:rPr lang="en-US"/>
              <a:t>30/10/2025</a:t>
            </a:r>
            <a:endParaRPr lang="en-US" dirty="0"/>
          </a:p>
        </p:txBody>
      </p:sp>
      <p:sp>
        <p:nvSpPr>
          <p:cNvPr id="9" name="Numer slajdu — symbol zastępczy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rtlCol="0"/>
          <a:lstStyle/>
          <a:p>
            <a:pPr rtl="0"/>
            <a:fld id="{AEAA3239-9EA4-4A65-A281-97F994456D9F}" type="slidenum">
              <a:rPr lang="en-US" smtClean="0"/>
              <a:t>‹#›</a:t>
            </a:fld>
            <a:endParaRPr lang="en-US" dirty="0"/>
          </a:p>
        </p:txBody>
      </p:sp>
      <p:cxnSp>
        <p:nvCxnSpPr>
          <p:cNvPr id="4" name="Łącznik prosty 3">
            <a:extLst>
              <a:ext uri="{FF2B5EF4-FFF2-40B4-BE49-F238E27FC236}">
                <a16:creationId xmlns:a16="http://schemas.microsoft.com/office/drawing/2014/main" id="{BFE3AABC-393D-6A10-85E1-3DA5FCF6F287}"/>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5774234"/>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titleOnly" preserve="1">
  <p:cSld name="Tylko tytuł">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666A9F42-7FF7-F803-C075-BC4968D35E34}"/>
              </a:ext>
            </a:extLst>
          </p:cNvPr>
          <p:cNvSpPr>
            <a:spLocks noGrp="1"/>
          </p:cNvSpPr>
          <p:nvPr>
            <p:ph type="title"/>
          </p:nvPr>
        </p:nvSpPr>
        <p:spPr>
          <a:xfrm>
            <a:off x="1143000" y="685800"/>
            <a:ext cx="9906000" cy="1124035"/>
          </a:xfrm>
        </p:spPr>
        <p:txBody>
          <a:bodyPr rtlCol="0" anchor="t"/>
          <a:lstStyle/>
          <a:p>
            <a:pPr rtl="0"/>
            <a:r>
              <a:rPr lang="pl"/>
              <a:t>Kliknij, aby edytować styl wzorca tytułu</a:t>
            </a:r>
            <a:endParaRPr lang="en-US" dirty="0"/>
          </a:p>
        </p:txBody>
      </p:sp>
      <p:sp>
        <p:nvSpPr>
          <p:cNvPr id="4" name="Stopka — symbol zastępczy 3">
            <a:extLst>
              <a:ext uri="{FF2B5EF4-FFF2-40B4-BE49-F238E27FC236}">
                <a16:creationId xmlns:a16="http://schemas.microsoft.com/office/drawing/2014/main" id="{6B968DDD-323F-89A1-84E3-DDBA626D9386}"/>
              </a:ext>
            </a:extLst>
          </p:cNvPr>
          <p:cNvSpPr>
            <a:spLocks noGrp="1"/>
          </p:cNvSpPr>
          <p:nvPr>
            <p:ph type="ftr" sz="quarter" idx="11"/>
          </p:nvPr>
        </p:nvSpPr>
        <p:spPr/>
        <p:txBody>
          <a:bodyPr rtlCol="0"/>
          <a:lstStyle/>
          <a:p>
            <a:pPr rtl="0"/>
            <a:r>
              <a:rPr lang="pl"/>
              <a:t>Przykładowy tekst stopki</a:t>
            </a:r>
          </a:p>
        </p:txBody>
      </p:sp>
      <p:sp>
        <p:nvSpPr>
          <p:cNvPr id="3" name="Data — symbol zastępczy 2">
            <a:extLst>
              <a:ext uri="{FF2B5EF4-FFF2-40B4-BE49-F238E27FC236}">
                <a16:creationId xmlns:a16="http://schemas.microsoft.com/office/drawing/2014/main" id="{E89E8268-7232-2944-F1BD-399F9419B563}"/>
              </a:ext>
            </a:extLst>
          </p:cNvPr>
          <p:cNvSpPr>
            <a:spLocks noGrp="1"/>
          </p:cNvSpPr>
          <p:nvPr>
            <p:ph type="dt" sz="half" idx="10"/>
          </p:nvPr>
        </p:nvSpPr>
        <p:spPr>
          <a:xfrm>
            <a:off x="10058401" y="6400800"/>
            <a:ext cx="990599" cy="457200"/>
          </a:xfrm>
        </p:spPr>
        <p:txBody>
          <a:bodyPr rtlCol="0"/>
          <a:lstStyle/>
          <a:p>
            <a:pPr rtl="0"/>
            <a:r>
              <a:rPr lang="en-US"/>
              <a:t>30/10/2025</a:t>
            </a:r>
            <a:endParaRPr lang="en-US" dirty="0"/>
          </a:p>
        </p:txBody>
      </p:sp>
      <p:sp>
        <p:nvSpPr>
          <p:cNvPr id="5" name="Numer slajdu — symbol zastępczy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rtlCol="0"/>
          <a:lstStyle/>
          <a:p>
            <a:pPr rtl="0"/>
            <a:fld id="{AEAA3239-9EA4-4A65-A281-97F994456D9F}" type="slidenum">
              <a:rPr lang="en-US" smtClean="0"/>
              <a:t>‹#›</a:t>
            </a:fld>
            <a:endParaRPr lang="en-US" dirty="0"/>
          </a:p>
        </p:txBody>
      </p:sp>
      <p:cxnSp>
        <p:nvCxnSpPr>
          <p:cNvPr id="6" name="Łącznik prosty 5">
            <a:extLst>
              <a:ext uri="{FF2B5EF4-FFF2-40B4-BE49-F238E27FC236}">
                <a16:creationId xmlns:a16="http://schemas.microsoft.com/office/drawing/2014/main" id="{F47143C1-3BF7-2821-826F-7956E68E4ED2}"/>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1281352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blank" preserve="1">
  <p:cSld name="Pusty">
    <p:spTree>
      <p:nvGrpSpPr>
        <p:cNvPr id="1" name=""/>
        <p:cNvGrpSpPr/>
        <p:nvPr/>
      </p:nvGrpSpPr>
      <p:grpSpPr>
        <a:xfrm>
          <a:off x="0" y="0"/>
          <a:ext cx="0" cy="0"/>
          <a:chOff x="0" y="0"/>
          <a:chExt cx="0" cy="0"/>
        </a:xfrm>
      </p:grpSpPr>
      <p:sp>
        <p:nvSpPr>
          <p:cNvPr id="3" name="Stopka — symbol zastępczy 2">
            <a:extLst>
              <a:ext uri="{FF2B5EF4-FFF2-40B4-BE49-F238E27FC236}">
                <a16:creationId xmlns:a16="http://schemas.microsoft.com/office/drawing/2014/main" id="{10EAA6C9-A7F3-19F1-D17C-A1D83FAF553F}"/>
              </a:ext>
            </a:extLst>
          </p:cNvPr>
          <p:cNvSpPr>
            <a:spLocks noGrp="1"/>
          </p:cNvSpPr>
          <p:nvPr>
            <p:ph type="ftr" sz="quarter" idx="11"/>
          </p:nvPr>
        </p:nvSpPr>
        <p:spPr/>
        <p:txBody>
          <a:bodyPr rtlCol="0"/>
          <a:lstStyle/>
          <a:p>
            <a:pPr rtl="0"/>
            <a:r>
              <a:rPr lang="pl"/>
              <a:t>Przykładowy tekst stopki</a:t>
            </a:r>
          </a:p>
        </p:txBody>
      </p:sp>
      <p:sp>
        <p:nvSpPr>
          <p:cNvPr id="2" name="Data — symbol zastępczy 1">
            <a:extLst>
              <a:ext uri="{FF2B5EF4-FFF2-40B4-BE49-F238E27FC236}">
                <a16:creationId xmlns:a16="http://schemas.microsoft.com/office/drawing/2014/main" id="{49BC4D82-0182-501C-9231-46767680476E}"/>
              </a:ext>
            </a:extLst>
          </p:cNvPr>
          <p:cNvSpPr>
            <a:spLocks noGrp="1"/>
          </p:cNvSpPr>
          <p:nvPr>
            <p:ph type="dt" sz="half" idx="10"/>
          </p:nvPr>
        </p:nvSpPr>
        <p:spPr>
          <a:xfrm>
            <a:off x="10058401" y="6400800"/>
            <a:ext cx="990599" cy="457200"/>
          </a:xfrm>
        </p:spPr>
        <p:txBody>
          <a:bodyPr rtlCol="0"/>
          <a:lstStyle/>
          <a:p>
            <a:pPr rtl="0"/>
            <a:r>
              <a:rPr lang="en-US"/>
              <a:t>30/10/2025</a:t>
            </a:r>
            <a:endParaRPr lang="en-US" dirty="0"/>
          </a:p>
        </p:txBody>
      </p:sp>
      <p:sp>
        <p:nvSpPr>
          <p:cNvPr id="4" name="Numer slajdu — symbol zastępczy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rtlCol="0"/>
          <a:lstStyle/>
          <a:p>
            <a:pPr rtl="0"/>
            <a:fld id="{AEAA3239-9EA4-4A65-A281-97F994456D9F}" type="slidenum">
              <a:rPr lang="en-US" smtClean="0"/>
              <a:t>‹#›</a:t>
            </a:fld>
            <a:endParaRPr lang="en-US" dirty="0"/>
          </a:p>
        </p:txBody>
      </p:sp>
      <p:cxnSp>
        <p:nvCxnSpPr>
          <p:cNvPr id="5" name="Łącznik prosty 4">
            <a:extLst>
              <a:ext uri="{FF2B5EF4-FFF2-40B4-BE49-F238E27FC236}">
                <a16:creationId xmlns:a16="http://schemas.microsoft.com/office/drawing/2014/main" id="{332C6766-0277-BD60-47A7-70F9C799649E}"/>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71733644"/>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Tx" preserve="1">
  <p:cSld name="Zawartość z podpisem">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C350C37F-77BE-E128-4248-D001C39E79C6}"/>
              </a:ext>
            </a:extLst>
          </p:cNvPr>
          <p:cNvSpPr>
            <a:spLocks noGrp="1"/>
          </p:cNvSpPr>
          <p:nvPr>
            <p:ph type="title"/>
          </p:nvPr>
        </p:nvSpPr>
        <p:spPr>
          <a:xfrm>
            <a:off x="1166740" y="685801"/>
            <a:ext cx="3595634" cy="1808584"/>
          </a:xfrm>
        </p:spPr>
        <p:txBody>
          <a:bodyPr rtlCol="0" anchor="t">
            <a:normAutofit/>
          </a:bodyPr>
          <a:lstStyle>
            <a:lvl1pPr>
              <a:defRPr sz="3600"/>
            </a:lvl1pPr>
          </a:lstStyle>
          <a:p>
            <a:pPr rtl="0"/>
            <a:r>
              <a:rPr lang="pl"/>
              <a:t>Kliknij, aby edytować styl wzorca tytułu</a:t>
            </a:r>
            <a:endParaRPr lang="en-US" dirty="0"/>
          </a:p>
        </p:txBody>
      </p:sp>
      <p:sp>
        <p:nvSpPr>
          <p:cNvPr id="4" name="Tekst — symbol zastępczy 3">
            <a:extLst>
              <a:ext uri="{FF2B5EF4-FFF2-40B4-BE49-F238E27FC236}">
                <a16:creationId xmlns:a16="http://schemas.microsoft.com/office/drawing/2014/main" id="{EC0EEBFB-2026-6A35-33ED-F008376B67A0}"/>
              </a:ext>
            </a:extLst>
          </p:cNvPr>
          <p:cNvSpPr>
            <a:spLocks noGrp="1"/>
          </p:cNvSpPr>
          <p:nvPr>
            <p:ph type="body" sz="half" idx="2"/>
          </p:nvPr>
        </p:nvSpPr>
        <p:spPr>
          <a:xfrm>
            <a:off x="1166740" y="2743200"/>
            <a:ext cx="3595634" cy="3200400"/>
          </a:xfrm>
        </p:spPr>
        <p:txBody>
          <a:bodyPr rtlCol="0"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pl"/>
              <a:t>Kliknij, aby edytować style wzorców tekstu</a:t>
            </a:r>
          </a:p>
        </p:txBody>
      </p:sp>
      <p:sp>
        <p:nvSpPr>
          <p:cNvPr id="3" name="Zawartość — symbol zastępczy 2">
            <a:extLst>
              <a:ext uri="{FF2B5EF4-FFF2-40B4-BE49-F238E27FC236}">
                <a16:creationId xmlns:a16="http://schemas.microsoft.com/office/drawing/2014/main" id="{2F3B20A8-A604-C977-02C0-083BA8663484}"/>
              </a:ext>
            </a:extLst>
          </p:cNvPr>
          <p:cNvSpPr>
            <a:spLocks noGrp="1"/>
          </p:cNvSpPr>
          <p:nvPr>
            <p:ph idx="1"/>
          </p:nvPr>
        </p:nvSpPr>
        <p:spPr>
          <a:xfrm>
            <a:off x="5134707" y="685801"/>
            <a:ext cx="5943599" cy="5257799"/>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endParaRPr lang="en-US" dirty="0"/>
          </a:p>
        </p:txBody>
      </p:sp>
      <p:sp>
        <p:nvSpPr>
          <p:cNvPr id="6" name="Stopka — symbol zastępczy 5">
            <a:extLst>
              <a:ext uri="{FF2B5EF4-FFF2-40B4-BE49-F238E27FC236}">
                <a16:creationId xmlns:a16="http://schemas.microsoft.com/office/drawing/2014/main" id="{9C85A215-184B-2105-0279-ED02F6445831}"/>
              </a:ext>
            </a:extLst>
          </p:cNvPr>
          <p:cNvSpPr>
            <a:spLocks noGrp="1"/>
          </p:cNvSpPr>
          <p:nvPr>
            <p:ph type="ftr" sz="quarter" idx="11"/>
          </p:nvPr>
        </p:nvSpPr>
        <p:spPr/>
        <p:txBody>
          <a:bodyPr rtlCol="0"/>
          <a:lstStyle/>
          <a:p>
            <a:pPr rtl="0"/>
            <a:r>
              <a:rPr lang="pl"/>
              <a:t>Przykładowy tekst stopki</a:t>
            </a:r>
          </a:p>
        </p:txBody>
      </p:sp>
      <p:sp>
        <p:nvSpPr>
          <p:cNvPr id="5" name="Data — symbol zastępczy 4">
            <a:extLst>
              <a:ext uri="{FF2B5EF4-FFF2-40B4-BE49-F238E27FC236}">
                <a16:creationId xmlns:a16="http://schemas.microsoft.com/office/drawing/2014/main" id="{93F05638-7A56-469A-825A-1DFA600254C8}"/>
              </a:ext>
            </a:extLst>
          </p:cNvPr>
          <p:cNvSpPr>
            <a:spLocks noGrp="1"/>
          </p:cNvSpPr>
          <p:nvPr>
            <p:ph type="dt" sz="half" idx="10"/>
          </p:nvPr>
        </p:nvSpPr>
        <p:spPr>
          <a:xfrm>
            <a:off x="10058401" y="6400800"/>
            <a:ext cx="990599" cy="457200"/>
          </a:xfrm>
        </p:spPr>
        <p:txBody>
          <a:bodyPr rtlCol="0"/>
          <a:lstStyle/>
          <a:p>
            <a:pPr rtl="0"/>
            <a:r>
              <a:rPr lang="en-US"/>
              <a:t>30/10/2025</a:t>
            </a:r>
            <a:endParaRPr lang="en-US" dirty="0"/>
          </a:p>
        </p:txBody>
      </p:sp>
      <p:sp>
        <p:nvSpPr>
          <p:cNvPr id="7" name="Numer slajdu — symbol zastępczy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rtlCol="0"/>
          <a:lstStyle/>
          <a:p>
            <a:pPr rtl="0"/>
            <a:fld id="{AEAA3239-9EA4-4A65-A281-97F994456D9F}" type="slidenum">
              <a:rPr lang="en-US" smtClean="0"/>
              <a:t>‹#›</a:t>
            </a:fld>
            <a:endParaRPr lang="en-US" dirty="0"/>
          </a:p>
        </p:txBody>
      </p:sp>
      <p:cxnSp>
        <p:nvCxnSpPr>
          <p:cNvPr id="8" name="Łącznik prosty 7">
            <a:extLst>
              <a:ext uri="{FF2B5EF4-FFF2-40B4-BE49-F238E27FC236}">
                <a16:creationId xmlns:a16="http://schemas.microsoft.com/office/drawing/2014/main" id="{0F52DA44-7B78-2397-2B78-AD0FE8DE32E7}"/>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99884398"/>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picTx" preserve="1">
  <p:cSld name="Obraz z podpisem">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FB06A09-98CF-FAC2-3708-AECC4360C651}"/>
              </a:ext>
            </a:extLst>
          </p:cNvPr>
          <p:cNvSpPr>
            <a:spLocks noGrp="1"/>
          </p:cNvSpPr>
          <p:nvPr>
            <p:ph type="title"/>
          </p:nvPr>
        </p:nvSpPr>
        <p:spPr>
          <a:xfrm>
            <a:off x="1156692" y="685801"/>
            <a:ext cx="3595634" cy="1823162"/>
          </a:xfrm>
        </p:spPr>
        <p:txBody>
          <a:bodyPr rtlCol="0" anchor="t">
            <a:normAutofit/>
          </a:bodyPr>
          <a:lstStyle>
            <a:lvl1pPr>
              <a:defRPr sz="3600"/>
            </a:lvl1pPr>
          </a:lstStyle>
          <a:p>
            <a:pPr rtl="0"/>
            <a:r>
              <a:rPr lang="pl"/>
              <a:t>Kliknij, aby edytować styl wzorca tytułu</a:t>
            </a:r>
            <a:endParaRPr lang="en-US" dirty="0"/>
          </a:p>
        </p:txBody>
      </p:sp>
      <p:sp>
        <p:nvSpPr>
          <p:cNvPr id="4" name="Tekst — symbol zastępczy 3">
            <a:extLst>
              <a:ext uri="{FF2B5EF4-FFF2-40B4-BE49-F238E27FC236}">
                <a16:creationId xmlns:a16="http://schemas.microsoft.com/office/drawing/2014/main" id="{F32C4A61-EF2A-C5A5-B150-4448600B3937}"/>
              </a:ext>
            </a:extLst>
          </p:cNvPr>
          <p:cNvSpPr>
            <a:spLocks noGrp="1"/>
          </p:cNvSpPr>
          <p:nvPr>
            <p:ph type="body" sz="half" idx="2"/>
          </p:nvPr>
        </p:nvSpPr>
        <p:spPr>
          <a:xfrm>
            <a:off x="1156692" y="2743200"/>
            <a:ext cx="3595634" cy="3200400"/>
          </a:xfrm>
        </p:spPr>
        <p:txBody>
          <a:bodyPr rtlCol="0"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pl"/>
              <a:t>Kliknij, aby edytować style wzorców tekstu</a:t>
            </a:r>
          </a:p>
        </p:txBody>
      </p:sp>
      <p:sp>
        <p:nvSpPr>
          <p:cNvPr id="3" name="Obraz — symbol zastępczy 2">
            <a:extLst>
              <a:ext uri="{FF2B5EF4-FFF2-40B4-BE49-F238E27FC236}">
                <a16:creationId xmlns:a16="http://schemas.microsoft.com/office/drawing/2014/main" id="{9571C769-CEC8-962A-01E6-15B0E056791E}"/>
              </a:ext>
            </a:extLst>
          </p:cNvPr>
          <p:cNvSpPr>
            <a:spLocks noGrp="1"/>
          </p:cNvSpPr>
          <p:nvPr>
            <p:ph type="pic" idx="1" hasCustomPrompt="1"/>
          </p:nvPr>
        </p:nvSpPr>
        <p:spPr>
          <a:xfrm>
            <a:off x="5334000" y="685802"/>
            <a:ext cx="5701308" cy="5257798"/>
          </a:xfrm>
          <a:prstGeom prst="roundRect">
            <a:avLst/>
          </a:prstGeom>
          <a:blipFill dpi="0" rotWithShape="1">
            <a:blip r:embed="rId2" cstate="email">
              <a:alphaModFix amt="60000"/>
              <a:extLst>
                <a:ext uri="{28A0092B-C50C-407E-A947-70E740481C1C}">
                  <a14:useLocalDpi xmlns:a14="http://schemas.microsoft.com/office/drawing/2010/main"/>
                </a:ext>
              </a:extLst>
            </a:blip>
            <a:srcRect/>
            <a:stretch>
              <a:fillRect/>
            </a:stretch>
          </a:blipFill>
        </p:spPr>
        <p:txBody>
          <a:bodyPr rtlCol="0">
            <a:normAutofit/>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pl"/>
              <a:t>   </a:t>
            </a:r>
          </a:p>
        </p:txBody>
      </p:sp>
      <p:sp>
        <p:nvSpPr>
          <p:cNvPr id="6" name="Stopka — symbol zastępczy 5">
            <a:extLst>
              <a:ext uri="{FF2B5EF4-FFF2-40B4-BE49-F238E27FC236}">
                <a16:creationId xmlns:a16="http://schemas.microsoft.com/office/drawing/2014/main" id="{7FDC75DA-9A78-9AB9-7171-95A08CC51C56}"/>
              </a:ext>
            </a:extLst>
          </p:cNvPr>
          <p:cNvSpPr>
            <a:spLocks noGrp="1"/>
          </p:cNvSpPr>
          <p:nvPr>
            <p:ph type="ftr" sz="quarter" idx="11"/>
          </p:nvPr>
        </p:nvSpPr>
        <p:spPr/>
        <p:txBody>
          <a:bodyPr rtlCol="0"/>
          <a:lstStyle/>
          <a:p>
            <a:pPr rtl="0"/>
            <a:r>
              <a:rPr lang="pl"/>
              <a:t>Przykładowy tekst stopki</a:t>
            </a:r>
          </a:p>
        </p:txBody>
      </p:sp>
      <p:sp>
        <p:nvSpPr>
          <p:cNvPr id="5" name="Data — symbol zastępczy 4">
            <a:extLst>
              <a:ext uri="{FF2B5EF4-FFF2-40B4-BE49-F238E27FC236}">
                <a16:creationId xmlns:a16="http://schemas.microsoft.com/office/drawing/2014/main" id="{920B235E-39C7-4C78-20EF-DB48ECD9CB90}"/>
              </a:ext>
            </a:extLst>
          </p:cNvPr>
          <p:cNvSpPr>
            <a:spLocks noGrp="1"/>
          </p:cNvSpPr>
          <p:nvPr>
            <p:ph type="dt" sz="half" idx="10"/>
          </p:nvPr>
        </p:nvSpPr>
        <p:spPr>
          <a:xfrm>
            <a:off x="10058401" y="6400800"/>
            <a:ext cx="990599" cy="457200"/>
          </a:xfrm>
        </p:spPr>
        <p:txBody>
          <a:bodyPr rtlCol="0"/>
          <a:lstStyle/>
          <a:p>
            <a:pPr rtl="0"/>
            <a:r>
              <a:rPr lang="en-US"/>
              <a:t>30/10/2025</a:t>
            </a:r>
            <a:endParaRPr lang="en-US" dirty="0"/>
          </a:p>
        </p:txBody>
      </p:sp>
      <p:sp>
        <p:nvSpPr>
          <p:cNvPr id="7" name="Numer slajdu — symbol zastępczy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rtlCol="0"/>
          <a:lstStyle/>
          <a:p>
            <a:pPr rtl="0"/>
            <a:fld id="{AEAA3239-9EA4-4A65-A281-97F994456D9F}" type="slidenum">
              <a:rPr lang="en-US" smtClean="0"/>
              <a:t>‹#›</a:t>
            </a:fld>
            <a:endParaRPr lang="en-US" dirty="0"/>
          </a:p>
        </p:txBody>
      </p:sp>
      <p:cxnSp>
        <p:nvCxnSpPr>
          <p:cNvPr id="8" name="Łącznik prosty 7">
            <a:extLst>
              <a:ext uri="{FF2B5EF4-FFF2-40B4-BE49-F238E27FC236}">
                <a16:creationId xmlns:a16="http://schemas.microsoft.com/office/drawing/2014/main" id="{24420CDB-B7DC-0296-6DF4-02A4E776627C}"/>
              </a:ext>
            </a:extLst>
          </p:cNvPr>
          <p:cNvCxnSpPr>
            <a:cxnSpLocks/>
          </p:cNvCxnSpPr>
          <p:nvPr userDrawn="1"/>
        </p:nvCxnSpPr>
        <p:spPr>
          <a:xfrm>
            <a:off x="0" y="6400800"/>
            <a:ext cx="12192000"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20851169"/>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theme" Target="../theme/theme1.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ytuł — symbol zastępczy 1">
            <a:extLst>
              <a:ext uri="{FF2B5EF4-FFF2-40B4-BE49-F238E27FC236}">
                <a16:creationId xmlns:a16="http://schemas.microsoft.com/office/drawing/2014/main" id="{475BFB69-9245-EC58-F1DE-FEB625BD336A}"/>
              </a:ext>
            </a:extLst>
          </p:cNvPr>
          <p:cNvSpPr>
            <a:spLocks noGrp="1"/>
          </p:cNvSpPr>
          <p:nvPr>
            <p:ph type="title"/>
          </p:nvPr>
        </p:nvSpPr>
        <p:spPr>
          <a:xfrm>
            <a:off x="1143001" y="698501"/>
            <a:ext cx="9906000" cy="1018531"/>
          </a:xfrm>
          <a:prstGeom prst="rect">
            <a:avLst/>
          </a:prstGeom>
        </p:spPr>
        <p:txBody>
          <a:bodyPr vert="horz" lIns="91440" tIns="45720" rIns="91440" bIns="45720" rtlCol="0" anchor="t">
            <a:normAutofit/>
          </a:bodyPr>
          <a:lstStyle/>
          <a:p>
            <a:pPr rtl="0"/>
            <a:r>
              <a:rPr lang="pl"/>
              <a:t>Kliknij, aby edytować styl wzorca tytułu</a:t>
            </a:r>
          </a:p>
        </p:txBody>
      </p:sp>
      <p:sp>
        <p:nvSpPr>
          <p:cNvPr id="3" name="Tekst — symbol zastępczy 2">
            <a:extLst>
              <a:ext uri="{FF2B5EF4-FFF2-40B4-BE49-F238E27FC236}">
                <a16:creationId xmlns:a16="http://schemas.microsoft.com/office/drawing/2014/main" id="{5516AFD5-5144-C460-0CA4-644BC4A93C02}"/>
              </a:ext>
            </a:extLst>
          </p:cNvPr>
          <p:cNvSpPr>
            <a:spLocks noGrp="1"/>
          </p:cNvSpPr>
          <p:nvPr>
            <p:ph type="body" idx="1"/>
          </p:nvPr>
        </p:nvSpPr>
        <p:spPr>
          <a:xfrm>
            <a:off x="1142999" y="1902460"/>
            <a:ext cx="9906001" cy="4041139"/>
          </a:xfrm>
          <a:prstGeom prst="rect">
            <a:avLst/>
          </a:prstGeom>
        </p:spPr>
        <p:txBody>
          <a:bodyPr vert="horz" lIns="91440" tIns="45720" rIns="91440" bIns="45720" rtlCol="0">
            <a:normAutofit/>
          </a:bodyPr>
          <a:lstStyle/>
          <a:p>
            <a:pPr lvl="0" rtl="0"/>
            <a:r>
              <a:rPr lang="pl"/>
              <a:t>Kliknij, aby edytować style wzorców tekstu</a:t>
            </a:r>
          </a:p>
          <a:p>
            <a:pPr lvl="1" rtl="0"/>
            <a:r>
              <a:rPr lang="pl"/>
              <a:t>Drugi poziom</a:t>
            </a:r>
          </a:p>
          <a:p>
            <a:pPr lvl="2" rtl="0"/>
            <a:r>
              <a:rPr lang="pl"/>
              <a:t>Trzeci poziom</a:t>
            </a:r>
          </a:p>
          <a:p>
            <a:pPr lvl="3" rtl="0"/>
            <a:r>
              <a:rPr lang="pl"/>
              <a:t>Czwarty poziom</a:t>
            </a:r>
          </a:p>
          <a:p>
            <a:pPr lvl="4" rtl="0"/>
            <a:r>
              <a:rPr lang="pl"/>
              <a:t>Piąty poziom</a:t>
            </a:r>
          </a:p>
        </p:txBody>
      </p:sp>
      <p:sp>
        <p:nvSpPr>
          <p:cNvPr id="4" name="Data — symbol zastępczy 3">
            <a:extLst>
              <a:ext uri="{FF2B5EF4-FFF2-40B4-BE49-F238E27FC236}">
                <a16:creationId xmlns:a16="http://schemas.microsoft.com/office/drawing/2014/main" id="{3995753E-AF8A-7E04-8A1A-205B755A0215}"/>
              </a:ext>
            </a:extLst>
          </p:cNvPr>
          <p:cNvSpPr>
            <a:spLocks noGrp="1"/>
          </p:cNvSpPr>
          <p:nvPr>
            <p:ph type="dt" sz="half" idx="2"/>
          </p:nvPr>
        </p:nvSpPr>
        <p:spPr>
          <a:xfrm>
            <a:off x="8893929" y="6400800"/>
            <a:ext cx="2155071" cy="457200"/>
          </a:xfrm>
          <a:prstGeom prst="rect">
            <a:avLst/>
          </a:prstGeom>
        </p:spPr>
        <p:txBody>
          <a:bodyPr vert="horz" lIns="91440" tIns="45720" rIns="91440" bIns="45720" rtlCol="0" anchor="ctr"/>
          <a:lstStyle>
            <a:lvl1pPr algn="r" rtl="0">
              <a:defRPr sz="1000" b="1" i="0">
                <a:solidFill>
                  <a:schemeClr val="tx1"/>
                </a:solidFill>
                <a:latin typeface="+mj-lt"/>
                <a:cs typeface="Mongolian Baiti" panose="03000500000000000000" pitchFamily="66" charset="0"/>
              </a:defRPr>
            </a:lvl1pPr>
          </a:lstStyle>
          <a:p>
            <a:pPr rtl="0"/>
            <a:r>
              <a:rPr lang="en-US"/>
              <a:t>30/10/2025</a:t>
            </a:r>
            <a:endParaRPr lang="en-US" dirty="0"/>
          </a:p>
        </p:txBody>
      </p:sp>
      <p:sp>
        <p:nvSpPr>
          <p:cNvPr id="5" name="Stopka — symbol zastępczy 4">
            <a:extLst>
              <a:ext uri="{FF2B5EF4-FFF2-40B4-BE49-F238E27FC236}">
                <a16:creationId xmlns:a16="http://schemas.microsoft.com/office/drawing/2014/main" id="{D4E1B7C8-DA74-800B-EE14-A39E9DB32DE4}"/>
              </a:ext>
            </a:extLst>
          </p:cNvPr>
          <p:cNvSpPr>
            <a:spLocks noGrp="1"/>
          </p:cNvSpPr>
          <p:nvPr>
            <p:ph type="ftr" sz="quarter" idx="3"/>
          </p:nvPr>
        </p:nvSpPr>
        <p:spPr>
          <a:xfrm>
            <a:off x="152400" y="6400800"/>
            <a:ext cx="5943599" cy="457200"/>
          </a:xfrm>
          <a:prstGeom prst="rect">
            <a:avLst/>
          </a:prstGeom>
        </p:spPr>
        <p:txBody>
          <a:bodyPr vert="horz" lIns="91440" tIns="45720" rIns="91440" bIns="45720" rtlCol="0" anchor="ctr"/>
          <a:lstStyle>
            <a:lvl1pPr algn="l" rtl="0">
              <a:defRPr sz="1000" b="1" i="0">
                <a:solidFill>
                  <a:schemeClr val="tx1"/>
                </a:solidFill>
                <a:latin typeface="+mj-lt"/>
                <a:cs typeface="Mongolian Baiti" panose="03000500000000000000" pitchFamily="66" charset="0"/>
              </a:defRPr>
            </a:lvl1pPr>
          </a:lstStyle>
          <a:p>
            <a:pPr rtl="0"/>
            <a:r>
              <a:rPr lang="pl"/>
              <a:t>Przykładowy tekst stopki</a:t>
            </a:r>
            <a:endParaRPr lang="en-US" dirty="0"/>
          </a:p>
        </p:txBody>
      </p:sp>
      <p:sp>
        <p:nvSpPr>
          <p:cNvPr id="6" name="Numer slajdu — symbol zastępczy 5">
            <a:extLst>
              <a:ext uri="{FF2B5EF4-FFF2-40B4-BE49-F238E27FC236}">
                <a16:creationId xmlns:a16="http://schemas.microsoft.com/office/drawing/2014/main" id="{7AC1647D-0DF0-CA1B-F723-EF7B8F508DB7}"/>
              </a:ext>
            </a:extLst>
          </p:cNvPr>
          <p:cNvSpPr>
            <a:spLocks noGrp="1"/>
          </p:cNvSpPr>
          <p:nvPr>
            <p:ph type="sldNum" sz="quarter" idx="4"/>
          </p:nvPr>
        </p:nvSpPr>
        <p:spPr>
          <a:xfrm>
            <a:off x="11049000" y="6400800"/>
            <a:ext cx="990599" cy="457200"/>
          </a:xfrm>
          <a:prstGeom prst="rect">
            <a:avLst/>
          </a:prstGeom>
        </p:spPr>
        <p:txBody>
          <a:bodyPr vert="horz" lIns="91440" tIns="45720" rIns="91440" bIns="45720" rtlCol="0" anchor="ctr"/>
          <a:lstStyle>
            <a:lvl1pPr algn="r" rtl="0">
              <a:defRPr sz="1000" b="1" i="0">
                <a:solidFill>
                  <a:schemeClr val="accent1"/>
                </a:solidFill>
                <a:latin typeface="+mj-lt"/>
                <a:cs typeface="Mongolian Baiti" panose="03000500000000000000" pitchFamily="66" charset="0"/>
              </a:defRPr>
            </a:lvl1pPr>
          </a:lstStyle>
          <a:p>
            <a:pPr rtl="0"/>
            <a:fld id="{AEAA3239-9EA4-4A65-A281-97F994456D9F}" type="slidenum">
              <a:rPr lang="en-US" smtClean="0"/>
              <a:pPr/>
              <a:t>‹#›</a:t>
            </a:fld>
            <a:endParaRPr lang="en-US" dirty="0"/>
          </a:p>
        </p:txBody>
      </p:sp>
    </p:spTree>
    <p:extLst>
      <p:ext uri="{BB962C8B-B14F-4D97-AF65-F5344CB8AC3E}">
        <p14:creationId xmlns:p14="http://schemas.microsoft.com/office/powerpoint/2010/main" val="42822358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6" r:id="rId56"/>
  </p:sldLayoutIdLst>
  <p:hf hdr="0" ftr="0" dt="0"/>
  <p:txStyles>
    <p:titleStyle>
      <a:lvl1pPr algn="l" defTabSz="914400" rtl="0" eaLnBrk="1" latinLnBrk="0" hangingPunct="1">
        <a:lnSpc>
          <a:spcPct val="80000"/>
        </a:lnSpc>
        <a:spcBef>
          <a:spcPct val="0"/>
        </a:spcBef>
        <a:buNone/>
        <a:defRPr sz="3600" b="0" i="0" kern="1200" spc="0" baseline="0">
          <a:solidFill>
            <a:schemeClr val="tx1"/>
          </a:solidFill>
          <a:latin typeface="+mj-lt"/>
          <a:ea typeface="+mj-ea"/>
          <a:cs typeface="Mongolian Baiti" panose="03000500000000000000" pitchFamily="66" charset="0"/>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400" b="0" i="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400" b="0" i="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b="0" i="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b="0" i="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400" b="0" i="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3" orient="horz" pos="2160" userDrawn="1">
          <p15:clr>
            <a:srgbClr val="F26B43"/>
          </p15:clr>
        </p15:guide>
        <p15:guide id="24" pos="3840" userDrawn="1">
          <p15:clr>
            <a:srgbClr val="F26B43"/>
          </p15:clr>
        </p15:guide>
        <p15:guide id="25" pos="7584" userDrawn="1">
          <p15:clr>
            <a:srgbClr val="F26B43"/>
          </p15:clr>
        </p15:guide>
        <p15:guide id="26" pos="96" userDrawn="1">
          <p15:clr>
            <a:srgbClr val="F26B43"/>
          </p15:clr>
        </p15:guide>
        <p15:guide id="27" pos="720" userDrawn="1">
          <p15:clr>
            <a:srgbClr val="F26B43"/>
          </p15:clr>
        </p15:guide>
        <p15:guide id="28" pos="6960" userDrawn="1">
          <p15:clr>
            <a:srgbClr val="F26B43"/>
          </p15:clr>
        </p15:guide>
        <p15:guide id="29" orient="horz" pos="4032" userDrawn="1">
          <p15:clr>
            <a:srgbClr val="F26B43"/>
          </p15:clr>
        </p15:guide>
        <p15:guide id="30" orient="horz" pos="432" userDrawn="1">
          <p15:clr>
            <a:srgbClr val="F26B43"/>
          </p15:clr>
        </p15:guide>
        <p15:guide id="31" orient="horz" pos="3744"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xml"/><Relationship Id="rId1" Type="http://schemas.openxmlformats.org/officeDocument/2006/relationships/slideLayout" Target="../slideLayouts/slideLayout51.xml"/><Relationship Id="rId6" Type="http://schemas.openxmlformats.org/officeDocument/2006/relationships/image" Target="../media/image24.svg"/><Relationship Id="rId5" Type="http://schemas.openxmlformats.org/officeDocument/2006/relationships/image" Target="../media/image23.png"/><Relationship Id="rId4" Type="http://schemas.openxmlformats.org/officeDocument/2006/relationships/image" Target="../media/image22.svg"/></Relationships>
</file>

<file path=ppt/slides/_rels/slide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xml"/><Relationship Id="rId1" Type="http://schemas.openxmlformats.org/officeDocument/2006/relationships/slideLayout" Target="../slideLayouts/slideLayout51.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22.svg"/></Relationships>
</file>

<file path=ppt/slides/_rels/slide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xml"/><Relationship Id="rId1" Type="http://schemas.openxmlformats.org/officeDocument/2006/relationships/slideLayout" Target="../slideLayouts/slideLayout51.xml"/><Relationship Id="rId4" Type="http://schemas.openxmlformats.org/officeDocument/2006/relationships/image" Target="../media/image28.svg"/></Relationships>
</file>

<file path=ppt/slides/_rels/slide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xml"/><Relationship Id="rId1" Type="http://schemas.openxmlformats.org/officeDocument/2006/relationships/slideLayout" Target="../slideLayouts/slideLayout51.xml"/><Relationship Id="rId4" Type="http://schemas.openxmlformats.org/officeDocument/2006/relationships/image" Target="../media/image28.svg"/></Relationships>
</file>

<file path=ppt/slides/_rels/slide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xml"/><Relationship Id="rId1" Type="http://schemas.openxmlformats.org/officeDocument/2006/relationships/slideLayout" Target="../slideLayouts/slideLayout51.xml"/><Relationship Id="rId4" Type="http://schemas.openxmlformats.org/officeDocument/2006/relationships/image" Target="../media/image28.svg"/></Relationships>
</file>

<file path=ppt/slides/_rels/slide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6.xml"/><Relationship Id="rId1" Type="http://schemas.openxmlformats.org/officeDocument/2006/relationships/slideLayout" Target="../slideLayouts/slideLayout51.xml"/><Relationship Id="rId4" Type="http://schemas.openxmlformats.org/officeDocument/2006/relationships/image" Target="../media/image28.svg"/></Relationships>
</file>

<file path=ppt/slides/_rels/slide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7.xml"/><Relationship Id="rId1" Type="http://schemas.openxmlformats.org/officeDocument/2006/relationships/slideLayout" Target="../slideLayouts/slideLayout51.xml"/><Relationship Id="rId4" Type="http://schemas.openxmlformats.org/officeDocument/2006/relationships/image" Target="../media/image28.svg"/></Relationships>
</file>

<file path=ppt/slides/_rels/slide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8.xml"/><Relationship Id="rId1" Type="http://schemas.openxmlformats.org/officeDocument/2006/relationships/slideLayout" Target="../slideLayouts/slideLayout51.xml"/><Relationship Id="rId4" Type="http://schemas.openxmlformats.org/officeDocument/2006/relationships/image" Target="../media/image28.svg"/></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xml"/><Relationship Id="rId1" Type="http://schemas.openxmlformats.org/officeDocument/2006/relationships/slideLayout" Target="../slideLayouts/slideLayout51.xml"/><Relationship Id="rId4" Type="http://schemas.openxmlformats.org/officeDocument/2006/relationships/image" Target="../media/image28.svg"/></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51.xml"/><Relationship Id="rId4" Type="http://schemas.openxmlformats.org/officeDocument/2006/relationships/image" Target="../media/image28.svg"/></Relationships>
</file>

<file path=ppt/slides/_rels/slide1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1.xml"/><Relationship Id="rId1" Type="http://schemas.openxmlformats.org/officeDocument/2006/relationships/slideLayout" Target="../slideLayouts/slideLayout51.xml"/><Relationship Id="rId4" Type="http://schemas.openxmlformats.org/officeDocument/2006/relationships/image" Target="../media/image28.svg"/></Relationships>
</file>

<file path=ppt/slides/_rels/slide1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51.xml"/><Relationship Id="rId4" Type="http://schemas.openxmlformats.org/officeDocument/2006/relationships/image" Target="../media/image28.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Symbol zastępczy zawartości 5">
            <a:extLst>
              <a:ext uri="{FF2B5EF4-FFF2-40B4-BE49-F238E27FC236}">
                <a16:creationId xmlns:a16="http://schemas.microsoft.com/office/drawing/2014/main" id="{0CABCD39-77E7-4ED2-8B69-865E5878D11D}"/>
              </a:ext>
            </a:extLst>
          </p:cNvPr>
          <p:cNvPicPr>
            <a:picLocks noGrp="1" noChangeAspect="1"/>
          </p:cNvPicPr>
          <p:nvPr>
            <p:ph sz="quarter" idx="15"/>
          </p:nvPr>
        </p:nvPicPr>
        <p:blipFill>
          <a:blip r:embed="rId3">
            <a:extLst>
              <a:ext uri="{96DAC541-7B7A-43D3-8B79-37D633B846F1}">
                <asvg:svgBlip xmlns:asvg="http://schemas.microsoft.com/office/drawing/2016/SVG/main" r:embed="rId4"/>
              </a:ext>
            </a:extLst>
          </a:blip>
          <a:stretch>
            <a:fillRect/>
          </a:stretch>
        </p:blipFill>
        <p:spPr>
          <a:xfrm>
            <a:off x="0" y="0"/>
            <a:ext cx="12192000" cy="6858000"/>
          </a:xfrm>
          <a:prstGeom prst="rect">
            <a:avLst/>
          </a:prstGeom>
        </p:spPr>
      </p:pic>
      <p:pic>
        <p:nvPicPr>
          <p:cNvPr id="7" name="Symbol zastępczy zawartości 6" descr="A visually striking image of a modern civil engineering project, such as a bridge or skyscraper under construction, with engineers in safety gear reviewing blueprints on site. The scene should have a clean, professional look with ample open space for centered title overlay. The image should also subtly suggest academic or professional development, such as a laptop or notepad visible in the foreground. The lighting should be bright and inviting. No visible or implied text, letters, or words should appear anywhere in the image. The composition must allow for clear overlay of the title and convey a sense of innovation, structure, and growth">
            <a:extLst>
              <a:ext uri="{FF2B5EF4-FFF2-40B4-BE49-F238E27FC236}">
                <a16:creationId xmlns:a16="http://schemas.microsoft.com/office/drawing/2014/main" id="{AA983680-8A48-4DB4-8FA8-17C8E4BFA852}"/>
              </a:ext>
            </a:extLst>
          </p:cNvPr>
          <p:cNvPicPr>
            <a:picLocks noGrp="1" noChangeAspect="1"/>
          </p:cNvPicPr>
          <p:nvPr>
            <p:ph sz="quarter" idx="16"/>
          </p:nvPr>
        </p:nvPicPr>
        <p:blipFill>
          <a:blip r:embed="rId5">
            <a:extLst>
              <a:ext uri="{96DAC541-7B7A-43D3-8B79-37D633B846F1}">
                <asvg:svgBlip xmlns:asvg="http://schemas.microsoft.com/office/drawing/2016/SVG/main" r:embed="rId6"/>
              </a:ext>
            </a:extLst>
          </a:blip>
          <a:stretch>
            <a:fillRect/>
          </a:stretch>
        </p:blipFill>
        <p:spPr>
          <a:xfrm>
            <a:off x="5334000" y="0"/>
            <a:ext cx="6858000" cy="6858000"/>
          </a:xfrm>
          <a:prstGeom prst="rect">
            <a:avLst/>
          </a:prstGeom>
        </p:spPr>
      </p:pic>
      <p:sp>
        <p:nvSpPr>
          <p:cNvPr id="5" name="Symbol zastępczy numeru slajdu 4">
            <a:extLst>
              <a:ext uri="{FF2B5EF4-FFF2-40B4-BE49-F238E27FC236}">
                <a16:creationId xmlns:a16="http://schemas.microsoft.com/office/drawing/2014/main" id="{92196A18-7132-3BF0-E2EF-4B5A85204D36}"/>
              </a:ext>
            </a:extLst>
          </p:cNvPr>
          <p:cNvSpPr>
            <a:spLocks noGrp="1"/>
          </p:cNvSpPr>
          <p:nvPr>
            <p:ph type="sldNum" sz="quarter" idx="12"/>
          </p:nvPr>
        </p:nvSpPr>
        <p:spPr/>
        <p:txBody>
          <a:bodyPr/>
          <a:lstStyle/>
          <a:p>
            <a:pPr rtl="0"/>
            <a:fld id="{AEAA3239-9EA4-4A65-A281-97F994456D9F}" type="slidenum">
              <a:rPr lang="en-US" smtClean="0"/>
              <a:t>1</a:t>
            </a:fld>
            <a:endParaRPr lang="en-US" dirty="0"/>
          </a:p>
        </p:txBody>
      </p:sp>
      <p:sp>
        <p:nvSpPr>
          <p:cNvPr id="8" name="pole tekstowe 7">
            <a:extLst>
              <a:ext uri="{FF2B5EF4-FFF2-40B4-BE49-F238E27FC236}">
                <a16:creationId xmlns:a16="http://schemas.microsoft.com/office/drawing/2014/main" id="{D0424F0B-B51B-43F4-B3C7-76CC29CC49E6}"/>
              </a:ext>
            </a:extLst>
          </p:cNvPr>
          <p:cNvSpPr txBox="1"/>
          <p:nvPr/>
        </p:nvSpPr>
        <p:spPr>
          <a:xfrm>
            <a:off x="619125" y="683121"/>
            <a:ext cx="4391025" cy="2681882"/>
          </a:xfrm>
          <a:prstGeom prst="rect">
            <a:avLst/>
          </a:prstGeom>
          <a:noFill/>
        </p:spPr>
        <p:txBody>
          <a:bodyPr wrap="square" rtlCol="0">
            <a:normAutofit fontScale="92500" lnSpcReduction="10000"/>
          </a:bodyPr>
          <a:lstStyle/>
          <a:p>
            <a:pPr marL="0" algn="l">
              <a:buNone/>
            </a:pPr>
            <a:r>
              <a:rPr sz="4800" b="0" dirty="0">
                <a:solidFill>
                  <a:srgbClr val="000000"/>
                </a:solidFill>
                <a:effectLst/>
                <a:latin typeface="Mongolian Baiti" panose="03000500000000000000" pitchFamily="66" charset="0"/>
              </a:rPr>
              <a:t>Course Schedule: Civil Engineering and Correspondence</a:t>
            </a:r>
            <a:r>
              <a:rPr dirty="0">
                <a:effectLst/>
              </a:rPr>
              <a:t> </a:t>
            </a:r>
            <a:endParaRPr lang="pl-PL" dirty="0"/>
          </a:p>
        </p:txBody>
      </p:sp>
    </p:spTree>
    <p:extLst>
      <p:ext uri="{BB962C8B-B14F-4D97-AF65-F5344CB8AC3E}">
        <p14:creationId xmlns:p14="http://schemas.microsoft.com/office/powerpoint/2010/main" val="31352363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Symbol zastępczy zawartości 5">
            <a:extLst>
              <a:ext uri="{FF2B5EF4-FFF2-40B4-BE49-F238E27FC236}">
                <a16:creationId xmlns:a16="http://schemas.microsoft.com/office/drawing/2014/main" id="{DDE4C7EC-0EED-4324-83CB-47E6BA24B45F}"/>
              </a:ext>
            </a:extLst>
          </p:cNvPr>
          <p:cNvPicPr>
            <a:picLocks noGrp="1" noChangeAspect="1"/>
          </p:cNvPicPr>
          <p:nvPr>
            <p:ph sz="quarter" idx="15"/>
          </p:nvPr>
        </p:nvPicPr>
        <p:blipFill>
          <a:blip r:embed="rId3">
            <a:extLst>
              <a:ext uri="{96DAC541-7B7A-43D3-8B79-37D633B846F1}">
                <asvg:svgBlip xmlns:asvg="http://schemas.microsoft.com/office/drawing/2016/SVG/main" r:embed="rId4"/>
              </a:ext>
            </a:extLst>
          </a:blip>
          <a:stretch>
            <a:fillRect/>
          </a:stretch>
        </p:blipFill>
        <p:spPr>
          <a:xfrm>
            <a:off x="152401" y="-76200"/>
            <a:ext cx="12192000" cy="6858000"/>
          </a:xfrm>
          <a:prstGeom prst="rect">
            <a:avLst/>
          </a:prstGeom>
        </p:spPr>
      </p:pic>
      <p:pic>
        <p:nvPicPr>
          <p:cNvPr id="7" name="Symbol zastępczy zawartości 6" descr="A modern, well-lit architectural workspace featuring a large table with construction drawings, measuring tools, a laptop, and a hard hat. In the background, professionals are engaged in discussion, with visible elements of civil engineering and construction. The composition should be clean and premium, with ample negative space for overlaying agenda text. No visible or implied text, letters, or words should appear anywhere in the image">
            <a:extLst>
              <a:ext uri="{FF2B5EF4-FFF2-40B4-BE49-F238E27FC236}">
                <a16:creationId xmlns:a16="http://schemas.microsoft.com/office/drawing/2014/main" id="{34F79F41-8A11-49BA-910C-A1FD7F22D4DA}"/>
              </a:ext>
            </a:extLst>
          </p:cNvPr>
          <p:cNvPicPr>
            <a:picLocks noGrp="1" noChangeAspect="1"/>
          </p:cNvPicPr>
          <p:nvPr>
            <p:ph sz="quarter" idx="16"/>
          </p:nvPr>
        </p:nvPicPr>
        <p:blipFill>
          <a:blip r:embed="rId5">
            <a:extLst>
              <a:ext uri="{96DAC541-7B7A-43D3-8B79-37D633B846F1}">
                <asvg:svgBlip xmlns:asvg="http://schemas.microsoft.com/office/drawing/2016/SVG/main" r:embed="rId6"/>
              </a:ext>
            </a:extLst>
          </a:blip>
          <a:stretch>
            <a:fillRect/>
          </a:stretch>
        </p:blipFill>
        <p:spPr>
          <a:xfrm>
            <a:off x="0" y="0"/>
            <a:ext cx="4572000" cy="6858000"/>
          </a:xfrm>
          <a:prstGeom prst="rect">
            <a:avLst/>
          </a:prstGeom>
        </p:spPr>
      </p:pic>
      <p:sp>
        <p:nvSpPr>
          <p:cNvPr id="5" name="Symbol zastępczy numeru slajdu 4">
            <a:extLst>
              <a:ext uri="{FF2B5EF4-FFF2-40B4-BE49-F238E27FC236}">
                <a16:creationId xmlns:a16="http://schemas.microsoft.com/office/drawing/2014/main" id="{BB42EA32-A026-FE5D-9754-6FBCD3582122}"/>
              </a:ext>
            </a:extLst>
          </p:cNvPr>
          <p:cNvSpPr>
            <a:spLocks noGrp="1"/>
          </p:cNvSpPr>
          <p:nvPr>
            <p:ph type="sldNum" sz="quarter" idx="12"/>
          </p:nvPr>
        </p:nvSpPr>
        <p:spPr/>
        <p:txBody>
          <a:bodyPr/>
          <a:lstStyle/>
          <a:p>
            <a:pPr rtl="0"/>
            <a:fld id="{AEAA3239-9EA4-4A65-A281-97F994456D9F}" type="slidenum">
              <a:rPr lang="en-US" smtClean="0"/>
              <a:t>2</a:t>
            </a:fld>
            <a:endParaRPr lang="en-US" dirty="0"/>
          </a:p>
        </p:txBody>
      </p:sp>
      <p:sp>
        <p:nvSpPr>
          <p:cNvPr id="8" name="pole tekstowe 7">
            <a:extLst>
              <a:ext uri="{FF2B5EF4-FFF2-40B4-BE49-F238E27FC236}">
                <a16:creationId xmlns:a16="http://schemas.microsoft.com/office/drawing/2014/main" id="{CF526543-EC06-4B06-A7D5-CC9C75ECBE02}"/>
              </a:ext>
            </a:extLst>
          </p:cNvPr>
          <p:cNvSpPr txBox="1"/>
          <p:nvPr/>
        </p:nvSpPr>
        <p:spPr>
          <a:xfrm>
            <a:off x="7302954" y="510481"/>
            <a:ext cx="6477000" cy="609600"/>
          </a:xfrm>
          <a:prstGeom prst="rect">
            <a:avLst/>
          </a:prstGeom>
          <a:noFill/>
        </p:spPr>
        <p:txBody>
          <a:bodyPr wrap="square" rtlCol="0">
            <a:normAutofit fontScale="85000" lnSpcReduction="20000"/>
          </a:bodyPr>
          <a:lstStyle/>
          <a:p>
            <a:pPr marL="0" algn="l">
              <a:buNone/>
            </a:pPr>
            <a:r>
              <a:rPr lang="pl-PL" sz="4800" dirty="0" err="1">
                <a:solidFill>
                  <a:srgbClr val="DDA152"/>
                </a:solidFill>
                <a:latin typeface="Mongolian Baiti" panose="03000500000000000000" pitchFamily="66" charset="0"/>
              </a:rPr>
              <a:t>B</a:t>
            </a:r>
            <a:r>
              <a:rPr lang="pl-PL" sz="4800" dirty="0" err="1">
                <a:solidFill>
                  <a:srgbClr val="DDA152"/>
                </a:solidFill>
                <a:effectLst/>
                <a:latin typeface="Mongolian Baiti" panose="03000500000000000000" pitchFamily="66" charset="0"/>
              </a:rPr>
              <a:t>ooks</a:t>
            </a:r>
            <a:r>
              <a:rPr lang="pl-PL" sz="4800" dirty="0">
                <a:solidFill>
                  <a:srgbClr val="DDA152"/>
                </a:solidFill>
                <a:latin typeface="Mongolian Baiti" panose="03000500000000000000" pitchFamily="66" charset="0"/>
              </a:rPr>
              <a:t>:</a:t>
            </a:r>
            <a:r>
              <a:rPr dirty="0">
                <a:effectLst/>
              </a:rPr>
              <a:t> </a:t>
            </a:r>
            <a:endParaRPr lang="pl-PL" dirty="0"/>
          </a:p>
        </p:txBody>
      </p:sp>
      <p:sp>
        <p:nvSpPr>
          <p:cNvPr id="9" name="pole tekstowe 8">
            <a:extLst>
              <a:ext uri="{FF2B5EF4-FFF2-40B4-BE49-F238E27FC236}">
                <a16:creationId xmlns:a16="http://schemas.microsoft.com/office/drawing/2014/main" id="{0F784F8A-9B60-4DC1-99F0-646981C952AE}"/>
              </a:ext>
            </a:extLst>
          </p:cNvPr>
          <p:cNvSpPr txBox="1"/>
          <p:nvPr/>
        </p:nvSpPr>
        <p:spPr>
          <a:xfrm>
            <a:off x="4991099" y="1120081"/>
            <a:ext cx="6477000" cy="6347519"/>
          </a:xfrm>
          <a:prstGeom prst="rect">
            <a:avLst/>
          </a:prstGeom>
          <a:noFill/>
        </p:spPr>
        <p:txBody>
          <a:bodyPr wrap="square" rtlCol="0">
            <a:normAutofit/>
          </a:bodyPr>
          <a:lstStyle/>
          <a:p>
            <a:pPr marL="342900" indent="-342900">
              <a:buFont typeface="Arial" panose="020B0604020202020204" pitchFamily="34" charset="0"/>
              <a:buChar char="•"/>
            </a:pPr>
            <a:r>
              <a:rPr sz="2025" b="0" dirty="0">
                <a:solidFill>
                  <a:srgbClr val="000000"/>
                </a:solidFill>
                <a:effectLst/>
                <a:latin typeface="Avenir"/>
              </a:rPr>
              <a:t> </a:t>
            </a:r>
            <a:r>
              <a:rPr lang="pl-PL" b="0" dirty="0">
                <a:solidFill>
                  <a:srgbClr val="000000"/>
                </a:solidFill>
                <a:effectLst/>
                <a:latin typeface="Times New Roman" panose="02020603050405020304" pitchFamily="18" charset="0"/>
                <a:cs typeface="Times New Roman" panose="02020603050405020304" pitchFamily="18" charset="0"/>
              </a:rPr>
              <a:t>English for </a:t>
            </a:r>
            <a:r>
              <a:rPr lang="pl-PL" dirty="0" err="1">
                <a:solidFill>
                  <a:srgbClr val="000000"/>
                </a:solidFill>
                <a:latin typeface="Times New Roman" panose="02020603050405020304" pitchFamily="18" charset="0"/>
                <a:cs typeface="Times New Roman" panose="02020603050405020304" pitchFamily="18" charset="0"/>
              </a:rPr>
              <a:t>Civil</a:t>
            </a:r>
            <a:r>
              <a:rPr lang="pl-PL" dirty="0">
                <a:solidFill>
                  <a:srgbClr val="000000"/>
                </a:solidFill>
                <a:latin typeface="Times New Roman" panose="02020603050405020304" pitchFamily="18" charset="0"/>
                <a:cs typeface="Times New Roman" panose="02020603050405020304" pitchFamily="18" charset="0"/>
              </a:rPr>
              <a:t> Engineering – Paweł Lewandowski , LED</a:t>
            </a:r>
          </a:p>
          <a:p>
            <a:endParaRPr lang="pl-PL" dirty="0">
              <a:solidFill>
                <a:srgbClr val="000000"/>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pl-PL" dirty="0">
                <a:solidFill>
                  <a:srgbClr val="000000"/>
                </a:solidFill>
                <a:latin typeface="Times New Roman" panose="02020603050405020304" pitchFamily="18" charset="0"/>
                <a:cs typeface="Times New Roman" panose="02020603050405020304" pitchFamily="18" charset="0"/>
              </a:rPr>
              <a:t>English for </a:t>
            </a:r>
            <a:r>
              <a:rPr lang="pl-PL" dirty="0" err="1">
                <a:solidFill>
                  <a:srgbClr val="000000"/>
                </a:solidFill>
                <a:latin typeface="Times New Roman" panose="02020603050405020304" pitchFamily="18" charset="0"/>
                <a:cs typeface="Times New Roman" panose="02020603050405020304" pitchFamily="18" charset="0"/>
              </a:rPr>
              <a:t>Emails</a:t>
            </a:r>
            <a:r>
              <a:rPr lang="pl-PL" dirty="0">
                <a:solidFill>
                  <a:srgbClr val="000000"/>
                </a:solidFill>
                <a:latin typeface="Times New Roman" panose="02020603050405020304" pitchFamily="18" charset="0"/>
                <a:cs typeface="Times New Roman" panose="02020603050405020304" pitchFamily="18" charset="0"/>
              </a:rPr>
              <a:t> – </a:t>
            </a:r>
            <a:r>
              <a:rPr lang="pl-PL" dirty="0" err="1">
                <a:solidFill>
                  <a:srgbClr val="000000"/>
                </a:solidFill>
                <a:latin typeface="Times New Roman" panose="02020603050405020304" pitchFamily="18" charset="0"/>
                <a:cs typeface="Times New Roman" panose="02020603050405020304" pitchFamily="18" charset="0"/>
              </a:rPr>
              <a:t>Rebecca</a:t>
            </a:r>
            <a:r>
              <a:rPr lang="pl-PL" dirty="0">
                <a:solidFill>
                  <a:srgbClr val="000000"/>
                </a:solidFill>
                <a:latin typeface="Times New Roman" panose="02020603050405020304" pitchFamily="18" charset="0"/>
                <a:cs typeface="Times New Roman" panose="02020603050405020304" pitchFamily="18" charset="0"/>
              </a:rPr>
              <a:t> Chapman, Oxford </a:t>
            </a:r>
          </a:p>
          <a:p>
            <a:endParaRPr lang="pl-PL" dirty="0">
              <a:solidFill>
                <a:srgbClr val="000000"/>
              </a:solidFill>
              <a:latin typeface="Times New Roman" panose="02020603050405020304" pitchFamily="18" charset="0"/>
              <a:cs typeface="Times New Roman" panose="02020603050405020304" pitchFamily="18" charset="0"/>
            </a:endParaRPr>
          </a:p>
          <a:p>
            <a:endParaRPr lang="pl-PL" dirty="0">
              <a:latin typeface="Avenir"/>
            </a:endParaRPr>
          </a:p>
        </p:txBody>
      </p:sp>
    </p:spTree>
    <p:extLst>
      <p:ext uri="{BB962C8B-B14F-4D97-AF65-F5344CB8AC3E}">
        <p14:creationId xmlns:p14="http://schemas.microsoft.com/office/powerpoint/2010/main" val="848350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Symbol zastępczy zawartości 5">
            <a:extLst>
              <a:ext uri="{FF2B5EF4-FFF2-40B4-BE49-F238E27FC236}">
                <a16:creationId xmlns:a16="http://schemas.microsoft.com/office/drawing/2014/main" id="{9D930A75-D949-41FD-8C58-8BEA59CC977D}"/>
              </a:ext>
            </a:extLst>
          </p:cNvPr>
          <p:cNvPicPr>
            <a:picLocks noGrp="1" noChangeAspect="1"/>
          </p:cNvPicPr>
          <p:nvPr>
            <p:ph sz="quarter" idx="15"/>
          </p:nvPr>
        </p:nvPicPr>
        <p:blipFill>
          <a:blip r:embed="rId3">
            <a:extLst>
              <a:ext uri="{96DAC541-7B7A-43D3-8B79-37D633B846F1}">
                <asvg:svgBlip xmlns:asvg="http://schemas.microsoft.com/office/drawing/2016/SVG/main" r:embed="rId4"/>
              </a:ext>
            </a:extLst>
          </a:blip>
          <a:stretch>
            <a:fillRect/>
          </a:stretch>
        </p:blipFill>
        <p:spPr>
          <a:xfrm>
            <a:off x="0" y="0"/>
            <a:ext cx="12192000" cy="6858000"/>
          </a:xfrm>
          <a:prstGeom prst="rect">
            <a:avLst/>
          </a:prstGeom>
        </p:spPr>
      </p:pic>
      <p:sp>
        <p:nvSpPr>
          <p:cNvPr id="4" name="Symbol zastępczy zawartości 3">
            <a:extLst>
              <a:ext uri="{FF2B5EF4-FFF2-40B4-BE49-F238E27FC236}">
                <a16:creationId xmlns:a16="http://schemas.microsoft.com/office/drawing/2014/main" id="{836F07B5-0955-17FE-2371-80DD24ADA6E1}"/>
              </a:ext>
            </a:extLst>
          </p:cNvPr>
          <p:cNvSpPr>
            <a:spLocks noGrp="1"/>
          </p:cNvSpPr>
          <p:nvPr>
            <p:ph sz="quarter" idx="16"/>
          </p:nvPr>
        </p:nvSpPr>
        <p:spPr>
          <a:xfrm>
            <a:off x="828675" y="581025"/>
            <a:ext cx="10534650" cy="6048375"/>
          </a:xfrm>
        </p:spPr>
        <p:txBody>
          <a:bodyPr>
            <a:normAutofit/>
          </a:bodyPr>
          <a:lstStyle/>
          <a:p>
            <a:pPr marL="0" marR="0" indent="0" algn="l" fontAlgn="b">
              <a:buNone/>
            </a:pPr>
            <a:r>
              <a:rPr lang="pl-PL" sz="2800" dirty="0" err="1">
                <a:solidFill>
                  <a:srgbClr val="000000"/>
                </a:solidFill>
                <a:effectLst/>
                <a:latin typeface="Times New Roman" panose="02020603050405020304" pitchFamily="18" charset="0"/>
                <a:cs typeface="Times New Roman" panose="02020603050405020304" pitchFamily="18" charset="0"/>
              </a:rPr>
              <a:t>Lesson</a:t>
            </a:r>
            <a:r>
              <a:rPr lang="pl-PL" sz="2800" dirty="0">
                <a:solidFill>
                  <a:srgbClr val="000000"/>
                </a:solidFill>
                <a:effectLst/>
                <a:latin typeface="Times New Roman" panose="02020603050405020304" pitchFamily="18" charset="0"/>
                <a:cs typeface="Times New Roman" panose="02020603050405020304" pitchFamily="18" charset="0"/>
              </a:rPr>
              <a:t> 1 and 2 </a:t>
            </a:r>
          </a:p>
          <a:p>
            <a:pPr marL="0" marR="0" indent="0" algn="l" fontAlgn="b">
              <a:buNone/>
            </a:pPr>
            <a:r>
              <a:rPr sz="2800" dirty="0">
                <a:solidFill>
                  <a:srgbClr val="000000"/>
                </a:solidFill>
                <a:effectLst/>
                <a:latin typeface="Times New Roman" panose="02020603050405020304" pitchFamily="18" charset="0"/>
                <a:cs typeface="Times New Roman" panose="02020603050405020304" pitchFamily="18" charset="0"/>
              </a:rPr>
              <a:t>Foundational Measurements </a:t>
            </a:r>
            <a:endParaRPr lang="pl-PL" sz="2800" dirty="0">
              <a:solidFill>
                <a:srgbClr val="000000"/>
              </a:solidFill>
              <a:effectLst/>
              <a:latin typeface="Times New Roman" panose="02020603050405020304" pitchFamily="18" charset="0"/>
              <a:cs typeface="Times New Roman" panose="02020603050405020304" pitchFamily="18" charset="0"/>
            </a:endParaRPr>
          </a:p>
          <a:p>
            <a:pPr marL="0" marR="0" indent="0" algn="l" fontAlgn="b">
              <a:buNone/>
            </a:pPr>
            <a:r>
              <a:rPr lang="pl-PL" sz="2800" dirty="0" err="1">
                <a:latin typeface="Times New Roman" panose="02020603050405020304" pitchFamily="18" charset="0"/>
                <a:cs typeface="Times New Roman" panose="02020603050405020304" pitchFamily="18" charset="0"/>
              </a:rPr>
              <a:t>Objectives</a:t>
            </a:r>
            <a:r>
              <a:rPr lang="pl-PL" sz="2800" dirty="0">
                <a:latin typeface="Times New Roman" panose="02020603050405020304" pitchFamily="18" charset="0"/>
                <a:cs typeface="Times New Roman" panose="02020603050405020304" pitchFamily="18" charset="0"/>
              </a:rPr>
              <a:t>: </a:t>
            </a:r>
            <a:r>
              <a:rPr lang="pl-PL" sz="2800" dirty="0" err="1">
                <a:solidFill>
                  <a:srgbClr val="000000"/>
                </a:solidFill>
                <a:latin typeface="Times New Roman" panose="02020603050405020304" pitchFamily="18" charset="0"/>
                <a:cs typeface="Times New Roman" panose="02020603050405020304" pitchFamily="18" charset="0"/>
              </a:rPr>
              <a:t>Understanding</a:t>
            </a:r>
            <a:r>
              <a:rPr lang="pl-PL" sz="2800" dirty="0">
                <a:solidFill>
                  <a:srgbClr val="000000"/>
                </a:solidFill>
                <a:latin typeface="Times New Roman" panose="02020603050405020304" pitchFamily="18" charset="0"/>
                <a:cs typeface="Times New Roman" panose="02020603050405020304" pitchFamily="18" charset="0"/>
              </a:rPr>
              <a:t> Basic </a:t>
            </a:r>
            <a:r>
              <a:rPr lang="pl-PL" sz="2800" dirty="0" err="1">
                <a:solidFill>
                  <a:srgbClr val="000000"/>
                </a:solidFill>
                <a:latin typeface="Times New Roman" panose="02020603050405020304" pitchFamily="18" charset="0"/>
                <a:cs typeface="Times New Roman" panose="02020603050405020304" pitchFamily="18" charset="0"/>
              </a:rPr>
              <a:t>Measurements</a:t>
            </a:r>
            <a:r>
              <a:rPr lang="pl-PL" sz="2800" dirty="0">
                <a:latin typeface="Times New Roman" panose="02020603050405020304" pitchFamily="18" charset="0"/>
                <a:cs typeface="Times New Roman" panose="02020603050405020304" pitchFamily="18" charset="0"/>
              </a:rPr>
              <a:t> </a:t>
            </a:r>
          </a:p>
          <a:p>
            <a:pPr marL="0" indent="0" fontAlgn="b">
              <a:buNone/>
            </a:pPr>
            <a:endParaRPr lang="pl-PL" sz="2800" dirty="0">
              <a:latin typeface="Times New Roman" panose="02020603050405020304" pitchFamily="18" charset="0"/>
              <a:cs typeface="Times New Roman" panose="02020603050405020304" pitchFamily="18" charset="0"/>
            </a:endParaRPr>
          </a:p>
          <a:p>
            <a:pPr marL="0" indent="0" fontAlgn="b">
              <a:buNone/>
            </a:pPr>
            <a:endParaRPr lang="pl-PL" sz="2800" dirty="0">
              <a:latin typeface="Times New Roman" panose="02020603050405020304" pitchFamily="18" charset="0"/>
              <a:cs typeface="Times New Roman" panose="02020603050405020304" pitchFamily="18" charset="0"/>
            </a:endParaRPr>
          </a:p>
          <a:p>
            <a:pPr marL="0" indent="0" fontAlgn="b">
              <a:buNone/>
            </a:pPr>
            <a:endParaRPr lang="pl-PL" sz="2800" dirty="0">
              <a:latin typeface="Times New Roman" panose="02020603050405020304" pitchFamily="18" charset="0"/>
              <a:cs typeface="Times New Roman" panose="02020603050405020304" pitchFamily="18" charset="0"/>
            </a:endParaRPr>
          </a:p>
          <a:p>
            <a:pPr marL="0" indent="0" fontAlgn="b">
              <a:buNone/>
            </a:pPr>
            <a:r>
              <a:rPr lang="pl-PL" sz="2800" dirty="0" err="1">
                <a:latin typeface="Times New Roman" panose="02020603050405020304" pitchFamily="18" charset="0"/>
                <a:cs typeface="Times New Roman" panose="02020603050405020304" pitchFamily="18" charset="0"/>
              </a:rPr>
              <a:t>Lesson</a:t>
            </a:r>
            <a:r>
              <a:rPr lang="pl-PL" sz="2800" dirty="0">
                <a:latin typeface="Times New Roman" panose="02020603050405020304" pitchFamily="18" charset="0"/>
                <a:cs typeface="Times New Roman" panose="02020603050405020304" pitchFamily="18" charset="0"/>
              </a:rPr>
              <a:t> 3 </a:t>
            </a:r>
          </a:p>
          <a:p>
            <a:pPr marL="0" indent="0" fontAlgn="b">
              <a:buNone/>
            </a:pPr>
            <a:r>
              <a:rPr lang="pl-PL" sz="2800" dirty="0" err="1">
                <a:solidFill>
                  <a:srgbClr val="000000"/>
                </a:solidFill>
                <a:latin typeface="Times New Roman" panose="02020603050405020304" pitchFamily="18" charset="0"/>
                <a:cs typeface="Times New Roman" panose="02020603050405020304" pitchFamily="18" charset="0"/>
              </a:rPr>
              <a:t>Introduction</a:t>
            </a:r>
            <a:r>
              <a:rPr lang="pl-PL" sz="2800" dirty="0">
                <a:solidFill>
                  <a:srgbClr val="000000"/>
                </a:solidFill>
                <a:latin typeface="Times New Roman" panose="02020603050405020304" pitchFamily="18" charset="0"/>
                <a:cs typeface="Times New Roman" panose="02020603050405020304" pitchFamily="18" charset="0"/>
              </a:rPr>
              <a:t> to </a:t>
            </a:r>
            <a:r>
              <a:rPr lang="pl-PL" sz="2800" dirty="0" err="1">
                <a:solidFill>
                  <a:srgbClr val="000000"/>
                </a:solidFill>
                <a:latin typeface="Times New Roman" panose="02020603050405020304" pitchFamily="18" charset="0"/>
                <a:cs typeface="Times New Roman" panose="02020603050405020304" pitchFamily="18" charset="0"/>
              </a:rPr>
              <a:t>Emails</a:t>
            </a:r>
            <a:r>
              <a:rPr lang="pl-PL" sz="2800" dirty="0">
                <a:solidFill>
                  <a:srgbClr val="000000"/>
                </a:solidFill>
                <a:latin typeface="Times New Roman" panose="02020603050405020304" pitchFamily="18" charset="0"/>
                <a:cs typeface="Times New Roman" panose="02020603050405020304" pitchFamily="18" charset="0"/>
              </a:rPr>
              <a:t>: </a:t>
            </a:r>
            <a:r>
              <a:rPr lang="pl-PL" sz="2800" dirty="0" err="1">
                <a:solidFill>
                  <a:srgbClr val="000000"/>
                </a:solidFill>
                <a:latin typeface="Times New Roman" panose="02020603050405020304" pitchFamily="18" charset="0"/>
                <a:cs typeface="Times New Roman" panose="02020603050405020304" pitchFamily="18" charset="0"/>
              </a:rPr>
              <a:t>Structure</a:t>
            </a:r>
            <a:r>
              <a:rPr lang="pl-PL" sz="2800" dirty="0">
                <a:solidFill>
                  <a:srgbClr val="000000"/>
                </a:solidFill>
                <a:latin typeface="Times New Roman" panose="02020603050405020304" pitchFamily="18" charset="0"/>
                <a:cs typeface="Times New Roman" panose="02020603050405020304" pitchFamily="18" charset="0"/>
              </a:rPr>
              <a:t>, Tone, and </a:t>
            </a:r>
            <a:r>
              <a:rPr lang="pl-PL" sz="2800" dirty="0" err="1">
                <a:solidFill>
                  <a:srgbClr val="000000"/>
                </a:solidFill>
                <a:latin typeface="Times New Roman" panose="02020603050405020304" pitchFamily="18" charset="0"/>
                <a:cs typeface="Times New Roman" panose="02020603050405020304" pitchFamily="18" charset="0"/>
              </a:rPr>
              <a:t>Etiquette</a:t>
            </a:r>
            <a:r>
              <a:rPr lang="pl-PL" sz="2800" dirty="0">
                <a:latin typeface="Times New Roman" panose="02020603050405020304" pitchFamily="18" charset="0"/>
                <a:cs typeface="Times New Roman" panose="02020603050405020304" pitchFamily="18" charset="0"/>
              </a:rPr>
              <a:t> </a:t>
            </a:r>
          </a:p>
          <a:p>
            <a:pPr marL="0" indent="0" fontAlgn="b">
              <a:buNone/>
            </a:pPr>
            <a:r>
              <a:rPr lang="pl-PL" sz="2800" dirty="0" err="1">
                <a:latin typeface="Times New Roman" panose="02020603050405020304" pitchFamily="18" charset="0"/>
                <a:cs typeface="Times New Roman" panose="02020603050405020304" pitchFamily="18" charset="0"/>
              </a:rPr>
              <a:t>Objectives</a:t>
            </a:r>
            <a:r>
              <a:rPr lang="pl-PL" sz="2800" dirty="0">
                <a:latin typeface="Times New Roman" panose="02020603050405020304" pitchFamily="18" charset="0"/>
                <a:cs typeface="Times New Roman" panose="02020603050405020304" pitchFamily="18" charset="0"/>
              </a:rPr>
              <a:t>: </a:t>
            </a:r>
            <a:r>
              <a:rPr lang="en-US" sz="2800" dirty="0">
                <a:latin typeface="Times New Roman" panose="02020603050405020304" pitchFamily="18" charset="0"/>
                <a:cs typeface="Times New Roman" panose="02020603050405020304" pitchFamily="18" charset="0"/>
              </a:rPr>
              <a:t>Understanding email structure, tone, and etiquette, with</a:t>
            </a:r>
            <a:br>
              <a:rPr lang="pl-PL" sz="2800" dirty="0">
                <a:latin typeface="Times New Roman" panose="02020603050405020304" pitchFamily="18" charset="0"/>
                <a:cs typeface="Times New Roman" panose="02020603050405020304" pitchFamily="18" charset="0"/>
              </a:rPr>
            </a:br>
            <a:r>
              <a:rPr lang="en-US" sz="2800" dirty="0">
                <a:latin typeface="Times New Roman" panose="02020603050405020304" pitchFamily="18" charset="0"/>
                <a:cs typeface="Times New Roman" panose="02020603050405020304" pitchFamily="18" charset="0"/>
              </a:rPr>
              <a:t> an emphasis on cross-cultural business communication.</a:t>
            </a:r>
          </a:p>
          <a:p>
            <a:pPr marL="0" indent="0" fontAlgn="b">
              <a:buNone/>
            </a:pPr>
            <a:endParaRPr lang="pl-PL" sz="2800" dirty="0">
              <a:latin typeface="Times New Roman" panose="02020603050405020304" pitchFamily="18" charset="0"/>
              <a:cs typeface="Times New Roman" panose="02020603050405020304" pitchFamily="18" charset="0"/>
            </a:endParaRPr>
          </a:p>
          <a:p>
            <a:pPr marL="0" indent="0" fontAlgn="b">
              <a:buNone/>
            </a:pPr>
            <a:endParaRPr lang="pl-PL" sz="2800" dirty="0">
              <a:latin typeface="Times New Roman" panose="02020603050405020304" pitchFamily="18" charset="0"/>
              <a:cs typeface="Times New Roman" panose="02020603050405020304" pitchFamily="18" charset="0"/>
            </a:endParaRPr>
          </a:p>
          <a:p>
            <a:pPr marL="0" marR="0" indent="0" algn="l" fontAlgn="b">
              <a:buNone/>
            </a:pPr>
            <a:endParaRPr lang="pl-PL" sz="2800" dirty="0">
              <a:latin typeface="Times New Roman" panose="02020603050405020304" pitchFamily="18" charset="0"/>
              <a:cs typeface="Times New Roman" panose="02020603050405020304" pitchFamily="18" charset="0"/>
            </a:endParaRPr>
          </a:p>
          <a:p>
            <a:pPr marL="0" marR="0" indent="0" algn="l" fontAlgn="b">
              <a:buNone/>
            </a:pPr>
            <a:endParaRPr lang="pl-PL" sz="2800" dirty="0">
              <a:latin typeface="Times New Roman" panose="02020603050405020304" pitchFamily="18" charset="0"/>
              <a:cs typeface="Times New Roman" panose="02020603050405020304" pitchFamily="18" charset="0"/>
            </a:endParaRPr>
          </a:p>
        </p:txBody>
      </p:sp>
      <p:sp>
        <p:nvSpPr>
          <p:cNvPr id="5" name="Symbol zastępczy numeru slajdu 4">
            <a:extLst>
              <a:ext uri="{FF2B5EF4-FFF2-40B4-BE49-F238E27FC236}">
                <a16:creationId xmlns:a16="http://schemas.microsoft.com/office/drawing/2014/main" id="{512001A7-49ED-ABD1-C92A-6305E4518D5E}"/>
              </a:ext>
            </a:extLst>
          </p:cNvPr>
          <p:cNvSpPr>
            <a:spLocks noGrp="1"/>
          </p:cNvSpPr>
          <p:nvPr>
            <p:ph type="sldNum" sz="quarter" idx="12"/>
          </p:nvPr>
        </p:nvSpPr>
        <p:spPr/>
        <p:txBody>
          <a:bodyPr/>
          <a:lstStyle/>
          <a:p>
            <a:pPr rtl="0"/>
            <a:fld id="{AEAA3239-9EA4-4A65-A281-97F994456D9F}" type="slidenum">
              <a:rPr lang="en-US" smtClean="0"/>
              <a:t>3</a:t>
            </a:fld>
            <a:endParaRPr lang="en-US" dirty="0"/>
          </a:p>
        </p:txBody>
      </p:sp>
    </p:spTree>
    <p:extLst>
      <p:ext uri="{BB962C8B-B14F-4D97-AF65-F5344CB8AC3E}">
        <p14:creationId xmlns:p14="http://schemas.microsoft.com/office/powerpoint/2010/main" val="41551192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Symbol zastępczy zawartości 5">
            <a:extLst>
              <a:ext uri="{FF2B5EF4-FFF2-40B4-BE49-F238E27FC236}">
                <a16:creationId xmlns:a16="http://schemas.microsoft.com/office/drawing/2014/main" id="{695271CE-C06F-46D1-A283-80E8CFB4D87A}"/>
              </a:ext>
            </a:extLst>
          </p:cNvPr>
          <p:cNvPicPr>
            <a:picLocks noGrp="1" noChangeAspect="1"/>
          </p:cNvPicPr>
          <p:nvPr>
            <p:ph sz="quarter" idx="15"/>
          </p:nvPr>
        </p:nvPicPr>
        <p:blipFill>
          <a:blip r:embed="rId3">
            <a:extLst>
              <a:ext uri="{96DAC541-7B7A-43D3-8B79-37D633B846F1}">
                <asvg:svgBlip xmlns:asvg="http://schemas.microsoft.com/office/drawing/2016/SVG/main" r:embed="rId4"/>
              </a:ext>
            </a:extLst>
          </a:blip>
          <a:stretch>
            <a:fillRect/>
          </a:stretch>
        </p:blipFill>
        <p:spPr>
          <a:xfrm>
            <a:off x="0" y="0"/>
            <a:ext cx="12192000" cy="6858000"/>
          </a:xfrm>
          <a:prstGeom prst="rect">
            <a:avLst/>
          </a:prstGeom>
        </p:spPr>
      </p:pic>
      <p:sp>
        <p:nvSpPr>
          <p:cNvPr id="4" name="Symbol zastępczy zawartości 3">
            <a:extLst>
              <a:ext uri="{FF2B5EF4-FFF2-40B4-BE49-F238E27FC236}">
                <a16:creationId xmlns:a16="http://schemas.microsoft.com/office/drawing/2014/main" id="{5D4E2AF7-647F-959B-5590-727132478A79}"/>
              </a:ext>
            </a:extLst>
          </p:cNvPr>
          <p:cNvSpPr>
            <a:spLocks noGrp="1"/>
          </p:cNvSpPr>
          <p:nvPr>
            <p:ph sz="quarter" idx="16"/>
          </p:nvPr>
        </p:nvSpPr>
        <p:spPr>
          <a:xfrm>
            <a:off x="229960" y="429984"/>
            <a:ext cx="10534650" cy="6332059"/>
          </a:xfrm>
        </p:spPr>
        <p:txBody>
          <a:bodyPr>
            <a:normAutofit/>
          </a:bodyPr>
          <a:lstStyle/>
          <a:p>
            <a:pPr marL="0" marR="0" indent="0" algn="l" fontAlgn="b">
              <a:buNone/>
            </a:pPr>
            <a:r>
              <a:rPr lang="pl-PL" sz="2800" dirty="0" err="1">
                <a:solidFill>
                  <a:srgbClr val="000000"/>
                </a:solidFill>
                <a:effectLst/>
                <a:latin typeface="Times New Roman" panose="02020603050405020304" pitchFamily="18" charset="0"/>
                <a:cs typeface="Times New Roman" panose="02020603050405020304" pitchFamily="18" charset="0"/>
              </a:rPr>
              <a:t>Lesson</a:t>
            </a:r>
            <a:r>
              <a:rPr lang="pl-PL" sz="2800" dirty="0">
                <a:solidFill>
                  <a:srgbClr val="000000"/>
                </a:solidFill>
                <a:effectLst/>
                <a:latin typeface="Times New Roman" panose="02020603050405020304" pitchFamily="18" charset="0"/>
                <a:cs typeface="Times New Roman" panose="02020603050405020304" pitchFamily="18" charset="0"/>
              </a:rPr>
              <a:t> 4 and 5 </a:t>
            </a:r>
          </a:p>
          <a:p>
            <a:pPr marL="0" indent="0" fontAlgn="b">
              <a:buNone/>
            </a:pPr>
            <a:r>
              <a:rPr sz="2800" dirty="0">
                <a:solidFill>
                  <a:srgbClr val="000000"/>
                </a:solidFill>
                <a:effectLst/>
                <a:latin typeface="Times New Roman" panose="02020603050405020304" pitchFamily="18" charset="0"/>
                <a:cs typeface="Times New Roman" panose="02020603050405020304" pitchFamily="18" charset="0"/>
              </a:rPr>
              <a:t>Construction Drawings </a:t>
            </a:r>
            <a:endParaRPr lang="pl-PL" sz="2800" dirty="0">
              <a:solidFill>
                <a:srgbClr val="000000"/>
              </a:solidFill>
              <a:effectLst/>
              <a:latin typeface="Times New Roman" panose="02020603050405020304" pitchFamily="18" charset="0"/>
              <a:cs typeface="Times New Roman" panose="02020603050405020304" pitchFamily="18" charset="0"/>
            </a:endParaRPr>
          </a:p>
          <a:p>
            <a:pPr marL="0" marR="0" indent="0" algn="l" fontAlgn="b">
              <a:buNone/>
            </a:pPr>
            <a:r>
              <a:rPr lang="pl-PL" sz="2800" dirty="0" err="1">
                <a:solidFill>
                  <a:srgbClr val="000000"/>
                </a:solidFill>
                <a:latin typeface="Times New Roman" panose="02020603050405020304" pitchFamily="18" charset="0"/>
                <a:cs typeface="Times New Roman" panose="02020603050405020304" pitchFamily="18" charset="0"/>
              </a:rPr>
              <a:t>Objectives</a:t>
            </a:r>
            <a:r>
              <a:rPr lang="pl-PL" sz="2800" dirty="0">
                <a:solidFill>
                  <a:srgbClr val="000000"/>
                </a:solidFill>
                <a:latin typeface="Times New Roman" panose="02020603050405020304" pitchFamily="18" charset="0"/>
                <a:cs typeface="Times New Roman" panose="02020603050405020304" pitchFamily="18" charset="0"/>
              </a:rPr>
              <a:t>: </a:t>
            </a:r>
            <a:r>
              <a:rPr lang="en-US" sz="2800" dirty="0">
                <a:solidFill>
                  <a:srgbClr val="000000"/>
                </a:solidFill>
                <a:latin typeface="Mongolian Baiti" panose="03000500000000000000" pitchFamily="66" charset="0"/>
              </a:rPr>
              <a:t>Interpreting Construction Drawings and Daily Scheduling</a:t>
            </a:r>
            <a:r>
              <a:rPr lang="en-US" sz="2800" dirty="0"/>
              <a:t> </a:t>
            </a:r>
          </a:p>
          <a:p>
            <a:pPr marL="0" marR="0" indent="0" algn="l" fontAlgn="b">
              <a:buNone/>
            </a:pPr>
            <a:endParaRPr lang="pl-PL" sz="2800" dirty="0">
              <a:solidFill>
                <a:srgbClr val="000000"/>
              </a:solidFill>
              <a:effectLst/>
              <a:latin typeface="Times New Roman" panose="02020603050405020304" pitchFamily="18" charset="0"/>
              <a:cs typeface="Times New Roman" panose="02020603050405020304" pitchFamily="18" charset="0"/>
            </a:endParaRPr>
          </a:p>
          <a:p>
            <a:pPr marL="0" marR="0" indent="0" algn="l" fontAlgn="b">
              <a:buNone/>
            </a:pPr>
            <a:endParaRPr lang="pl-PL" sz="2800" dirty="0">
              <a:solidFill>
                <a:srgbClr val="000000"/>
              </a:solidFill>
              <a:latin typeface="Times New Roman" panose="02020603050405020304" pitchFamily="18" charset="0"/>
              <a:cs typeface="Times New Roman" panose="02020603050405020304" pitchFamily="18" charset="0"/>
            </a:endParaRPr>
          </a:p>
          <a:p>
            <a:pPr marL="0" marR="0" indent="0" algn="l" fontAlgn="b">
              <a:buNone/>
            </a:pPr>
            <a:endParaRPr lang="pl-PL" sz="2800" dirty="0">
              <a:solidFill>
                <a:srgbClr val="000000"/>
              </a:solidFill>
              <a:effectLst/>
              <a:latin typeface="Times New Roman" panose="02020603050405020304" pitchFamily="18" charset="0"/>
              <a:cs typeface="Times New Roman" panose="02020603050405020304" pitchFamily="18" charset="0"/>
            </a:endParaRPr>
          </a:p>
          <a:p>
            <a:pPr marL="0" marR="0" indent="0" algn="l" fontAlgn="b">
              <a:buNone/>
            </a:pPr>
            <a:endParaRPr lang="pl-PL" sz="2800" dirty="0">
              <a:solidFill>
                <a:srgbClr val="000000"/>
              </a:solidFill>
              <a:effectLst/>
              <a:latin typeface="Times New Roman" panose="02020603050405020304" pitchFamily="18" charset="0"/>
              <a:cs typeface="Times New Roman" panose="02020603050405020304" pitchFamily="18" charset="0"/>
            </a:endParaRPr>
          </a:p>
          <a:p>
            <a:pPr marL="0" marR="0" indent="0" algn="l" fontAlgn="b">
              <a:buNone/>
            </a:pPr>
            <a:r>
              <a:rPr lang="pl-PL" sz="2800" dirty="0" err="1">
                <a:solidFill>
                  <a:srgbClr val="000000"/>
                </a:solidFill>
                <a:latin typeface="Times New Roman" panose="02020603050405020304" pitchFamily="18" charset="0"/>
                <a:cs typeface="Times New Roman" panose="02020603050405020304" pitchFamily="18" charset="0"/>
              </a:rPr>
              <a:t>Lesson</a:t>
            </a:r>
            <a:r>
              <a:rPr lang="pl-PL" sz="2800" dirty="0">
                <a:solidFill>
                  <a:srgbClr val="000000"/>
                </a:solidFill>
                <a:latin typeface="Times New Roman" panose="02020603050405020304" pitchFamily="18" charset="0"/>
                <a:cs typeface="Times New Roman" panose="02020603050405020304" pitchFamily="18" charset="0"/>
              </a:rPr>
              <a:t> 6 </a:t>
            </a:r>
          </a:p>
          <a:p>
            <a:pPr marL="0" marR="0" indent="0" algn="l" fontAlgn="b">
              <a:buNone/>
            </a:pPr>
            <a:r>
              <a:rPr sz="2800" dirty="0">
                <a:solidFill>
                  <a:srgbClr val="000000"/>
                </a:solidFill>
                <a:effectLst/>
                <a:latin typeface="Times New Roman" panose="02020603050405020304" pitchFamily="18" charset="0"/>
                <a:cs typeface="Times New Roman" panose="02020603050405020304" pitchFamily="18" charset="0"/>
              </a:rPr>
              <a:t>Email Formalities</a:t>
            </a:r>
            <a:r>
              <a:rPr sz="2800" dirty="0">
                <a:effectLst/>
                <a:latin typeface="Times New Roman" panose="02020603050405020304" pitchFamily="18" charset="0"/>
                <a:cs typeface="Times New Roman" panose="02020603050405020304" pitchFamily="18" charset="0"/>
              </a:rPr>
              <a:t> </a:t>
            </a:r>
            <a:endParaRPr lang="pl-PL" sz="2800" dirty="0">
              <a:effectLst/>
              <a:latin typeface="Times New Roman" panose="02020603050405020304" pitchFamily="18" charset="0"/>
              <a:cs typeface="Times New Roman" panose="02020603050405020304" pitchFamily="18" charset="0"/>
            </a:endParaRPr>
          </a:p>
          <a:p>
            <a:pPr marL="0" marR="0" indent="0" algn="l" fontAlgn="b">
              <a:buNone/>
            </a:pPr>
            <a:r>
              <a:rPr lang="pl-PL" sz="2800" dirty="0" err="1">
                <a:latin typeface="Times New Roman" panose="02020603050405020304" pitchFamily="18" charset="0"/>
                <a:cs typeface="Times New Roman" panose="02020603050405020304" pitchFamily="18" charset="0"/>
              </a:rPr>
              <a:t>Objectives</a:t>
            </a:r>
            <a:r>
              <a:rPr lang="pl-PL" sz="2800" dirty="0">
                <a:latin typeface="Times New Roman" panose="02020603050405020304" pitchFamily="18" charset="0"/>
                <a:cs typeface="Times New Roman" panose="02020603050405020304" pitchFamily="18" charset="0"/>
              </a:rPr>
              <a:t>: </a:t>
            </a:r>
            <a:r>
              <a:rPr lang="en-US" sz="2800" dirty="0">
                <a:latin typeface="Times New Roman" panose="02020603050405020304" pitchFamily="18" charset="0"/>
                <a:cs typeface="Times New Roman" panose="02020603050405020304" pitchFamily="18" charset="0"/>
              </a:rPr>
              <a:t>Practical application of formal register and professional salutations in email drafting and editing.</a:t>
            </a:r>
            <a:endParaRPr lang="pl-PL" sz="2800" dirty="0">
              <a:latin typeface="Times New Roman" panose="02020603050405020304" pitchFamily="18" charset="0"/>
              <a:cs typeface="Times New Roman" panose="02020603050405020304" pitchFamily="18" charset="0"/>
            </a:endParaRPr>
          </a:p>
        </p:txBody>
      </p:sp>
      <p:sp>
        <p:nvSpPr>
          <p:cNvPr id="5" name="Symbol zastępczy numeru slajdu 4">
            <a:extLst>
              <a:ext uri="{FF2B5EF4-FFF2-40B4-BE49-F238E27FC236}">
                <a16:creationId xmlns:a16="http://schemas.microsoft.com/office/drawing/2014/main" id="{B8504831-6704-57FE-AAD3-7C6BB6B858EE}"/>
              </a:ext>
            </a:extLst>
          </p:cNvPr>
          <p:cNvSpPr>
            <a:spLocks noGrp="1"/>
          </p:cNvSpPr>
          <p:nvPr>
            <p:ph type="sldNum" sz="quarter" idx="12"/>
          </p:nvPr>
        </p:nvSpPr>
        <p:spPr/>
        <p:txBody>
          <a:bodyPr/>
          <a:lstStyle/>
          <a:p>
            <a:pPr rtl="0"/>
            <a:fld id="{AEAA3239-9EA4-4A65-A281-97F994456D9F}" type="slidenum">
              <a:rPr lang="en-US" smtClean="0"/>
              <a:t>4</a:t>
            </a:fld>
            <a:endParaRPr lang="en-US" dirty="0"/>
          </a:p>
        </p:txBody>
      </p:sp>
    </p:spTree>
    <p:extLst>
      <p:ext uri="{BB962C8B-B14F-4D97-AF65-F5344CB8AC3E}">
        <p14:creationId xmlns:p14="http://schemas.microsoft.com/office/powerpoint/2010/main" val="6636678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Symbol zastępczy zawartości 5">
            <a:extLst>
              <a:ext uri="{FF2B5EF4-FFF2-40B4-BE49-F238E27FC236}">
                <a16:creationId xmlns:a16="http://schemas.microsoft.com/office/drawing/2014/main" id="{5A6CA88D-C09D-462F-A343-DCC38B91DE9B}"/>
              </a:ext>
            </a:extLst>
          </p:cNvPr>
          <p:cNvPicPr>
            <a:picLocks noGrp="1" noChangeAspect="1"/>
          </p:cNvPicPr>
          <p:nvPr>
            <p:ph sz="quarter" idx="15"/>
          </p:nvPr>
        </p:nvPicPr>
        <p:blipFill>
          <a:blip r:embed="rId3">
            <a:extLst>
              <a:ext uri="{96DAC541-7B7A-43D3-8B79-37D633B846F1}">
                <asvg:svgBlip xmlns:asvg="http://schemas.microsoft.com/office/drawing/2016/SVG/main" r:embed="rId4"/>
              </a:ext>
            </a:extLst>
          </a:blip>
          <a:stretch>
            <a:fillRect/>
          </a:stretch>
        </p:blipFill>
        <p:spPr>
          <a:xfrm>
            <a:off x="0" y="0"/>
            <a:ext cx="12192000" cy="6858000"/>
          </a:xfrm>
          <a:prstGeom prst="rect">
            <a:avLst/>
          </a:prstGeom>
        </p:spPr>
      </p:pic>
      <p:sp>
        <p:nvSpPr>
          <p:cNvPr id="4" name="Symbol zastępczy zawartości 3">
            <a:extLst>
              <a:ext uri="{FF2B5EF4-FFF2-40B4-BE49-F238E27FC236}">
                <a16:creationId xmlns:a16="http://schemas.microsoft.com/office/drawing/2014/main" id="{243AA24A-BC45-289D-D63F-23529A32AF01}"/>
              </a:ext>
            </a:extLst>
          </p:cNvPr>
          <p:cNvSpPr>
            <a:spLocks noGrp="1"/>
          </p:cNvSpPr>
          <p:nvPr>
            <p:ph sz="quarter" idx="16"/>
          </p:nvPr>
        </p:nvSpPr>
        <p:spPr>
          <a:xfrm>
            <a:off x="514350" y="535869"/>
            <a:ext cx="10534650" cy="5864932"/>
          </a:xfrm>
        </p:spPr>
        <p:txBody>
          <a:bodyPr>
            <a:normAutofit fontScale="85000" lnSpcReduction="20000"/>
          </a:bodyPr>
          <a:lstStyle/>
          <a:p>
            <a:pPr marL="0" marR="0" indent="0" algn="l" fontAlgn="b">
              <a:buNone/>
            </a:pPr>
            <a:r>
              <a:rPr lang="pl-PL" sz="3300" dirty="0" err="1">
                <a:solidFill>
                  <a:srgbClr val="000000"/>
                </a:solidFill>
                <a:effectLst/>
                <a:latin typeface="Times New Roman" panose="02020603050405020304" pitchFamily="18" charset="0"/>
                <a:cs typeface="Times New Roman" panose="02020603050405020304" pitchFamily="18" charset="0"/>
              </a:rPr>
              <a:t>Lesson</a:t>
            </a:r>
            <a:r>
              <a:rPr lang="pl-PL" sz="3300" dirty="0">
                <a:solidFill>
                  <a:srgbClr val="000000"/>
                </a:solidFill>
                <a:effectLst/>
                <a:latin typeface="Times New Roman" panose="02020603050405020304" pitchFamily="18" charset="0"/>
                <a:cs typeface="Times New Roman" panose="02020603050405020304" pitchFamily="18" charset="0"/>
              </a:rPr>
              <a:t> 7 and 8</a:t>
            </a:r>
          </a:p>
          <a:p>
            <a:pPr marL="0" marR="0" indent="0" algn="l" fontAlgn="b">
              <a:buNone/>
            </a:pPr>
            <a:r>
              <a:rPr sz="3300" dirty="0">
                <a:solidFill>
                  <a:srgbClr val="000000"/>
                </a:solidFill>
                <a:effectLst/>
                <a:latin typeface="Times New Roman" panose="02020603050405020304" pitchFamily="18" charset="0"/>
                <a:cs typeface="Times New Roman" panose="02020603050405020304" pitchFamily="18" charset="0"/>
              </a:rPr>
              <a:t>Supervising Construction Activities </a:t>
            </a:r>
            <a:endParaRPr lang="pl-PL" sz="3300" dirty="0">
              <a:solidFill>
                <a:srgbClr val="000000"/>
              </a:solidFill>
              <a:latin typeface="Times New Roman" panose="02020603050405020304" pitchFamily="18" charset="0"/>
              <a:cs typeface="Times New Roman" panose="02020603050405020304" pitchFamily="18" charset="0"/>
            </a:endParaRPr>
          </a:p>
          <a:p>
            <a:pPr marL="0" indent="0" fontAlgn="b">
              <a:buNone/>
            </a:pPr>
            <a:r>
              <a:rPr lang="pl-PL" sz="3300" dirty="0" err="1">
                <a:solidFill>
                  <a:srgbClr val="000000"/>
                </a:solidFill>
                <a:effectLst/>
                <a:latin typeface="Times New Roman" panose="02020603050405020304" pitchFamily="18" charset="0"/>
                <a:cs typeface="Times New Roman" panose="02020603050405020304" pitchFamily="18" charset="0"/>
              </a:rPr>
              <a:t>Objectives</a:t>
            </a:r>
            <a:r>
              <a:rPr lang="pl-PL" sz="3300" dirty="0">
                <a:solidFill>
                  <a:srgbClr val="000000"/>
                </a:solidFill>
                <a:effectLst/>
                <a:latin typeface="Times New Roman" panose="02020603050405020304" pitchFamily="18" charset="0"/>
                <a:cs typeface="Times New Roman" panose="02020603050405020304" pitchFamily="18" charset="0"/>
              </a:rPr>
              <a:t>: </a:t>
            </a:r>
            <a:r>
              <a:rPr lang="en-US" sz="3300" dirty="0">
                <a:solidFill>
                  <a:srgbClr val="000000"/>
                </a:solidFill>
                <a:latin typeface="Times New Roman" panose="02020603050405020304" pitchFamily="18" charset="0"/>
                <a:cs typeface="Times New Roman" panose="02020603050405020304" pitchFamily="18" charset="0"/>
              </a:rPr>
              <a:t>Overview of Core Construction Activities</a:t>
            </a:r>
            <a:r>
              <a:rPr lang="en-US" sz="3300" dirty="0">
                <a:latin typeface="Times New Roman" panose="02020603050405020304" pitchFamily="18" charset="0"/>
                <a:cs typeface="Times New Roman" panose="02020603050405020304" pitchFamily="18" charset="0"/>
              </a:rPr>
              <a:t> </a:t>
            </a:r>
          </a:p>
          <a:p>
            <a:pPr marL="0" marR="0" indent="0" algn="l" fontAlgn="b">
              <a:buNone/>
            </a:pPr>
            <a:endParaRPr lang="pl-PL" sz="3300" dirty="0">
              <a:solidFill>
                <a:srgbClr val="000000"/>
              </a:solidFill>
              <a:effectLst/>
              <a:latin typeface="Times New Roman" panose="02020603050405020304" pitchFamily="18" charset="0"/>
              <a:cs typeface="Times New Roman" panose="02020603050405020304" pitchFamily="18" charset="0"/>
            </a:endParaRPr>
          </a:p>
          <a:p>
            <a:pPr marL="0" marR="0" indent="0" algn="l" fontAlgn="b">
              <a:buNone/>
            </a:pPr>
            <a:endParaRPr lang="pl-PL" sz="3300" dirty="0">
              <a:solidFill>
                <a:srgbClr val="000000"/>
              </a:solidFill>
              <a:effectLst/>
              <a:latin typeface="Times New Roman" panose="02020603050405020304" pitchFamily="18" charset="0"/>
              <a:cs typeface="Times New Roman" panose="02020603050405020304" pitchFamily="18" charset="0"/>
            </a:endParaRPr>
          </a:p>
          <a:p>
            <a:pPr marL="0" marR="0" indent="0" algn="l" fontAlgn="b">
              <a:buNone/>
            </a:pPr>
            <a:endParaRPr lang="pl-PL" sz="3300" dirty="0">
              <a:solidFill>
                <a:srgbClr val="000000"/>
              </a:solidFill>
              <a:effectLst/>
              <a:latin typeface="Times New Roman" panose="02020603050405020304" pitchFamily="18" charset="0"/>
              <a:cs typeface="Times New Roman" panose="02020603050405020304" pitchFamily="18" charset="0"/>
            </a:endParaRPr>
          </a:p>
          <a:p>
            <a:pPr marL="0" marR="0" indent="0" algn="l" fontAlgn="b">
              <a:buNone/>
            </a:pPr>
            <a:endParaRPr lang="pl-PL" sz="3300" dirty="0">
              <a:solidFill>
                <a:srgbClr val="000000"/>
              </a:solidFill>
              <a:effectLst/>
              <a:latin typeface="Times New Roman" panose="02020603050405020304" pitchFamily="18" charset="0"/>
              <a:cs typeface="Times New Roman" panose="02020603050405020304" pitchFamily="18" charset="0"/>
            </a:endParaRPr>
          </a:p>
          <a:p>
            <a:pPr marL="0" marR="0" indent="0" algn="l" fontAlgn="b">
              <a:buNone/>
            </a:pPr>
            <a:r>
              <a:rPr lang="pl-PL" sz="3300" dirty="0" err="1">
                <a:solidFill>
                  <a:srgbClr val="000000"/>
                </a:solidFill>
                <a:latin typeface="Times New Roman" panose="02020603050405020304" pitchFamily="18" charset="0"/>
                <a:cs typeface="Times New Roman" panose="02020603050405020304" pitchFamily="18" charset="0"/>
              </a:rPr>
              <a:t>Lesson</a:t>
            </a:r>
            <a:r>
              <a:rPr lang="pl-PL" sz="3300" dirty="0">
                <a:solidFill>
                  <a:srgbClr val="000000"/>
                </a:solidFill>
                <a:latin typeface="Times New Roman" panose="02020603050405020304" pitchFamily="18" charset="0"/>
                <a:cs typeface="Times New Roman" panose="02020603050405020304" pitchFamily="18" charset="0"/>
              </a:rPr>
              <a:t> 9 </a:t>
            </a:r>
          </a:p>
          <a:p>
            <a:pPr marL="0" marR="0" indent="0" algn="l" fontAlgn="b">
              <a:buNone/>
            </a:pPr>
            <a:r>
              <a:rPr sz="3300" dirty="0">
                <a:solidFill>
                  <a:srgbClr val="000000"/>
                </a:solidFill>
                <a:effectLst/>
                <a:latin typeface="Times New Roman" panose="02020603050405020304" pitchFamily="18" charset="0"/>
                <a:cs typeface="Times New Roman" panose="02020603050405020304" pitchFamily="18" charset="0"/>
              </a:rPr>
              <a:t>Inquiry Correspondence</a:t>
            </a:r>
            <a:r>
              <a:rPr sz="3300" dirty="0">
                <a:effectLst/>
                <a:latin typeface="Times New Roman" panose="02020603050405020304" pitchFamily="18" charset="0"/>
                <a:cs typeface="Times New Roman" panose="02020603050405020304" pitchFamily="18" charset="0"/>
              </a:rPr>
              <a:t> </a:t>
            </a:r>
            <a:endParaRPr lang="pl-PL" sz="3300" dirty="0">
              <a:effectLst/>
              <a:latin typeface="Times New Roman" panose="02020603050405020304" pitchFamily="18" charset="0"/>
              <a:cs typeface="Times New Roman" panose="02020603050405020304" pitchFamily="18" charset="0"/>
            </a:endParaRPr>
          </a:p>
          <a:p>
            <a:pPr marL="0" marR="0" indent="0" algn="l" fontAlgn="b">
              <a:buNone/>
            </a:pPr>
            <a:r>
              <a:rPr lang="pl-PL" sz="3300" dirty="0" err="1">
                <a:latin typeface="Times New Roman" panose="02020603050405020304" pitchFamily="18" charset="0"/>
                <a:cs typeface="Times New Roman" panose="02020603050405020304" pitchFamily="18" charset="0"/>
              </a:rPr>
              <a:t>Objectives</a:t>
            </a:r>
            <a:r>
              <a:rPr lang="pl-PL" sz="3300" dirty="0">
                <a:latin typeface="Times New Roman" panose="02020603050405020304" pitchFamily="18" charset="0"/>
                <a:cs typeface="Times New Roman" panose="02020603050405020304" pitchFamily="18" charset="0"/>
              </a:rPr>
              <a:t>:</a:t>
            </a:r>
            <a:r>
              <a:rPr lang="en-US" sz="3300" dirty="0">
                <a:latin typeface="Times New Roman" panose="02020603050405020304" pitchFamily="18" charset="0"/>
                <a:cs typeface="Times New Roman" panose="02020603050405020304" pitchFamily="18" charset="0"/>
              </a:rPr>
              <a:t>Developing proficiency in managing inquiry correspondence with a focus on operational efficiency.</a:t>
            </a:r>
            <a:endParaRPr lang="pl-PL" sz="3300" dirty="0">
              <a:latin typeface="Times New Roman" panose="02020603050405020304" pitchFamily="18" charset="0"/>
              <a:cs typeface="Times New Roman" panose="02020603050405020304" pitchFamily="18" charset="0"/>
            </a:endParaRPr>
          </a:p>
          <a:p>
            <a:pPr marL="0" marR="0" indent="0" algn="l" fontAlgn="b">
              <a:buNone/>
            </a:pPr>
            <a:endParaRPr lang="pl-PL" sz="2800" dirty="0">
              <a:latin typeface="Times New Roman" panose="02020603050405020304" pitchFamily="18" charset="0"/>
              <a:cs typeface="Times New Roman" panose="02020603050405020304" pitchFamily="18" charset="0"/>
            </a:endParaRPr>
          </a:p>
          <a:p>
            <a:pPr marL="0" marR="0" indent="0" algn="l" fontAlgn="b">
              <a:buNone/>
            </a:pPr>
            <a:r>
              <a:rPr lang="pl-PL" sz="2800" dirty="0">
                <a:latin typeface="Times New Roman" panose="02020603050405020304" pitchFamily="18" charset="0"/>
                <a:cs typeface="Times New Roman" panose="02020603050405020304" pitchFamily="18" charset="0"/>
              </a:rPr>
              <a:t> </a:t>
            </a:r>
          </a:p>
        </p:txBody>
      </p:sp>
      <p:sp>
        <p:nvSpPr>
          <p:cNvPr id="5" name="Symbol zastępczy numeru slajdu 4">
            <a:extLst>
              <a:ext uri="{FF2B5EF4-FFF2-40B4-BE49-F238E27FC236}">
                <a16:creationId xmlns:a16="http://schemas.microsoft.com/office/drawing/2014/main" id="{0FE9F34F-1E47-7FD1-B93E-CEC6CD5F02B3}"/>
              </a:ext>
            </a:extLst>
          </p:cNvPr>
          <p:cNvSpPr>
            <a:spLocks noGrp="1"/>
          </p:cNvSpPr>
          <p:nvPr>
            <p:ph type="sldNum" sz="quarter" idx="12"/>
          </p:nvPr>
        </p:nvSpPr>
        <p:spPr/>
        <p:txBody>
          <a:bodyPr/>
          <a:lstStyle/>
          <a:p>
            <a:pPr rtl="0"/>
            <a:fld id="{AEAA3239-9EA4-4A65-A281-97F994456D9F}" type="slidenum">
              <a:rPr lang="en-US" smtClean="0"/>
              <a:t>5</a:t>
            </a:fld>
            <a:endParaRPr lang="en-US" dirty="0"/>
          </a:p>
        </p:txBody>
      </p:sp>
    </p:spTree>
    <p:extLst>
      <p:ext uri="{BB962C8B-B14F-4D97-AF65-F5344CB8AC3E}">
        <p14:creationId xmlns:p14="http://schemas.microsoft.com/office/powerpoint/2010/main" val="26642342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Symbol zastępczy zawartości 5">
            <a:extLst>
              <a:ext uri="{FF2B5EF4-FFF2-40B4-BE49-F238E27FC236}">
                <a16:creationId xmlns:a16="http://schemas.microsoft.com/office/drawing/2014/main" id="{18BBDE40-6D78-4954-9012-F58AB317EB19}"/>
              </a:ext>
            </a:extLst>
          </p:cNvPr>
          <p:cNvPicPr>
            <a:picLocks noGrp="1" noChangeAspect="1"/>
          </p:cNvPicPr>
          <p:nvPr>
            <p:ph sz="quarter" idx="15"/>
          </p:nvPr>
        </p:nvPicPr>
        <p:blipFill>
          <a:blip r:embed="rId3">
            <a:extLst>
              <a:ext uri="{96DAC541-7B7A-43D3-8B79-37D633B846F1}">
                <asvg:svgBlip xmlns:asvg="http://schemas.microsoft.com/office/drawing/2016/SVG/main" r:embed="rId4"/>
              </a:ext>
            </a:extLst>
          </a:blip>
          <a:stretch>
            <a:fillRect/>
          </a:stretch>
        </p:blipFill>
        <p:spPr>
          <a:xfrm>
            <a:off x="0" y="0"/>
            <a:ext cx="12192000" cy="6858000"/>
          </a:xfrm>
          <a:prstGeom prst="rect">
            <a:avLst/>
          </a:prstGeom>
        </p:spPr>
      </p:pic>
      <p:sp>
        <p:nvSpPr>
          <p:cNvPr id="4" name="Symbol zastępczy zawartości 3">
            <a:extLst>
              <a:ext uri="{FF2B5EF4-FFF2-40B4-BE49-F238E27FC236}">
                <a16:creationId xmlns:a16="http://schemas.microsoft.com/office/drawing/2014/main" id="{D09C4F79-F02D-61D4-4B6E-642D2B31A4F5}"/>
              </a:ext>
            </a:extLst>
          </p:cNvPr>
          <p:cNvSpPr>
            <a:spLocks noGrp="1"/>
          </p:cNvSpPr>
          <p:nvPr>
            <p:ph sz="quarter" idx="16"/>
          </p:nvPr>
        </p:nvSpPr>
        <p:spPr>
          <a:xfrm>
            <a:off x="514350" y="781050"/>
            <a:ext cx="10534650" cy="4838700"/>
          </a:xfrm>
        </p:spPr>
        <p:txBody>
          <a:bodyPr>
            <a:normAutofit fontScale="92500" lnSpcReduction="10000"/>
          </a:bodyPr>
          <a:lstStyle/>
          <a:p>
            <a:pPr marL="0" marR="0" indent="0" algn="l" fontAlgn="b">
              <a:buNone/>
            </a:pPr>
            <a:r>
              <a:rPr lang="pl-PL" sz="2800" dirty="0" err="1">
                <a:solidFill>
                  <a:srgbClr val="000000"/>
                </a:solidFill>
                <a:effectLst/>
                <a:latin typeface="Times New Roman" panose="02020603050405020304" pitchFamily="18" charset="0"/>
                <a:cs typeface="Times New Roman" panose="02020603050405020304" pitchFamily="18" charset="0"/>
              </a:rPr>
              <a:t>Lesson</a:t>
            </a:r>
            <a:r>
              <a:rPr lang="pl-PL" sz="2800" dirty="0">
                <a:solidFill>
                  <a:srgbClr val="000000"/>
                </a:solidFill>
                <a:effectLst/>
                <a:latin typeface="Times New Roman" panose="02020603050405020304" pitchFamily="18" charset="0"/>
                <a:cs typeface="Times New Roman" panose="02020603050405020304" pitchFamily="18" charset="0"/>
              </a:rPr>
              <a:t> 10 and 11</a:t>
            </a:r>
          </a:p>
          <a:p>
            <a:pPr marL="0" marR="0" indent="0" algn="l" fontAlgn="b">
              <a:buNone/>
            </a:pPr>
            <a:r>
              <a:rPr sz="2800" dirty="0">
                <a:solidFill>
                  <a:srgbClr val="000000"/>
                </a:solidFill>
                <a:effectLst/>
                <a:latin typeface="Times New Roman" panose="02020603050405020304" pitchFamily="18" charset="0"/>
                <a:cs typeface="Times New Roman" panose="02020603050405020304" pitchFamily="18" charset="0"/>
              </a:rPr>
              <a:t>Civil Engineering Professions </a:t>
            </a:r>
            <a:endParaRPr lang="pl-PL" sz="2800" dirty="0">
              <a:solidFill>
                <a:srgbClr val="000000"/>
              </a:solidFill>
              <a:effectLst/>
              <a:latin typeface="Times New Roman" panose="02020603050405020304" pitchFamily="18" charset="0"/>
              <a:cs typeface="Times New Roman" panose="02020603050405020304" pitchFamily="18" charset="0"/>
            </a:endParaRPr>
          </a:p>
          <a:p>
            <a:pPr marL="0" marR="0" indent="0" algn="l" fontAlgn="b">
              <a:buNone/>
            </a:pPr>
            <a:r>
              <a:rPr lang="pl-PL" sz="2800" dirty="0" err="1">
                <a:solidFill>
                  <a:srgbClr val="000000"/>
                </a:solidFill>
                <a:latin typeface="Times New Roman" panose="02020603050405020304" pitchFamily="18" charset="0"/>
                <a:cs typeface="Times New Roman" panose="02020603050405020304" pitchFamily="18" charset="0"/>
              </a:rPr>
              <a:t>Objectives</a:t>
            </a:r>
            <a:r>
              <a:rPr lang="pl-PL" sz="2800" dirty="0">
                <a:solidFill>
                  <a:srgbClr val="000000"/>
                </a:solidFill>
                <a:latin typeface="Times New Roman" panose="02020603050405020304" pitchFamily="18" charset="0"/>
                <a:cs typeface="Times New Roman" panose="02020603050405020304" pitchFamily="18" charset="0"/>
              </a:rPr>
              <a:t>: </a:t>
            </a:r>
            <a:r>
              <a:rPr lang="en-US" sz="2800" dirty="0">
                <a:solidFill>
                  <a:srgbClr val="000000"/>
                </a:solidFill>
                <a:latin typeface="Times New Roman" panose="02020603050405020304" pitchFamily="18" charset="0"/>
                <a:cs typeface="Times New Roman" panose="02020603050405020304" pitchFamily="18" charset="0"/>
              </a:rPr>
              <a:t>Defining roles and scopes of responsibility within engineering and construction teams.</a:t>
            </a:r>
            <a:endParaRPr lang="pl-PL" sz="2800" dirty="0">
              <a:solidFill>
                <a:srgbClr val="000000"/>
              </a:solidFill>
              <a:latin typeface="Times New Roman" panose="02020603050405020304" pitchFamily="18" charset="0"/>
              <a:cs typeface="Times New Roman" panose="02020603050405020304" pitchFamily="18" charset="0"/>
            </a:endParaRPr>
          </a:p>
          <a:p>
            <a:pPr marL="0" marR="0" indent="0" algn="l" fontAlgn="b">
              <a:buNone/>
            </a:pPr>
            <a:endParaRPr lang="pl-PL" sz="2800" dirty="0">
              <a:solidFill>
                <a:srgbClr val="000000"/>
              </a:solidFill>
              <a:effectLst/>
              <a:latin typeface="Times New Roman" panose="02020603050405020304" pitchFamily="18" charset="0"/>
              <a:cs typeface="Times New Roman" panose="02020603050405020304" pitchFamily="18" charset="0"/>
            </a:endParaRPr>
          </a:p>
          <a:p>
            <a:pPr marL="0" marR="0" indent="0" algn="l" fontAlgn="b">
              <a:buNone/>
            </a:pPr>
            <a:endParaRPr lang="pl-PL" sz="2800" dirty="0">
              <a:solidFill>
                <a:srgbClr val="000000"/>
              </a:solidFill>
              <a:latin typeface="Times New Roman" panose="02020603050405020304" pitchFamily="18" charset="0"/>
              <a:cs typeface="Times New Roman" panose="02020603050405020304" pitchFamily="18" charset="0"/>
            </a:endParaRPr>
          </a:p>
          <a:p>
            <a:pPr marL="0" marR="0" indent="0" algn="l" fontAlgn="b">
              <a:buNone/>
            </a:pPr>
            <a:r>
              <a:rPr lang="pl-PL" sz="2800" dirty="0" err="1">
                <a:solidFill>
                  <a:srgbClr val="000000"/>
                </a:solidFill>
                <a:effectLst/>
                <a:latin typeface="Times New Roman" panose="02020603050405020304" pitchFamily="18" charset="0"/>
                <a:cs typeface="Times New Roman" panose="02020603050405020304" pitchFamily="18" charset="0"/>
              </a:rPr>
              <a:t>Lesson</a:t>
            </a:r>
            <a:r>
              <a:rPr lang="pl-PL" sz="2800" dirty="0">
                <a:solidFill>
                  <a:srgbClr val="000000"/>
                </a:solidFill>
                <a:effectLst/>
                <a:latin typeface="Times New Roman" panose="02020603050405020304" pitchFamily="18" charset="0"/>
                <a:cs typeface="Times New Roman" panose="02020603050405020304" pitchFamily="18" charset="0"/>
              </a:rPr>
              <a:t> 12 </a:t>
            </a:r>
          </a:p>
          <a:p>
            <a:pPr marL="0" marR="0" indent="0" algn="l" fontAlgn="b">
              <a:buNone/>
            </a:pPr>
            <a:r>
              <a:rPr sz="2800" dirty="0">
                <a:solidFill>
                  <a:srgbClr val="000000"/>
                </a:solidFill>
                <a:effectLst/>
                <a:latin typeface="Times New Roman" panose="02020603050405020304" pitchFamily="18" charset="0"/>
                <a:cs typeface="Times New Roman" panose="02020603050405020304" pitchFamily="18" charset="0"/>
              </a:rPr>
              <a:t>Action-Oriented Communication</a:t>
            </a:r>
            <a:r>
              <a:rPr sz="2800" dirty="0">
                <a:effectLst/>
                <a:latin typeface="Times New Roman" panose="02020603050405020304" pitchFamily="18" charset="0"/>
                <a:cs typeface="Times New Roman" panose="02020603050405020304" pitchFamily="18" charset="0"/>
              </a:rPr>
              <a:t> </a:t>
            </a:r>
            <a:endParaRPr lang="pl-PL" sz="2800" dirty="0">
              <a:effectLst/>
              <a:latin typeface="Times New Roman" panose="02020603050405020304" pitchFamily="18" charset="0"/>
              <a:cs typeface="Times New Roman" panose="02020603050405020304" pitchFamily="18" charset="0"/>
            </a:endParaRPr>
          </a:p>
          <a:p>
            <a:pPr marL="0" marR="0" indent="0" algn="l" fontAlgn="b">
              <a:buNone/>
            </a:pPr>
            <a:r>
              <a:rPr lang="pl-PL" sz="2800" dirty="0" err="1">
                <a:latin typeface="Times New Roman" panose="02020603050405020304" pitchFamily="18" charset="0"/>
                <a:cs typeface="Times New Roman" panose="02020603050405020304" pitchFamily="18" charset="0"/>
              </a:rPr>
              <a:t>Objectives</a:t>
            </a:r>
            <a:r>
              <a:rPr lang="pl-PL" sz="2800" dirty="0">
                <a:latin typeface="Times New Roman" panose="02020603050405020304" pitchFamily="18" charset="0"/>
                <a:cs typeface="Times New Roman" panose="02020603050405020304" pitchFamily="18" charset="0"/>
              </a:rPr>
              <a:t>: </a:t>
            </a:r>
            <a:r>
              <a:rPr lang="en-US" sz="2800" dirty="0">
                <a:latin typeface="Times New Roman" panose="02020603050405020304" pitchFamily="18" charset="0"/>
                <a:cs typeface="Times New Roman" panose="02020603050405020304" pitchFamily="18" charset="0"/>
              </a:rPr>
              <a:t>Mastering the precise formulation and communication of technical action requests.</a:t>
            </a:r>
            <a:endParaRPr lang="en-US" sz="2800" dirty="0"/>
          </a:p>
          <a:p>
            <a:pPr marL="0" marR="0" indent="0" algn="l" fontAlgn="b">
              <a:buNone/>
            </a:pPr>
            <a:r>
              <a:rPr lang="pl-PL" sz="2800" dirty="0">
                <a:latin typeface="Times New Roman" panose="02020603050405020304" pitchFamily="18" charset="0"/>
                <a:cs typeface="Times New Roman" panose="02020603050405020304" pitchFamily="18" charset="0"/>
              </a:rPr>
              <a:t> </a:t>
            </a:r>
            <a:endParaRPr lang="pl-PL" sz="2800" dirty="0">
              <a:effectLst/>
              <a:latin typeface="Times New Roman" panose="02020603050405020304" pitchFamily="18" charset="0"/>
              <a:cs typeface="Times New Roman" panose="02020603050405020304" pitchFamily="18" charset="0"/>
            </a:endParaRPr>
          </a:p>
        </p:txBody>
      </p:sp>
      <p:sp>
        <p:nvSpPr>
          <p:cNvPr id="5" name="Symbol zastępczy numeru slajdu 4">
            <a:extLst>
              <a:ext uri="{FF2B5EF4-FFF2-40B4-BE49-F238E27FC236}">
                <a16:creationId xmlns:a16="http://schemas.microsoft.com/office/drawing/2014/main" id="{FB8A1223-48FA-8FE9-DF54-073890268C63}"/>
              </a:ext>
            </a:extLst>
          </p:cNvPr>
          <p:cNvSpPr>
            <a:spLocks noGrp="1"/>
          </p:cNvSpPr>
          <p:nvPr>
            <p:ph type="sldNum" sz="quarter" idx="12"/>
          </p:nvPr>
        </p:nvSpPr>
        <p:spPr/>
        <p:txBody>
          <a:bodyPr/>
          <a:lstStyle/>
          <a:p>
            <a:pPr rtl="0"/>
            <a:fld id="{AEAA3239-9EA4-4A65-A281-97F994456D9F}" type="slidenum">
              <a:rPr lang="en-US" smtClean="0"/>
              <a:t>6</a:t>
            </a:fld>
            <a:endParaRPr lang="en-US" dirty="0"/>
          </a:p>
        </p:txBody>
      </p:sp>
    </p:spTree>
    <p:extLst>
      <p:ext uri="{BB962C8B-B14F-4D97-AF65-F5344CB8AC3E}">
        <p14:creationId xmlns:p14="http://schemas.microsoft.com/office/powerpoint/2010/main" val="24153138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7C5EDB-E9DC-DE0E-2374-2B89099C57E3}"/>
            </a:ext>
          </a:extLst>
        </p:cNvPr>
        <p:cNvGrpSpPr/>
        <p:nvPr/>
      </p:nvGrpSpPr>
      <p:grpSpPr>
        <a:xfrm>
          <a:off x="0" y="0"/>
          <a:ext cx="0" cy="0"/>
          <a:chOff x="0" y="0"/>
          <a:chExt cx="0" cy="0"/>
        </a:xfrm>
      </p:grpSpPr>
      <p:pic>
        <p:nvPicPr>
          <p:cNvPr id="6" name="Symbol zastępczy zawartości 5">
            <a:extLst>
              <a:ext uri="{FF2B5EF4-FFF2-40B4-BE49-F238E27FC236}">
                <a16:creationId xmlns:a16="http://schemas.microsoft.com/office/drawing/2014/main" id="{A5D5521D-FC92-C91C-8ADF-A640F7B12404}"/>
              </a:ext>
            </a:extLst>
          </p:cNvPr>
          <p:cNvPicPr>
            <a:picLocks noGrp="1" noChangeAspect="1"/>
          </p:cNvPicPr>
          <p:nvPr>
            <p:ph sz="quarter" idx="15"/>
          </p:nvPr>
        </p:nvPicPr>
        <p:blipFill>
          <a:blip r:embed="rId3">
            <a:extLst>
              <a:ext uri="{96DAC541-7B7A-43D3-8B79-37D633B846F1}">
                <asvg:svgBlip xmlns:asvg="http://schemas.microsoft.com/office/drawing/2016/SVG/main" r:embed="rId4"/>
              </a:ext>
            </a:extLst>
          </a:blip>
          <a:stretch>
            <a:fillRect/>
          </a:stretch>
        </p:blipFill>
        <p:spPr>
          <a:xfrm>
            <a:off x="0" y="0"/>
            <a:ext cx="12192000" cy="6858000"/>
          </a:xfrm>
          <a:prstGeom prst="rect">
            <a:avLst/>
          </a:prstGeom>
        </p:spPr>
      </p:pic>
      <p:sp>
        <p:nvSpPr>
          <p:cNvPr id="4" name="Symbol zastępczy zawartości 3">
            <a:extLst>
              <a:ext uri="{FF2B5EF4-FFF2-40B4-BE49-F238E27FC236}">
                <a16:creationId xmlns:a16="http://schemas.microsoft.com/office/drawing/2014/main" id="{CE4FAFD4-84AA-BBA9-C4CB-FBFF925168AB}"/>
              </a:ext>
            </a:extLst>
          </p:cNvPr>
          <p:cNvSpPr>
            <a:spLocks noGrp="1"/>
          </p:cNvSpPr>
          <p:nvPr>
            <p:ph sz="quarter" idx="16"/>
          </p:nvPr>
        </p:nvSpPr>
        <p:spPr>
          <a:xfrm>
            <a:off x="275519" y="697440"/>
            <a:ext cx="10534650" cy="5703360"/>
          </a:xfrm>
        </p:spPr>
        <p:txBody>
          <a:bodyPr>
            <a:normAutofit/>
          </a:bodyPr>
          <a:lstStyle/>
          <a:p>
            <a:pPr marL="0" marR="0" indent="0" algn="l" fontAlgn="b">
              <a:buNone/>
            </a:pPr>
            <a:r>
              <a:rPr lang="pl-PL" sz="2800" dirty="0" err="1">
                <a:solidFill>
                  <a:srgbClr val="000000"/>
                </a:solidFill>
                <a:effectLst/>
                <a:latin typeface="Times New Roman" panose="02020603050405020304" pitchFamily="18" charset="0"/>
                <a:cs typeface="Times New Roman" panose="02020603050405020304" pitchFamily="18" charset="0"/>
              </a:rPr>
              <a:t>Lesson</a:t>
            </a:r>
            <a:r>
              <a:rPr lang="pl-PL" sz="2800" dirty="0">
                <a:solidFill>
                  <a:srgbClr val="000000"/>
                </a:solidFill>
                <a:effectLst/>
                <a:latin typeface="Times New Roman" panose="02020603050405020304" pitchFamily="18" charset="0"/>
                <a:cs typeface="Times New Roman" panose="02020603050405020304" pitchFamily="18" charset="0"/>
              </a:rPr>
              <a:t> 13 and 14</a:t>
            </a:r>
          </a:p>
          <a:p>
            <a:pPr marL="0" marR="0" indent="0" algn="l" fontAlgn="b">
              <a:buNone/>
            </a:pPr>
            <a:r>
              <a:rPr lang="pl-PL" sz="2800" dirty="0" err="1">
                <a:solidFill>
                  <a:srgbClr val="000000"/>
                </a:solidFill>
                <a:latin typeface="Times New Roman" panose="02020603050405020304" pitchFamily="18" charset="0"/>
                <a:cs typeface="Times New Roman" panose="02020603050405020304" pitchFamily="18" charset="0"/>
              </a:rPr>
              <a:t>Building</a:t>
            </a:r>
            <a:r>
              <a:rPr lang="pl-PL" sz="2800" dirty="0">
                <a:solidFill>
                  <a:srgbClr val="000000"/>
                </a:solidFill>
                <a:latin typeface="Times New Roman" panose="02020603050405020304" pitchFamily="18" charset="0"/>
                <a:cs typeface="Times New Roman" panose="02020603050405020304" pitchFamily="18" charset="0"/>
              </a:rPr>
              <a:t> Materials </a:t>
            </a:r>
            <a:endParaRPr lang="pl-PL" sz="2800" dirty="0">
              <a:solidFill>
                <a:srgbClr val="000000"/>
              </a:solidFill>
              <a:effectLst/>
              <a:latin typeface="Times New Roman" panose="02020603050405020304" pitchFamily="18" charset="0"/>
              <a:cs typeface="Times New Roman" panose="02020603050405020304" pitchFamily="18" charset="0"/>
            </a:endParaRPr>
          </a:p>
          <a:p>
            <a:pPr marL="0" marR="0" indent="0" algn="l" fontAlgn="b">
              <a:buNone/>
            </a:pPr>
            <a:r>
              <a:rPr lang="pl-PL" sz="2800" dirty="0" err="1">
                <a:solidFill>
                  <a:srgbClr val="000000"/>
                </a:solidFill>
                <a:effectLst/>
                <a:latin typeface="Times New Roman" panose="02020603050405020304" pitchFamily="18" charset="0"/>
                <a:cs typeface="Times New Roman" panose="02020603050405020304" pitchFamily="18" charset="0"/>
              </a:rPr>
              <a:t>Objectives</a:t>
            </a:r>
            <a:r>
              <a:rPr lang="pl-PL" sz="2800" dirty="0">
                <a:solidFill>
                  <a:srgbClr val="000000"/>
                </a:solidFill>
                <a:effectLst/>
                <a:latin typeface="Times New Roman" panose="02020603050405020304" pitchFamily="18" charset="0"/>
                <a:cs typeface="Times New Roman" panose="02020603050405020304" pitchFamily="18" charset="0"/>
              </a:rPr>
              <a:t>: </a:t>
            </a:r>
            <a:r>
              <a:rPr lang="en-US" sz="2800" dirty="0">
                <a:solidFill>
                  <a:srgbClr val="000000"/>
                </a:solidFill>
                <a:effectLst/>
                <a:latin typeface="Times New Roman" panose="02020603050405020304" pitchFamily="18" charset="0"/>
                <a:cs typeface="Times New Roman" panose="02020603050405020304" pitchFamily="18" charset="0"/>
              </a:rPr>
              <a:t>Identifying physical properties and practical applications of building materials in the investment process.</a:t>
            </a:r>
            <a:endParaRPr lang="pl-PL" sz="2800" dirty="0">
              <a:solidFill>
                <a:srgbClr val="000000"/>
              </a:solidFill>
              <a:effectLst/>
              <a:latin typeface="Times New Roman" panose="02020603050405020304" pitchFamily="18" charset="0"/>
              <a:cs typeface="Times New Roman" panose="02020603050405020304" pitchFamily="18" charset="0"/>
            </a:endParaRPr>
          </a:p>
          <a:p>
            <a:pPr marL="0" marR="0" indent="0" algn="l" fontAlgn="b">
              <a:buNone/>
            </a:pPr>
            <a:endParaRPr lang="pl-PL" sz="2800" dirty="0">
              <a:solidFill>
                <a:srgbClr val="000000"/>
              </a:solidFill>
              <a:effectLst/>
              <a:latin typeface="Times New Roman" panose="02020603050405020304" pitchFamily="18" charset="0"/>
              <a:cs typeface="Times New Roman" panose="02020603050405020304" pitchFamily="18" charset="0"/>
            </a:endParaRPr>
          </a:p>
          <a:p>
            <a:pPr marL="0" marR="0" indent="0" algn="l" fontAlgn="b">
              <a:buNone/>
            </a:pPr>
            <a:endParaRPr lang="pl-PL" sz="2800" dirty="0">
              <a:solidFill>
                <a:srgbClr val="000000"/>
              </a:solidFill>
              <a:effectLst/>
              <a:latin typeface="Times New Roman" panose="02020603050405020304" pitchFamily="18" charset="0"/>
              <a:cs typeface="Times New Roman" panose="02020603050405020304" pitchFamily="18" charset="0"/>
            </a:endParaRPr>
          </a:p>
          <a:p>
            <a:pPr marL="0" marR="0" indent="0" algn="l" fontAlgn="b">
              <a:buNone/>
            </a:pPr>
            <a:r>
              <a:rPr lang="pl-PL" sz="2800" dirty="0" err="1">
                <a:solidFill>
                  <a:srgbClr val="000000"/>
                </a:solidFill>
                <a:latin typeface="Times New Roman" panose="02020603050405020304" pitchFamily="18" charset="0"/>
                <a:cs typeface="Times New Roman" panose="02020603050405020304" pitchFamily="18" charset="0"/>
              </a:rPr>
              <a:t>Lesson</a:t>
            </a:r>
            <a:r>
              <a:rPr lang="pl-PL" sz="2800" dirty="0">
                <a:solidFill>
                  <a:srgbClr val="000000"/>
                </a:solidFill>
                <a:latin typeface="Times New Roman" panose="02020603050405020304" pitchFamily="18" charset="0"/>
                <a:cs typeface="Times New Roman" panose="02020603050405020304" pitchFamily="18" charset="0"/>
              </a:rPr>
              <a:t> 15</a:t>
            </a:r>
            <a:r>
              <a:rPr sz="2800" dirty="0">
                <a:solidFill>
                  <a:srgbClr val="000000"/>
                </a:solidFill>
                <a:effectLst/>
                <a:latin typeface="Times New Roman" panose="02020603050405020304" pitchFamily="18" charset="0"/>
                <a:cs typeface="Times New Roman" panose="02020603050405020304" pitchFamily="18" charset="0"/>
              </a:rPr>
              <a:t> </a:t>
            </a:r>
            <a:endParaRPr lang="pl-PL" sz="2800" dirty="0">
              <a:solidFill>
                <a:srgbClr val="000000"/>
              </a:solidFill>
              <a:effectLst/>
              <a:latin typeface="Times New Roman" panose="02020603050405020304" pitchFamily="18" charset="0"/>
              <a:cs typeface="Times New Roman" panose="02020603050405020304" pitchFamily="18" charset="0"/>
            </a:endParaRPr>
          </a:p>
          <a:p>
            <a:pPr marL="0" marR="0" indent="0" algn="l" fontAlgn="b">
              <a:buNone/>
            </a:pPr>
            <a:r>
              <a:rPr sz="2800" dirty="0">
                <a:solidFill>
                  <a:srgbClr val="000000"/>
                </a:solidFill>
                <a:effectLst/>
                <a:latin typeface="Times New Roman" panose="02020603050405020304" pitchFamily="18" charset="0"/>
                <a:cs typeface="Times New Roman" panose="02020603050405020304" pitchFamily="18" charset="0"/>
              </a:rPr>
              <a:t>Information Exchange</a:t>
            </a:r>
            <a:r>
              <a:rPr sz="2800" dirty="0">
                <a:effectLst/>
                <a:latin typeface="Times New Roman" panose="02020603050405020304" pitchFamily="18" charset="0"/>
                <a:cs typeface="Times New Roman" panose="02020603050405020304" pitchFamily="18" charset="0"/>
              </a:rPr>
              <a:t> </a:t>
            </a:r>
            <a:endParaRPr lang="pl-PL" sz="2800" dirty="0">
              <a:effectLst/>
              <a:latin typeface="Times New Roman" panose="02020603050405020304" pitchFamily="18" charset="0"/>
              <a:cs typeface="Times New Roman" panose="02020603050405020304" pitchFamily="18" charset="0"/>
            </a:endParaRPr>
          </a:p>
          <a:p>
            <a:pPr marL="0" marR="0" indent="0" algn="l" fontAlgn="b">
              <a:buNone/>
            </a:pPr>
            <a:r>
              <a:rPr lang="pl-PL" sz="2800" dirty="0" err="1">
                <a:latin typeface="Times New Roman" panose="02020603050405020304" pitchFamily="18" charset="0"/>
                <a:cs typeface="Times New Roman" panose="02020603050405020304" pitchFamily="18" charset="0"/>
              </a:rPr>
              <a:t>Objectives</a:t>
            </a:r>
            <a:r>
              <a:rPr lang="pl-PL" sz="2800" dirty="0">
                <a:latin typeface="Times New Roman" panose="02020603050405020304" pitchFamily="18" charset="0"/>
                <a:cs typeface="Times New Roman" panose="02020603050405020304" pitchFamily="18" charset="0"/>
              </a:rPr>
              <a:t>: </a:t>
            </a:r>
            <a:r>
              <a:rPr lang="pl-PL" sz="2800" dirty="0" err="1">
                <a:latin typeface="Times New Roman" panose="02020603050405020304" pitchFamily="18" charset="0"/>
                <a:cs typeface="Times New Roman" panose="02020603050405020304" pitchFamily="18" charset="0"/>
              </a:rPr>
              <a:t>Enhancing</a:t>
            </a:r>
            <a:r>
              <a:rPr lang="pl-PL" sz="2800" dirty="0">
                <a:latin typeface="Times New Roman" panose="02020603050405020304" pitchFamily="18" charset="0"/>
                <a:cs typeface="Times New Roman" panose="02020603050405020304" pitchFamily="18" charset="0"/>
              </a:rPr>
              <a:t> </a:t>
            </a:r>
            <a:r>
              <a:rPr lang="pl-PL" sz="2800" dirty="0" err="1">
                <a:latin typeface="Times New Roman" panose="02020603050405020304" pitchFamily="18" charset="0"/>
                <a:cs typeface="Times New Roman" panose="02020603050405020304" pitchFamily="18" charset="0"/>
              </a:rPr>
              <a:t>professional</a:t>
            </a:r>
            <a:r>
              <a:rPr lang="pl-PL" sz="2800" dirty="0">
                <a:latin typeface="Times New Roman" panose="02020603050405020304" pitchFamily="18" charset="0"/>
                <a:cs typeface="Times New Roman" panose="02020603050405020304" pitchFamily="18" charset="0"/>
              </a:rPr>
              <a:t> </a:t>
            </a:r>
            <a:r>
              <a:rPr lang="pl-PL" sz="2800" dirty="0" err="1">
                <a:latin typeface="Times New Roman" panose="02020603050405020304" pitchFamily="18" charset="0"/>
                <a:cs typeface="Times New Roman" panose="02020603050405020304" pitchFamily="18" charset="0"/>
              </a:rPr>
              <a:t>technical</a:t>
            </a:r>
            <a:r>
              <a:rPr lang="pl-PL" sz="2800" dirty="0">
                <a:latin typeface="Times New Roman" panose="02020603050405020304" pitchFamily="18" charset="0"/>
                <a:cs typeface="Times New Roman" panose="02020603050405020304" pitchFamily="18" charset="0"/>
              </a:rPr>
              <a:t> </a:t>
            </a:r>
            <a:r>
              <a:rPr lang="pl-PL" sz="2800" dirty="0" err="1">
                <a:latin typeface="Times New Roman" panose="02020603050405020304" pitchFamily="18" charset="0"/>
                <a:cs typeface="Times New Roman" panose="02020603050405020304" pitchFamily="18" charset="0"/>
              </a:rPr>
              <a:t>information</a:t>
            </a:r>
            <a:r>
              <a:rPr lang="pl-PL" sz="2800" dirty="0">
                <a:latin typeface="Times New Roman" panose="02020603050405020304" pitchFamily="18" charset="0"/>
                <a:cs typeface="Times New Roman" panose="02020603050405020304" pitchFamily="18" charset="0"/>
              </a:rPr>
              <a:t> exchange via </a:t>
            </a:r>
            <a:r>
              <a:rPr lang="pl-PL" sz="2800" dirty="0" err="1">
                <a:latin typeface="Times New Roman" panose="02020603050405020304" pitchFamily="18" charset="0"/>
                <a:cs typeface="Times New Roman" panose="02020603050405020304" pitchFamily="18" charset="0"/>
              </a:rPr>
              <a:t>electronic</a:t>
            </a:r>
            <a:r>
              <a:rPr lang="pl-PL" sz="2800" dirty="0">
                <a:latin typeface="Times New Roman" panose="02020603050405020304" pitchFamily="18" charset="0"/>
                <a:cs typeface="Times New Roman" panose="02020603050405020304" pitchFamily="18" charset="0"/>
              </a:rPr>
              <a:t> </a:t>
            </a:r>
            <a:r>
              <a:rPr lang="pl-PL" sz="2800" dirty="0" err="1">
                <a:latin typeface="Times New Roman" panose="02020603050405020304" pitchFamily="18" charset="0"/>
                <a:cs typeface="Times New Roman" panose="02020603050405020304" pitchFamily="18" charset="0"/>
              </a:rPr>
              <a:t>correspondence</a:t>
            </a:r>
            <a:r>
              <a:rPr lang="pl-PL" sz="2800" dirty="0">
                <a:latin typeface="Times New Roman" panose="02020603050405020304" pitchFamily="18" charset="0"/>
                <a:cs typeface="Times New Roman" panose="02020603050405020304" pitchFamily="18" charset="0"/>
              </a:rPr>
              <a:t>.</a:t>
            </a:r>
          </a:p>
          <a:p>
            <a:pPr marL="0" marR="0" indent="0" algn="l" fontAlgn="b">
              <a:buNone/>
            </a:pPr>
            <a:endParaRPr lang="pl-PL" sz="7000" dirty="0">
              <a:effectLst/>
              <a:latin typeface="Times New Roman" panose="02020603050405020304" pitchFamily="18" charset="0"/>
              <a:cs typeface="Times New Roman" panose="02020603050405020304" pitchFamily="18" charset="0"/>
            </a:endParaRPr>
          </a:p>
          <a:p>
            <a:pPr marL="0" marR="0" indent="0" algn="l" fontAlgn="b">
              <a:buNone/>
            </a:pPr>
            <a:endParaRPr lang="pl-PL" sz="7000" dirty="0">
              <a:effectLst/>
              <a:latin typeface="Times New Roman" panose="02020603050405020304" pitchFamily="18" charset="0"/>
              <a:cs typeface="Times New Roman" panose="02020603050405020304" pitchFamily="18" charset="0"/>
            </a:endParaRPr>
          </a:p>
          <a:p>
            <a:pPr marL="0" marR="0" indent="0" algn="l" fontAlgn="b">
              <a:buNone/>
            </a:pPr>
            <a:endParaRPr lang="pl-PL" dirty="0"/>
          </a:p>
        </p:txBody>
      </p:sp>
      <p:sp>
        <p:nvSpPr>
          <p:cNvPr id="5" name="Symbol zastępczy numeru slajdu 4">
            <a:extLst>
              <a:ext uri="{FF2B5EF4-FFF2-40B4-BE49-F238E27FC236}">
                <a16:creationId xmlns:a16="http://schemas.microsoft.com/office/drawing/2014/main" id="{5DD7DC8E-5E2D-F086-CDF5-E9BFC970004E}"/>
              </a:ext>
            </a:extLst>
          </p:cNvPr>
          <p:cNvSpPr>
            <a:spLocks noGrp="1"/>
          </p:cNvSpPr>
          <p:nvPr>
            <p:ph type="sldNum" sz="quarter" idx="12"/>
          </p:nvPr>
        </p:nvSpPr>
        <p:spPr/>
        <p:txBody>
          <a:bodyPr/>
          <a:lstStyle/>
          <a:p>
            <a:pPr rtl="0"/>
            <a:fld id="{AEAA3239-9EA4-4A65-A281-97F994456D9F}" type="slidenum">
              <a:rPr lang="en-US" smtClean="0"/>
              <a:t>7</a:t>
            </a:fld>
            <a:endParaRPr lang="en-US" dirty="0"/>
          </a:p>
        </p:txBody>
      </p:sp>
    </p:spTree>
    <p:extLst>
      <p:ext uri="{BB962C8B-B14F-4D97-AF65-F5344CB8AC3E}">
        <p14:creationId xmlns:p14="http://schemas.microsoft.com/office/powerpoint/2010/main" val="3361455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12CD0-E69D-8E16-BEFD-D8DD38F97874}"/>
            </a:ext>
          </a:extLst>
        </p:cNvPr>
        <p:cNvGrpSpPr/>
        <p:nvPr/>
      </p:nvGrpSpPr>
      <p:grpSpPr>
        <a:xfrm>
          <a:off x="0" y="0"/>
          <a:ext cx="0" cy="0"/>
          <a:chOff x="0" y="0"/>
          <a:chExt cx="0" cy="0"/>
        </a:xfrm>
      </p:grpSpPr>
      <p:pic>
        <p:nvPicPr>
          <p:cNvPr id="6" name="Symbol zastępczy zawartości 5">
            <a:extLst>
              <a:ext uri="{FF2B5EF4-FFF2-40B4-BE49-F238E27FC236}">
                <a16:creationId xmlns:a16="http://schemas.microsoft.com/office/drawing/2014/main" id="{0CE82103-3CB4-0806-10A4-6F5C251294B9}"/>
              </a:ext>
            </a:extLst>
          </p:cNvPr>
          <p:cNvPicPr>
            <a:picLocks noGrp="1" noChangeAspect="1"/>
          </p:cNvPicPr>
          <p:nvPr>
            <p:ph sz="quarter" idx="15"/>
          </p:nvPr>
        </p:nvPicPr>
        <p:blipFill>
          <a:blip r:embed="rId3">
            <a:extLst>
              <a:ext uri="{96DAC541-7B7A-43D3-8B79-37D633B846F1}">
                <asvg:svgBlip xmlns:asvg="http://schemas.microsoft.com/office/drawing/2016/SVG/main" r:embed="rId4"/>
              </a:ext>
            </a:extLst>
          </a:blip>
          <a:stretch>
            <a:fillRect/>
          </a:stretch>
        </p:blipFill>
        <p:spPr>
          <a:xfrm>
            <a:off x="0" y="0"/>
            <a:ext cx="12192000" cy="6858000"/>
          </a:xfrm>
          <a:prstGeom prst="rect">
            <a:avLst/>
          </a:prstGeom>
        </p:spPr>
      </p:pic>
      <p:sp>
        <p:nvSpPr>
          <p:cNvPr id="4" name="Symbol zastępczy zawartości 3">
            <a:extLst>
              <a:ext uri="{FF2B5EF4-FFF2-40B4-BE49-F238E27FC236}">
                <a16:creationId xmlns:a16="http://schemas.microsoft.com/office/drawing/2014/main" id="{CA09246F-35D1-ED8C-7A1E-6419521D4F34}"/>
              </a:ext>
            </a:extLst>
          </p:cNvPr>
          <p:cNvSpPr>
            <a:spLocks noGrp="1"/>
          </p:cNvSpPr>
          <p:nvPr>
            <p:ph sz="quarter" idx="16"/>
          </p:nvPr>
        </p:nvSpPr>
        <p:spPr>
          <a:xfrm>
            <a:off x="275519" y="697440"/>
            <a:ext cx="10534650" cy="5556604"/>
          </a:xfrm>
        </p:spPr>
        <p:txBody>
          <a:bodyPr>
            <a:normAutofit fontScale="55000" lnSpcReduction="20000"/>
          </a:bodyPr>
          <a:lstStyle/>
          <a:p>
            <a:pPr marL="0" marR="0" indent="0" algn="l" fontAlgn="b">
              <a:buNone/>
            </a:pPr>
            <a:r>
              <a:rPr lang="pl-PL" sz="5900" dirty="0" err="1">
                <a:solidFill>
                  <a:srgbClr val="000000"/>
                </a:solidFill>
                <a:effectLst/>
                <a:latin typeface="Times New Roman" panose="02020603050405020304" pitchFamily="18" charset="0"/>
                <a:cs typeface="Times New Roman" panose="02020603050405020304" pitchFamily="18" charset="0"/>
              </a:rPr>
              <a:t>Lesson</a:t>
            </a:r>
            <a:r>
              <a:rPr lang="pl-PL" sz="5900" dirty="0">
                <a:solidFill>
                  <a:srgbClr val="000000"/>
                </a:solidFill>
                <a:effectLst/>
                <a:latin typeface="Times New Roman" panose="02020603050405020304" pitchFamily="18" charset="0"/>
                <a:cs typeface="Times New Roman" panose="02020603050405020304" pitchFamily="18" charset="0"/>
              </a:rPr>
              <a:t> 16 and 17</a:t>
            </a:r>
          </a:p>
          <a:p>
            <a:pPr marL="0" marR="0" indent="0" algn="l" fontAlgn="b">
              <a:buNone/>
            </a:pPr>
            <a:r>
              <a:rPr lang="pl-PL" sz="5900" dirty="0">
                <a:solidFill>
                  <a:srgbClr val="000000"/>
                </a:solidFill>
                <a:latin typeface="Times New Roman" panose="02020603050405020304" pitchFamily="18" charset="0"/>
                <a:cs typeface="Times New Roman" panose="02020603050405020304" pitchFamily="18" charset="0"/>
              </a:rPr>
              <a:t>Hand and Power Tools </a:t>
            </a:r>
            <a:endParaRPr lang="pl-PL" sz="5900" dirty="0">
              <a:solidFill>
                <a:srgbClr val="000000"/>
              </a:solidFill>
              <a:effectLst/>
              <a:latin typeface="Times New Roman" panose="02020603050405020304" pitchFamily="18" charset="0"/>
              <a:cs typeface="Times New Roman" panose="02020603050405020304" pitchFamily="18" charset="0"/>
            </a:endParaRPr>
          </a:p>
          <a:p>
            <a:pPr marL="0" marR="0" indent="0" algn="l" fontAlgn="b">
              <a:buNone/>
            </a:pPr>
            <a:r>
              <a:rPr lang="pl-PL" sz="5900" dirty="0" err="1">
                <a:solidFill>
                  <a:srgbClr val="000000"/>
                </a:solidFill>
                <a:effectLst/>
                <a:latin typeface="Times New Roman" panose="02020603050405020304" pitchFamily="18" charset="0"/>
                <a:cs typeface="Times New Roman" panose="02020603050405020304" pitchFamily="18" charset="0"/>
              </a:rPr>
              <a:t>Objectives</a:t>
            </a:r>
            <a:r>
              <a:rPr lang="pl-PL" sz="5900" dirty="0">
                <a:solidFill>
                  <a:srgbClr val="000000"/>
                </a:solidFill>
                <a:effectLst/>
                <a:latin typeface="Times New Roman" panose="02020603050405020304" pitchFamily="18" charset="0"/>
                <a:cs typeface="Times New Roman" panose="02020603050405020304" pitchFamily="18" charset="0"/>
              </a:rPr>
              <a:t>: </a:t>
            </a:r>
            <a:r>
              <a:rPr lang="en-US" sz="5900" dirty="0">
                <a:solidFill>
                  <a:srgbClr val="000000"/>
                </a:solidFill>
                <a:effectLst/>
                <a:latin typeface="Times New Roman" panose="02020603050405020304" pitchFamily="18" charset="0"/>
                <a:cs typeface="Times New Roman" panose="02020603050405020304" pitchFamily="18" charset="0"/>
              </a:rPr>
              <a:t>Acquiring safety standards for operating hand and power tools in a construction environment.</a:t>
            </a:r>
            <a:endParaRPr lang="pl-PL" sz="5900" dirty="0">
              <a:solidFill>
                <a:srgbClr val="000000"/>
              </a:solidFill>
              <a:effectLst/>
              <a:latin typeface="Times New Roman" panose="02020603050405020304" pitchFamily="18" charset="0"/>
              <a:cs typeface="Times New Roman" panose="02020603050405020304" pitchFamily="18" charset="0"/>
            </a:endParaRPr>
          </a:p>
          <a:p>
            <a:pPr marL="0" marR="0" indent="0" algn="l" fontAlgn="b">
              <a:buNone/>
            </a:pPr>
            <a:endParaRPr lang="pl-PL" sz="5900" dirty="0">
              <a:solidFill>
                <a:srgbClr val="000000"/>
              </a:solidFill>
              <a:effectLst/>
              <a:latin typeface="Times New Roman" panose="02020603050405020304" pitchFamily="18" charset="0"/>
              <a:cs typeface="Times New Roman" panose="02020603050405020304" pitchFamily="18" charset="0"/>
            </a:endParaRPr>
          </a:p>
          <a:p>
            <a:pPr marL="0" marR="0" indent="0" algn="l" fontAlgn="b">
              <a:buNone/>
            </a:pPr>
            <a:endParaRPr lang="pl-PL" sz="5900" dirty="0">
              <a:solidFill>
                <a:srgbClr val="000000"/>
              </a:solidFill>
              <a:effectLst/>
              <a:latin typeface="Times New Roman" panose="02020603050405020304" pitchFamily="18" charset="0"/>
              <a:cs typeface="Times New Roman" panose="02020603050405020304" pitchFamily="18" charset="0"/>
            </a:endParaRPr>
          </a:p>
          <a:p>
            <a:pPr marL="0" marR="0" indent="0" algn="l" fontAlgn="b">
              <a:buNone/>
            </a:pPr>
            <a:r>
              <a:rPr lang="pl-PL" sz="5900" dirty="0" err="1">
                <a:solidFill>
                  <a:srgbClr val="000000"/>
                </a:solidFill>
                <a:latin typeface="Times New Roman" panose="02020603050405020304" pitchFamily="18" charset="0"/>
                <a:cs typeface="Times New Roman" panose="02020603050405020304" pitchFamily="18" charset="0"/>
              </a:rPr>
              <a:t>Lesson</a:t>
            </a:r>
            <a:r>
              <a:rPr lang="pl-PL" sz="5900" dirty="0">
                <a:solidFill>
                  <a:srgbClr val="000000"/>
                </a:solidFill>
                <a:latin typeface="Times New Roman" panose="02020603050405020304" pitchFamily="18" charset="0"/>
                <a:cs typeface="Times New Roman" panose="02020603050405020304" pitchFamily="18" charset="0"/>
              </a:rPr>
              <a:t> 18</a:t>
            </a:r>
            <a:r>
              <a:rPr sz="5900" dirty="0">
                <a:solidFill>
                  <a:srgbClr val="000000"/>
                </a:solidFill>
                <a:effectLst/>
                <a:latin typeface="Times New Roman" panose="02020603050405020304" pitchFamily="18" charset="0"/>
                <a:cs typeface="Times New Roman" panose="02020603050405020304" pitchFamily="18" charset="0"/>
              </a:rPr>
              <a:t> </a:t>
            </a:r>
            <a:endParaRPr lang="pl-PL" sz="5900" dirty="0">
              <a:solidFill>
                <a:srgbClr val="000000"/>
              </a:solidFill>
              <a:effectLst/>
              <a:latin typeface="Times New Roman" panose="02020603050405020304" pitchFamily="18" charset="0"/>
              <a:cs typeface="Times New Roman" panose="02020603050405020304" pitchFamily="18" charset="0"/>
            </a:endParaRPr>
          </a:p>
          <a:p>
            <a:pPr marL="0" marR="0" indent="0" algn="l" fontAlgn="b">
              <a:buNone/>
            </a:pPr>
            <a:r>
              <a:rPr lang="pl-PL" sz="5900" dirty="0" err="1">
                <a:solidFill>
                  <a:srgbClr val="000000"/>
                </a:solidFill>
                <a:latin typeface="Times New Roman" panose="02020603050405020304" pitchFamily="18" charset="0"/>
                <a:cs typeface="Times New Roman" panose="02020603050405020304" pitchFamily="18" charset="0"/>
              </a:rPr>
              <a:t>Arranging</a:t>
            </a:r>
            <a:r>
              <a:rPr lang="pl-PL" sz="5900" dirty="0">
                <a:solidFill>
                  <a:srgbClr val="000000"/>
                </a:solidFill>
                <a:latin typeface="Times New Roman" panose="02020603050405020304" pitchFamily="18" charset="0"/>
                <a:cs typeface="Times New Roman" panose="02020603050405020304" pitchFamily="18" charset="0"/>
              </a:rPr>
              <a:t> and </a:t>
            </a:r>
            <a:r>
              <a:rPr lang="pl-PL" sz="5900" dirty="0" err="1">
                <a:solidFill>
                  <a:srgbClr val="000000"/>
                </a:solidFill>
                <a:latin typeface="Times New Roman" panose="02020603050405020304" pitchFamily="18" charset="0"/>
                <a:cs typeface="Times New Roman" panose="02020603050405020304" pitchFamily="18" charset="0"/>
              </a:rPr>
              <a:t>Confirming</a:t>
            </a:r>
            <a:r>
              <a:rPr lang="pl-PL" sz="5900" dirty="0">
                <a:solidFill>
                  <a:srgbClr val="000000"/>
                </a:solidFill>
                <a:latin typeface="Times New Roman" panose="02020603050405020304" pitchFamily="18" charset="0"/>
                <a:cs typeface="Times New Roman" panose="02020603050405020304" pitchFamily="18" charset="0"/>
              </a:rPr>
              <a:t> </a:t>
            </a:r>
            <a:r>
              <a:rPr lang="pl-PL" sz="5900" dirty="0" err="1">
                <a:solidFill>
                  <a:srgbClr val="000000"/>
                </a:solidFill>
                <a:latin typeface="Times New Roman" panose="02020603050405020304" pitchFamily="18" charset="0"/>
                <a:cs typeface="Times New Roman" panose="02020603050405020304" pitchFamily="18" charset="0"/>
              </a:rPr>
              <a:t>Meetings</a:t>
            </a:r>
            <a:r>
              <a:rPr lang="pl-PL" sz="5900" dirty="0">
                <a:solidFill>
                  <a:srgbClr val="000000"/>
                </a:solidFill>
                <a:latin typeface="Times New Roman" panose="02020603050405020304" pitchFamily="18" charset="0"/>
                <a:cs typeface="Times New Roman" panose="02020603050405020304" pitchFamily="18" charset="0"/>
              </a:rPr>
              <a:t> </a:t>
            </a:r>
            <a:r>
              <a:rPr sz="5900" dirty="0">
                <a:effectLst/>
                <a:latin typeface="Times New Roman" panose="02020603050405020304" pitchFamily="18" charset="0"/>
                <a:cs typeface="Times New Roman" panose="02020603050405020304" pitchFamily="18" charset="0"/>
              </a:rPr>
              <a:t> </a:t>
            </a:r>
            <a:endParaRPr lang="pl-PL" sz="5900" dirty="0">
              <a:effectLst/>
              <a:latin typeface="Times New Roman" panose="02020603050405020304" pitchFamily="18" charset="0"/>
              <a:cs typeface="Times New Roman" panose="02020603050405020304" pitchFamily="18" charset="0"/>
            </a:endParaRPr>
          </a:p>
          <a:p>
            <a:pPr marL="0" marR="0" indent="0" algn="l" fontAlgn="b">
              <a:buNone/>
            </a:pPr>
            <a:r>
              <a:rPr lang="pl-PL" sz="5900" dirty="0" err="1">
                <a:latin typeface="Times New Roman" panose="02020603050405020304" pitchFamily="18" charset="0"/>
                <a:cs typeface="Times New Roman" panose="02020603050405020304" pitchFamily="18" charset="0"/>
              </a:rPr>
              <a:t>Objectives</a:t>
            </a:r>
            <a:r>
              <a:rPr lang="pl-PL" sz="5900" dirty="0">
                <a:latin typeface="Times New Roman" panose="02020603050405020304" pitchFamily="18" charset="0"/>
                <a:cs typeface="Times New Roman" panose="02020603050405020304" pitchFamily="18" charset="0"/>
              </a:rPr>
              <a:t>: </a:t>
            </a:r>
            <a:r>
              <a:rPr lang="en-US" sz="5900" dirty="0">
                <a:latin typeface="Times New Roman" panose="02020603050405020304" pitchFamily="18" charset="0"/>
                <a:cs typeface="Times New Roman" panose="02020603050405020304" pitchFamily="18" charset="0"/>
              </a:rPr>
              <a:t>Mastering the standards for organizing, confirming, and documenting technical and business meetings.</a:t>
            </a:r>
            <a:endParaRPr lang="pl-PL" sz="5900" dirty="0">
              <a:latin typeface="Times New Roman" panose="02020603050405020304" pitchFamily="18" charset="0"/>
              <a:cs typeface="Times New Roman" panose="02020603050405020304" pitchFamily="18" charset="0"/>
            </a:endParaRPr>
          </a:p>
          <a:p>
            <a:pPr marL="0" marR="0" indent="0" algn="l" fontAlgn="b">
              <a:buNone/>
            </a:pPr>
            <a:endParaRPr lang="pl-PL" sz="7000" dirty="0">
              <a:effectLst/>
              <a:latin typeface="Times New Roman" panose="02020603050405020304" pitchFamily="18" charset="0"/>
              <a:cs typeface="Times New Roman" panose="02020603050405020304" pitchFamily="18" charset="0"/>
            </a:endParaRPr>
          </a:p>
          <a:p>
            <a:pPr marL="0" marR="0" indent="0" algn="l" fontAlgn="b">
              <a:buNone/>
            </a:pPr>
            <a:endParaRPr lang="pl-PL" sz="7000" dirty="0">
              <a:effectLst/>
              <a:latin typeface="Times New Roman" panose="02020603050405020304" pitchFamily="18" charset="0"/>
              <a:cs typeface="Times New Roman" panose="02020603050405020304" pitchFamily="18" charset="0"/>
            </a:endParaRPr>
          </a:p>
          <a:p>
            <a:pPr marL="0" marR="0" indent="0" algn="l" fontAlgn="b">
              <a:buNone/>
            </a:pPr>
            <a:endParaRPr lang="pl-PL" dirty="0"/>
          </a:p>
        </p:txBody>
      </p:sp>
      <p:sp>
        <p:nvSpPr>
          <p:cNvPr id="5" name="Symbol zastępczy numeru slajdu 4">
            <a:extLst>
              <a:ext uri="{FF2B5EF4-FFF2-40B4-BE49-F238E27FC236}">
                <a16:creationId xmlns:a16="http://schemas.microsoft.com/office/drawing/2014/main" id="{9578654C-6D91-8597-F923-AF59082D9401}"/>
              </a:ext>
            </a:extLst>
          </p:cNvPr>
          <p:cNvSpPr>
            <a:spLocks noGrp="1"/>
          </p:cNvSpPr>
          <p:nvPr>
            <p:ph type="sldNum" sz="quarter" idx="12"/>
          </p:nvPr>
        </p:nvSpPr>
        <p:spPr/>
        <p:txBody>
          <a:bodyPr/>
          <a:lstStyle/>
          <a:p>
            <a:pPr rtl="0"/>
            <a:fld id="{AEAA3239-9EA4-4A65-A281-97F994456D9F}" type="slidenum">
              <a:rPr lang="en-US" smtClean="0"/>
              <a:t>8</a:t>
            </a:fld>
            <a:endParaRPr lang="en-US" dirty="0"/>
          </a:p>
        </p:txBody>
      </p:sp>
    </p:spTree>
    <p:extLst>
      <p:ext uri="{BB962C8B-B14F-4D97-AF65-F5344CB8AC3E}">
        <p14:creationId xmlns:p14="http://schemas.microsoft.com/office/powerpoint/2010/main" val="20518979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Symbol zastępczy zawartości 5">
            <a:extLst>
              <a:ext uri="{FF2B5EF4-FFF2-40B4-BE49-F238E27FC236}">
                <a16:creationId xmlns:a16="http://schemas.microsoft.com/office/drawing/2014/main" id="{1357872B-363D-4A71-8613-5474DC86A36D}"/>
              </a:ext>
            </a:extLst>
          </p:cNvPr>
          <p:cNvPicPr>
            <a:picLocks noGrp="1" noChangeAspect="1"/>
          </p:cNvPicPr>
          <p:nvPr>
            <p:ph sz="quarter" idx="15"/>
          </p:nvPr>
        </p:nvPicPr>
        <p:blipFill>
          <a:blip r:embed="rId3">
            <a:extLst>
              <a:ext uri="{96DAC541-7B7A-43D3-8B79-37D633B846F1}">
                <asvg:svgBlip xmlns:asvg="http://schemas.microsoft.com/office/drawing/2016/SVG/main" r:embed="rId4"/>
              </a:ext>
            </a:extLst>
          </a:blip>
          <a:stretch>
            <a:fillRect/>
          </a:stretch>
        </p:blipFill>
        <p:spPr>
          <a:xfrm>
            <a:off x="0" y="0"/>
            <a:ext cx="12192000" cy="6858000"/>
          </a:xfrm>
          <a:prstGeom prst="rect">
            <a:avLst/>
          </a:prstGeom>
        </p:spPr>
      </p:pic>
      <p:sp>
        <p:nvSpPr>
          <p:cNvPr id="4" name="Symbol zastępczy zawartości 3">
            <a:extLst>
              <a:ext uri="{FF2B5EF4-FFF2-40B4-BE49-F238E27FC236}">
                <a16:creationId xmlns:a16="http://schemas.microsoft.com/office/drawing/2014/main" id="{491D33BB-95FE-3E5A-D3A5-2F31CEBED103}"/>
              </a:ext>
            </a:extLst>
          </p:cNvPr>
          <p:cNvSpPr>
            <a:spLocks noGrp="1"/>
          </p:cNvSpPr>
          <p:nvPr>
            <p:ph sz="quarter" idx="16"/>
          </p:nvPr>
        </p:nvSpPr>
        <p:spPr>
          <a:xfrm>
            <a:off x="625475" y="977900"/>
            <a:ext cx="10534650" cy="5580944"/>
          </a:xfrm>
        </p:spPr>
        <p:txBody>
          <a:bodyPr>
            <a:normAutofit/>
          </a:bodyPr>
          <a:lstStyle/>
          <a:p>
            <a:pPr marL="0" marR="0" indent="0" algn="l" fontAlgn="b">
              <a:buNone/>
            </a:pPr>
            <a:r>
              <a:rPr lang="pl-PL" sz="2800" dirty="0" err="1">
                <a:solidFill>
                  <a:srgbClr val="000000"/>
                </a:solidFill>
                <a:effectLst/>
                <a:latin typeface="Times New Roman" panose="02020603050405020304" pitchFamily="18" charset="0"/>
                <a:cs typeface="Times New Roman" panose="02020603050405020304" pitchFamily="18" charset="0"/>
              </a:rPr>
              <a:t>Lesson</a:t>
            </a:r>
            <a:r>
              <a:rPr lang="pl-PL" sz="2800" dirty="0">
                <a:solidFill>
                  <a:srgbClr val="000000"/>
                </a:solidFill>
                <a:effectLst/>
                <a:latin typeface="Times New Roman" panose="02020603050405020304" pitchFamily="18" charset="0"/>
                <a:cs typeface="Times New Roman" panose="02020603050405020304" pitchFamily="18" charset="0"/>
              </a:rPr>
              <a:t> 19 and 20 </a:t>
            </a:r>
          </a:p>
          <a:p>
            <a:pPr marL="0" marR="0" indent="0" algn="l" fontAlgn="b">
              <a:buNone/>
            </a:pPr>
            <a:r>
              <a:rPr sz="2800" dirty="0">
                <a:solidFill>
                  <a:srgbClr val="000000"/>
                </a:solidFill>
                <a:effectLst/>
                <a:latin typeface="Times New Roman" panose="02020603050405020304" pitchFamily="18" charset="0"/>
                <a:cs typeface="Times New Roman" panose="02020603050405020304" pitchFamily="18" charset="0"/>
              </a:rPr>
              <a:t>Machinery</a:t>
            </a:r>
            <a:r>
              <a:rPr lang="pl-PL" sz="2800" dirty="0">
                <a:solidFill>
                  <a:srgbClr val="000000"/>
                </a:solidFill>
                <a:effectLst/>
                <a:latin typeface="Times New Roman" panose="02020603050405020304" pitchFamily="18" charset="0"/>
                <a:cs typeface="Times New Roman" panose="02020603050405020304" pitchFamily="18" charset="0"/>
              </a:rPr>
              <a:t> and </a:t>
            </a:r>
            <a:r>
              <a:rPr sz="2800" dirty="0">
                <a:solidFill>
                  <a:srgbClr val="000000"/>
                </a:solidFill>
                <a:effectLst/>
                <a:latin typeface="Times New Roman" panose="02020603050405020304" pitchFamily="18" charset="0"/>
                <a:cs typeface="Times New Roman" panose="02020603050405020304" pitchFamily="18" charset="0"/>
              </a:rPr>
              <a:t>Site Management</a:t>
            </a:r>
            <a:endParaRPr lang="pl-PL" sz="2800" dirty="0">
              <a:solidFill>
                <a:srgbClr val="000000"/>
              </a:solidFill>
              <a:effectLst/>
              <a:latin typeface="Times New Roman" panose="02020603050405020304" pitchFamily="18" charset="0"/>
              <a:cs typeface="Times New Roman" panose="02020603050405020304" pitchFamily="18" charset="0"/>
            </a:endParaRPr>
          </a:p>
          <a:p>
            <a:pPr marL="0" indent="0" fontAlgn="b">
              <a:buNone/>
            </a:pPr>
            <a:r>
              <a:rPr lang="pl-PL" sz="2800" dirty="0" err="1">
                <a:solidFill>
                  <a:srgbClr val="000000"/>
                </a:solidFill>
                <a:latin typeface="Times New Roman" panose="02020603050405020304" pitchFamily="18" charset="0"/>
                <a:cs typeface="Times New Roman" panose="02020603050405020304" pitchFamily="18" charset="0"/>
              </a:rPr>
              <a:t>Objectives</a:t>
            </a:r>
            <a:r>
              <a:rPr lang="pl-PL" sz="2800" dirty="0">
                <a:solidFill>
                  <a:srgbClr val="000000"/>
                </a:solidFill>
                <a:latin typeface="Times New Roman" panose="02020603050405020304" pitchFamily="18" charset="0"/>
                <a:cs typeface="Times New Roman" panose="02020603050405020304" pitchFamily="18" charset="0"/>
              </a:rPr>
              <a:t>: </a:t>
            </a:r>
            <a:r>
              <a:rPr lang="en-US" sz="2800" dirty="0">
                <a:solidFill>
                  <a:srgbClr val="000000"/>
                </a:solidFill>
                <a:latin typeface="Times New Roman" panose="02020603050405020304" pitchFamily="18" charset="0"/>
                <a:cs typeface="Times New Roman" panose="02020603050405020304" pitchFamily="18" charset="0"/>
              </a:rPr>
              <a:t>Familiarization with heavy construction machinery types and site management logistics.</a:t>
            </a:r>
            <a:endParaRPr lang="pl-PL" sz="2800" dirty="0">
              <a:latin typeface="Times New Roman" panose="02020603050405020304" pitchFamily="18" charset="0"/>
              <a:cs typeface="Times New Roman" panose="02020603050405020304" pitchFamily="18" charset="0"/>
            </a:endParaRPr>
          </a:p>
          <a:p>
            <a:pPr marL="0" indent="0" fontAlgn="b">
              <a:buNone/>
            </a:pPr>
            <a:endParaRPr lang="pl-PL" sz="2800" dirty="0">
              <a:latin typeface="Times New Roman" panose="02020603050405020304" pitchFamily="18" charset="0"/>
              <a:cs typeface="Times New Roman" panose="02020603050405020304" pitchFamily="18" charset="0"/>
            </a:endParaRPr>
          </a:p>
          <a:p>
            <a:pPr marL="0" indent="0" fontAlgn="b">
              <a:buNone/>
            </a:pPr>
            <a:endParaRPr lang="pl-PL" sz="2800" dirty="0">
              <a:latin typeface="Times New Roman" panose="02020603050405020304" pitchFamily="18" charset="0"/>
              <a:cs typeface="Times New Roman" panose="02020603050405020304" pitchFamily="18" charset="0"/>
            </a:endParaRPr>
          </a:p>
          <a:p>
            <a:pPr marL="0" indent="0" fontAlgn="b">
              <a:buNone/>
            </a:pPr>
            <a:endParaRPr lang="pl-PL" sz="2800" dirty="0">
              <a:latin typeface="Times New Roman" panose="02020603050405020304" pitchFamily="18" charset="0"/>
              <a:cs typeface="Times New Roman" panose="02020603050405020304" pitchFamily="18" charset="0"/>
            </a:endParaRPr>
          </a:p>
          <a:p>
            <a:pPr marL="0" indent="0" fontAlgn="b">
              <a:buNone/>
            </a:pPr>
            <a:r>
              <a:rPr lang="pl-PL" sz="2800" dirty="0" err="1">
                <a:latin typeface="Times New Roman" panose="02020603050405020304" pitchFamily="18" charset="0"/>
                <a:cs typeface="Times New Roman" panose="02020603050405020304" pitchFamily="18" charset="0"/>
              </a:rPr>
              <a:t>Lesson</a:t>
            </a:r>
            <a:r>
              <a:rPr lang="pl-PL" sz="2800" dirty="0">
                <a:latin typeface="Times New Roman" panose="02020603050405020304" pitchFamily="18" charset="0"/>
                <a:cs typeface="Times New Roman" panose="02020603050405020304" pitchFamily="18" charset="0"/>
              </a:rPr>
              <a:t> 21: Professional </a:t>
            </a:r>
            <a:r>
              <a:rPr lang="pl-PL" sz="2800" dirty="0" err="1">
                <a:latin typeface="Times New Roman" panose="02020603050405020304" pitchFamily="18" charset="0"/>
                <a:cs typeface="Times New Roman" panose="02020603050405020304" pitchFamily="18" charset="0"/>
              </a:rPr>
              <a:t>internal</a:t>
            </a:r>
            <a:r>
              <a:rPr lang="pl-PL" sz="2800" dirty="0">
                <a:latin typeface="Times New Roman" panose="02020603050405020304" pitchFamily="18" charset="0"/>
                <a:cs typeface="Times New Roman" panose="02020603050405020304" pitchFamily="18" charset="0"/>
              </a:rPr>
              <a:t> </a:t>
            </a:r>
            <a:r>
              <a:rPr lang="pl-PL" sz="2800" dirty="0" err="1">
                <a:latin typeface="Times New Roman" panose="02020603050405020304" pitchFamily="18" charset="0"/>
                <a:cs typeface="Times New Roman" panose="02020603050405020304" pitchFamily="18" charset="0"/>
              </a:rPr>
              <a:t>company</a:t>
            </a:r>
            <a:r>
              <a:rPr lang="pl-PL" sz="2800" dirty="0">
                <a:latin typeface="Times New Roman" panose="02020603050405020304" pitchFamily="18" charset="0"/>
                <a:cs typeface="Times New Roman" panose="02020603050405020304" pitchFamily="18" charset="0"/>
              </a:rPr>
              <a:t> </a:t>
            </a:r>
            <a:r>
              <a:rPr lang="pl-PL" sz="2800" dirty="0" err="1">
                <a:latin typeface="Times New Roman" panose="02020603050405020304" pitchFamily="18" charset="0"/>
                <a:cs typeface="Times New Roman" panose="02020603050405020304" pitchFamily="18" charset="0"/>
              </a:rPr>
              <a:t>communication</a:t>
            </a:r>
            <a:r>
              <a:rPr lang="pl-PL" sz="2800" dirty="0">
                <a:latin typeface="Times New Roman" panose="02020603050405020304" pitchFamily="18" charset="0"/>
                <a:cs typeface="Times New Roman" panose="02020603050405020304" pitchFamily="18" charset="0"/>
              </a:rPr>
              <a:t> </a:t>
            </a:r>
          </a:p>
          <a:p>
            <a:pPr marL="0" indent="0" fontAlgn="b">
              <a:buNone/>
            </a:pPr>
            <a:r>
              <a:rPr lang="pl-PL" sz="2800" dirty="0" err="1">
                <a:latin typeface="Times New Roman" panose="02020603050405020304" pitchFamily="18" charset="0"/>
                <a:cs typeface="Times New Roman" panose="02020603050405020304" pitchFamily="18" charset="0"/>
              </a:rPr>
              <a:t>Objectives</a:t>
            </a:r>
            <a:r>
              <a:rPr lang="pl-PL" sz="2800" dirty="0">
                <a:latin typeface="Times New Roman" panose="02020603050405020304" pitchFamily="18" charset="0"/>
                <a:cs typeface="Times New Roman" panose="02020603050405020304" pitchFamily="18" charset="0"/>
              </a:rPr>
              <a:t>: </a:t>
            </a:r>
            <a:r>
              <a:rPr lang="pl-PL" sz="2800" dirty="0" err="1">
                <a:latin typeface="Times New Roman" panose="02020603050405020304" pitchFamily="18" charset="0"/>
                <a:cs typeface="Times New Roman" panose="02020603050405020304" pitchFamily="18" charset="0"/>
              </a:rPr>
              <a:t>Implementing</a:t>
            </a:r>
            <a:r>
              <a:rPr lang="pl-PL" sz="2800" dirty="0">
                <a:latin typeface="Times New Roman" panose="02020603050405020304" pitchFamily="18" charset="0"/>
                <a:cs typeface="Times New Roman" panose="02020603050405020304" pitchFamily="18" charset="0"/>
              </a:rPr>
              <a:t> </a:t>
            </a:r>
            <a:r>
              <a:rPr lang="pl-PL" sz="2800" dirty="0" err="1">
                <a:latin typeface="Times New Roman" panose="02020603050405020304" pitchFamily="18" charset="0"/>
                <a:cs typeface="Times New Roman" panose="02020603050405020304" pitchFamily="18" charset="0"/>
              </a:rPr>
              <a:t>best</a:t>
            </a:r>
            <a:r>
              <a:rPr lang="pl-PL" sz="2800" dirty="0">
                <a:latin typeface="Times New Roman" panose="02020603050405020304" pitchFamily="18" charset="0"/>
                <a:cs typeface="Times New Roman" panose="02020603050405020304" pitchFamily="18" charset="0"/>
              </a:rPr>
              <a:t> </a:t>
            </a:r>
            <a:r>
              <a:rPr lang="pl-PL" sz="2800" dirty="0" err="1">
                <a:latin typeface="Times New Roman" panose="02020603050405020304" pitchFamily="18" charset="0"/>
                <a:cs typeface="Times New Roman" panose="02020603050405020304" pitchFamily="18" charset="0"/>
              </a:rPr>
              <a:t>practices</a:t>
            </a:r>
            <a:r>
              <a:rPr lang="pl-PL" sz="2800" dirty="0">
                <a:latin typeface="Times New Roman" panose="02020603050405020304" pitchFamily="18" charset="0"/>
                <a:cs typeface="Times New Roman" panose="02020603050405020304" pitchFamily="18" charset="0"/>
              </a:rPr>
              <a:t> for </a:t>
            </a:r>
            <a:r>
              <a:rPr lang="pl-PL" sz="2800" dirty="0" err="1">
                <a:latin typeface="Times New Roman" panose="02020603050405020304" pitchFamily="18" charset="0"/>
                <a:cs typeface="Times New Roman" panose="02020603050405020304" pitchFamily="18" charset="0"/>
              </a:rPr>
              <a:t>professional</a:t>
            </a:r>
            <a:r>
              <a:rPr lang="pl-PL" sz="2800" dirty="0">
                <a:latin typeface="Times New Roman" panose="02020603050405020304" pitchFamily="18" charset="0"/>
                <a:cs typeface="Times New Roman" panose="02020603050405020304" pitchFamily="18" charset="0"/>
              </a:rPr>
              <a:t> </a:t>
            </a:r>
            <a:r>
              <a:rPr lang="pl-PL" sz="2800" dirty="0" err="1">
                <a:latin typeface="Times New Roman" panose="02020603050405020304" pitchFamily="18" charset="0"/>
                <a:cs typeface="Times New Roman" panose="02020603050405020304" pitchFamily="18" charset="0"/>
              </a:rPr>
              <a:t>internal</a:t>
            </a:r>
            <a:r>
              <a:rPr lang="pl-PL" sz="2800" dirty="0">
                <a:latin typeface="Times New Roman" panose="02020603050405020304" pitchFamily="18" charset="0"/>
                <a:cs typeface="Times New Roman" panose="02020603050405020304" pitchFamily="18" charset="0"/>
              </a:rPr>
              <a:t> </a:t>
            </a:r>
            <a:r>
              <a:rPr lang="pl-PL" sz="2800" dirty="0" err="1">
                <a:latin typeface="Times New Roman" panose="02020603050405020304" pitchFamily="18" charset="0"/>
                <a:cs typeface="Times New Roman" panose="02020603050405020304" pitchFamily="18" charset="0"/>
              </a:rPr>
              <a:t>corporate</a:t>
            </a:r>
            <a:r>
              <a:rPr lang="pl-PL" sz="2800" dirty="0">
                <a:latin typeface="Times New Roman" panose="02020603050405020304" pitchFamily="18" charset="0"/>
                <a:cs typeface="Times New Roman" panose="02020603050405020304" pitchFamily="18" charset="0"/>
              </a:rPr>
              <a:t> </a:t>
            </a:r>
            <a:r>
              <a:rPr lang="pl-PL" sz="2800" dirty="0" err="1">
                <a:latin typeface="Times New Roman" panose="02020603050405020304" pitchFamily="18" charset="0"/>
                <a:cs typeface="Times New Roman" panose="02020603050405020304" pitchFamily="18" charset="0"/>
              </a:rPr>
              <a:t>communication</a:t>
            </a:r>
            <a:r>
              <a:rPr lang="pl-PL" sz="2800" dirty="0">
                <a:latin typeface="Times New Roman" panose="02020603050405020304" pitchFamily="18" charset="0"/>
                <a:cs typeface="Times New Roman" panose="02020603050405020304" pitchFamily="18" charset="0"/>
              </a:rPr>
              <a:t>.</a:t>
            </a:r>
          </a:p>
          <a:p>
            <a:pPr marL="0" indent="0" fontAlgn="b">
              <a:buNone/>
            </a:pPr>
            <a:endParaRPr lang="pl-PL" sz="2800" dirty="0"/>
          </a:p>
          <a:p>
            <a:pPr marL="0" indent="0" fontAlgn="b">
              <a:buNone/>
            </a:pPr>
            <a:endParaRPr lang="pl-PL" sz="2800" dirty="0"/>
          </a:p>
          <a:p>
            <a:pPr marL="0" indent="0" fontAlgn="b">
              <a:buNone/>
            </a:pPr>
            <a:endParaRPr lang="en-US" sz="2800" dirty="0"/>
          </a:p>
          <a:p>
            <a:pPr marL="0" marR="0" indent="0" algn="l" fontAlgn="b">
              <a:buNone/>
            </a:pPr>
            <a:endParaRPr lang="pl-PL" sz="2800" dirty="0">
              <a:solidFill>
                <a:srgbClr val="000000"/>
              </a:solidFill>
              <a:latin typeface="Times New Roman" panose="02020603050405020304" pitchFamily="18" charset="0"/>
              <a:cs typeface="Times New Roman" panose="02020603050405020304" pitchFamily="18" charset="0"/>
            </a:endParaRPr>
          </a:p>
          <a:p>
            <a:pPr marL="0" marR="0" indent="0" algn="l" fontAlgn="b">
              <a:buNone/>
            </a:pPr>
            <a:endParaRPr lang="pl-PL" sz="2800" dirty="0">
              <a:solidFill>
                <a:srgbClr val="000000"/>
              </a:solidFill>
              <a:effectLst/>
              <a:latin typeface="Times New Roman" panose="02020603050405020304" pitchFamily="18" charset="0"/>
              <a:cs typeface="Times New Roman" panose="02020603050405020304" pitchFamily="18" charset="0"/>
            </a:endParaRPr>
          </a:p>
          <a:p>
            <a:pPr marL="0" marR="0" indent="0" algn="l" fontAlgn="b">
              <a:buNone/>
            </a:pPr>
            <a:endParaRPr lang="pl-PL" sz="2800" dirty="0">
              <a:latin typeface="Times New Roman" panose="02020603050405020304" pitchFamily="18" charset="0"/>
              <a:cs typeface="Times New Roman" panose="02020603050405020304" pitchFamily="18" charset="0"/>
            </a:endParaRPr>
          </a:p>
        </p:txBody>
      </p:sp>
      <p:sp>
        <p:nvSpPr>
          <p:cNvPr id="5" name="Symbol zastępczy numeru slajdu 4">
            <a:extLst>
              <a:ext uri="{FF2B5EF4-FFF2-40B4-BE49-F238E27FC236}">
                <a16:creationId xmlns:a16="http://schemas.microsoft.com/office/drawing/2014/main" id="{94F7E5C7-A49A-6B01-E121-BDAB685A5E24}"/>
              </a:ext>
            </a:extLst>
          </p:cNvPr>
          <p:cNvSpPr>
            <a:spLocks noGrp="1"/>
          </p:cNvSpPr>
          <p:nvPr>
            <p:ph type="sldNum" sz="quarter" idx="12"/>
          </p:nvPr>
        </p:nvSpPr>
        <p:spPr/>
        <p:txBody>
          <a:bodyPr/>
          <a:lstStyle/>
          <a:p>
            <a:pPr rtl="0"/>
            <a:fld id="{AEAA3239-9EA4-4A65-A281-97F994456D9F}" type="slidenum">
              <a:rPr lang="en-US" smtClean="0"/>
              <a:t>9</a:t>
            </a:fld>
            <a:endParaRPr lang="en-US" dirty="0"/>
          </a:p>
        </p:txBody>
      </p:sp>
    </p:spTree>
    <p:extLst>
      <p:ext uri="{BB962C8B-B14F-4D97-AF65-F5344CB8AC3E}">
        <p14:creationId xmlns:p14="http://schemas.microsoft.com/office/powerpoint/2010/main" val="39255479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A22B3A-4A56-3A21-2121-4993DD258480}"/>
            </a:ext>
          </a:extLst>
        </p:cNvPr>
        <p:cNvGrpSpPr/>
        <p:nvPr/>
      </p:nvGrpSpPr>
      <p:grpSpPr>
        <a:xfrm>
          <a:off x="0" y="0"/>
          <a:ext cx="0" cy="0"/>
          <a:chOff x="0" y="0"/>
          <a:chExt cx="0" cy="0"/>
        </a:xfrm>
      </p:grpSpPr>
      <p:pic>
        <p:nvPicPr>
          <p:cNvPr id="6" name="Symbol zastępczy zawartości 5">
            <a:extLst>
              <a:ext uri="{FF2B5EF4-FFF2-40B4-BE49-F238E27FC236}">
                <a16:creationId xmlns:a16="http://schemas.microsoft.com/office/drawing/2014/main" id="{D3233A11-9BCE-A5A0-3B43-A14449D2536C}"/>
              </a:ext>
            </a:extLst>
          </p:cNvPr>
          <p:cNvPicPr>
            <a:picLocks noGrp="1" noChangeAspect="1"/>
          </p:cNvPicPr>
          <p:nvPr>
            <p:ph sz="quarter" idx="15"/>
          </p:nvPr>
        </p:nvPicPr>
        <p:blipFill>
          <a:blip r:embed="rId3">
            <a:extLst>
              <a:ext uri="{96DAC541-7B7A-43D3-8B79-37D633B846F1}">
                <asvg:svgBlip xmlns:asvg="http://schemas.microsoft.com/office/drawing/2016/SVG/main" r:embed="rId4"/>
              </a:ext>
            </a:extLst>
          </a:blip>
          <a:stretch>
            <a:fillRect/>
          </a:stretch>
        </p:blipFill>
        <p:spPr>
          <a:xfrm>
            <a:off x="0" y="0"/>
            <a:ext cx="12192000" cy="6858000"/>
          </a:xfrm>
          <a:prstGeom prst="rect">
            <a:avLst/>
          </a:prstGeom>
        </p:spPr>
      </p:pic>
      <p:sp>
        <p:nvSpPr>
          <p:cNvPr id="4" name="Symbol zastępczy zawartości 3">
            <a:extLst>
              <a:ext uri="{FF2B5EF4-FFF2-40B4-BE49-F238E27FC236}">
                <a16:creationId xmlns:a16="http://schemas.microsoft.com/office/drawing/2014/main" id="{CA2E3E8A-6308-66A3-E155-CD9160958633}"/>
              </a:ext>
            </a:extLst>
          </p:cNvPr>
          <p:cNvSpPr>
            <a:spLocks noGrp="1"/>
          </p:cNvSpPr>
          <p:nvPr>
            <p:ph sz="quarter" idx="16"/>
          </p:nvPr>
        </p:nvSpPr>
        <p:spPr>
          <a:xfrm>
            <a:off x="625475" y="977900"/>
            <a:ext cx="10534650" cy="4689122"/>
          </a:xfrm>
        </p:spPr>
        <p:txBody>
          <a:bodyPr>
            <a:normAutofit fontScale="92500" lnSpcReduction="20000"/>
          </a:bodyPr>
          <a:lstStyle/>
          <a:p>
            <a:pPr marL="0" marR="0" indent="0" algn="l" fontAlgn="b">
              <a:buNone/>
            </a:pPr>
            <a:r>
              <a:rPr lang="pl-PL" sz="3000" dirty="0" err="1">
                <a:effectLst/>
                <a:latin typeface="Times New Roman" panose="02020603050405020304" pitchFamily="18" charset="0"/>
                <a:cs typeface="Times New Roman" panose="02020603050405020304" pitchFamily="18" charset="0"/>
              </a:rPr>
              <a:t>Lesson</a:t>
            </a:r>
            <a:r>
              <a:rPr lang="pl-PL" sz="3000" dirty="0">
                <a:effectLst/>
                <a:latin typeface="Times New Roman" panose="02020603050405020304" pitchFamily="18" charset="0"/>
                <a:cs typeface="Times New Roman" panose="02020603050405020304" pitchFamily="18" charset="0"/>
              </a:rPr>
              <a:t> </a:t>
            </a:r>
            <a:r>
              <a:rPr lang="pl-PL" sz="3000" dirty="0">
                <a:latin typeface="Times New Roman" panose="02020603050405020304" pitchFamily="18" charset="0"/>
                <a:cs typeface="Times New Roman" panose="02020603050405020304" pitchFamily="18" charset="0"/>
              </a:rPr>
              <a:t>21</a:t>
            </a:r>
            <a:r>
              <a:rPr lang="pl-PL" sz="3000" dirty="0">
                <a:effectLst/>
                <a:latin typeface="Times New Roman" panose="02020603050405020304" pitchFamily="18" charset="0"/>
                <a:cs typeface="Times New Roman" panose="02020603050405020304" pitchFamily="18" charset="0"/>
              </a:rPr>
              <a:t> and 22 </a:t>
            </a:r>
          </a:p>
          <a:p>
            <a:pPr marL="0" indent="0" fontAlgn="b">
              <a:buNone/>
            </a:pPr>
            <a:r>
              <a:rPr lang="pl-PL" sz="3000" dirty="0" err="1">
                <a:latin typeface="Times New Roman" panose="02020603050405020304" pitchFamily="18" charset="0"/>
                <a:cs typeface="Times New Roman" panose="02020603050405020304" pitchFamily="18" charset="0"/>
              </a:rPr>
              <a:t>Building</a:t>
            </a:r>
            <a:r>
              <a:rPr lang="pl-PL" sz="3000" dirty="0">
                <a:latin typeface="Times New Roman" panose="02020603050405020304" pitchFamily="18" charset="0"/>
                <a:cs typeface="Times New Roman" panose="02020603050405020304" pitchFamily="18" charset="0"/>
              </a:rPr>
              <a:t> </a:t>
            </a:r>
            <a:r>
              <a:rPr lang="pl-PL" sz="3000" dirty="0" err="1">
                <a:latin typeface="Times New Roman" panose="02020603050405020304" pitchFamily="18" charset="0"/>
                <a:cs typeface="Times New Roman" panose="02020603050405020304" pitchFamily="18" charset="0"/>
              </a:rPr>
              <a:t>Types</a:t>
            </a:r>
            <a:r>
              <a:rPr lang="pl-PL" sz="3000" dirty="0">
                <a:latin typeface="Times New Roman" panose="02020603050405020304" pitchFamily="18" charset="0"/>
                <a:cs typeface="Times New Roman" panose="02020603050405020304" pitchFamily="18" charset="0"/>
              </a:rPr>
              <a:t> and </a:t>
            </a:r>
            <a:r>
              <a:rPr lang="pl-PL" sz="3000" dirty="0" err="1">
                <a:latin typeface="Times New Roman" panose="02020603050405020304" pitchFamily="18" charset="0"/>
                <a:cs typeface="Times New Roman" panose="02020603050405020304" pitchFamily="18" charset="0"/>
              </a:rPr>
              <a:t>Earthworks</a:t>
            </a:r>
            <a:endParaRPr lang="pl-PL" sz="3000" dirty="0">
              <a:effectLst/>
              <a:latin typeface="Times New Roman" panose="02020603050405020304" pitchFamily="18" charset="0"/>
              <a:cs typeface="Times New Roman" panose="02020603050405020304" pitchFamily="18" charset="0"/>
            </a:endParaRPr>
          </a:p>
          <a:p>
            <a:pPr marL="0" indent="0" fontAlgn="b">
              <a:buNone/>
            </a:pPr>
            <a:r>
              <a:rPr lang="pl-PL" sz="3000" dirty="0" err="1">
                <a:latin typeface="Times New Roman" panose="02020603050405020304" pitchFamily="18" charset="0"/>
                <a:cs typeface="Times New Roman" panose="02020603050405020304" pitchFamily="18" charset="0"/>
              </a:rPr>
              <a:t>Objectives</a:t>
            </a:r>
            <a:r>
              <a:rPr lang="pl-PL" sz="3000" dirty="0">
                <a:latin typeface="Times New Roman" panose="02020603050405020304" pitchFamily="18" charset="0"/>
                <a:cs typeface="Times New Roman" panose="02020603050405020304" pitchFamily="18" charset="0"/>
              </a:rPr>
              <a:t>: </a:t>
            </a:r>
            <a:r>
              <a:rPr lang="en-US" sz="3000" dirty="0">
                <a:latin typeface="Times New Roman" panose="02020603050405020304" pitchFamily="18" charset="0"/>
                <a:cs typeface="Times New Roman" panose="02020603050405020304" pitchFamily="18" charset="0"/>
              </a:rPr>
              <a:t>Understanding building typology and terrain preparation procedures for earthworks.</a:t>
            </a:r>
            <a:endParaRPr lang="pl-PL" sz="3000" dirty="0">
              <a:latin typeface="Times New Roman" panose="02020603050405020304" pitchFamily="18" charset="0"/>
              <a:cs typeface="Times New Roman" panose="02020603050405020304" pitchFamily="18" charset="0"/>
            </a:endParaRPr>
          </a:p>
          <a:p>
            <a:pPr marL="0" indent="0" fontAlgn="b">
              <a:buNone/>
            </a:pPr>
            <a:endParaRPr lang="pl-PL" sz="3000" dirty="0">
              <a:latin typeface="Times New Roman" panose="02020603050405020304" pitchFamily="18" charset="0"/>
              <a:cs typeface="Times New Roman" panose="02020603050405020304" pitchFamily="18" charset="0"/>
            </a:endParaRPr>
          </a:p>
          <a:p>
            <a:pPr marL="0" indent="0" fontAlgn="b">
              <a:buNone/>
            </a:pPr>
            <a:endParaRPr lang="pl-PL" sz="3000" dirty="0">
              <a:latin typeface="Times New Roman" panose="02020603050405020304" pitchFamily="18" charset="0"/>
              <a:cs typeface="Times New Roman" panose="02020603050405020304" pitchFamily="18" charset="0"/>
            </a:endParaRPr>
          </a:p>
          <a:p>
            <a:pPr marL="0" indent="0" fontAlgn="b">
              <a:buNone/>
            </a:pPr>
            <a:r>
              <a:rPr lang="pl-PL" sz="3000" dirty="0" err="1">
                <a:latin typeface="Times New Roman" panose="02020603050405020304" pitchFamily="18" charset="0"/>
                <a:cs typeface="Times New Roman" panose="02020603050405020304" pitchFamily="18" charset="0"/>
              </a:rPr>
              <a:t>Lesson</a:t>
            </a:r>
            <a:r>
              <a:rPr lang="pl-PL" sz="3000" dirty="0">
                <a:latin typeface="Times New Roman" panose="02020603050405020304" pitchFamily="18" charset="0"/>
                <a:cs typeface="Times New Roman" panose="02020603050405020304" pitchFamily="18" charset="0"/>
              </a:rPr>
              <a:t> 23:</a:t>
            </a:r>
          </a:p>
          <a:p>
            <a:pPr marL="0" indent="0" fontAlgn="b">
              <a:buNone/>
            </a:pPr>
            <a:r>
              <a:rPr lang="en-US" sz="3000" dirty="0">
                <a:latin typeface="Times New Roman" panose="02020603050405020304" pitchFamily="18" charset="0"/>
                <a:cs typeface="Times New Roman" panose="02020603050405020304" pitchFamily="18" charset="0"/>
              </a:rPr>
              <a:t>Correspondence with suppliers and clients</a:t>
            </a:r>
            <a:endParaRPr lang="pl-PL" sz="3000" dirty="0">
              <a:latin typeface="Times New Roman" panose="02020603050405020304" pitchFamily="18" charset="0"/>
              <a:cs typeface="Times New Roman" panose="02020603050405020304" pitchFamily="18" charset="0"/>
            </a:endParaRPr>
          </a:p>
          <a:p>
            <a:pPr marL="0" indent="0" fontAlgn="b">
              <a:buNone/>
            </a:pPr>
            <a:r>
              <a:rPr lang="pl-PL" sz="3000" dirty="0" err="1">
                <a:latin typeface="Times New Roman" panose="02020603050405020304" pitchFamily="18" charset="0"/>
                <a:cs typeface="Times New Roman" panose="02020603050405020304" pitchFamily="18" charset="0"/>
              </a:rPr>
              <a:t>Objectives</a:t>
            </a:r>
            <a:r>
              <a:rPr lang="pl-PL" sz="3000" dirty="0">
                <a:latin typeface="Times New Roman" panose="02020603050405020304" pitchFamily="18" charset="0"/>
                <a:cs typeface="Times New Roman" panose="02020603050405020304" pitchFamily="18" charset="0"/>
              </a:rPr>
              <a:t>: </a:t>
            </a:r>
            <a:r>
              <a:rPr lang="en-US" sz="3000" dirty="0">
                <a:latin typeface="Times New Roman" panose="02020603050405020304" pitchFamily="18" charset="0"/>
                <a:cs typeface="Times New Roman" panose="02020603050405020304" pitchFamily="18" charset="0"/>
              </a:rPr>
              <a:t>Establishing principles for clear and timely external communication with suppliers and strategic clients.</a:t>
            </a:r>
            <a:endParaRPr lang="pl-PL" sz="3000" dirty="0">
              <a:latin typeface="Times New Roman" panose="02020603050405020304" pitchFamily="18" charset="0"/>
              <a:cs typeface="Times New Roman" panose="02020603050405020304" pitchFamily="18" charset="0"/>
            </a:endParaRPr>
          </a:p>
          <a:p>
            <a:pPr marL="0" indent="0" fontAlgn="b">
              <a:buNone/>
            </a:pPr>
            <a:endParaRPr lang="pl-PL" sz="2800" dirty="0"/>
          </a:p>
          <a:p>
            <a:pPr marL="0" indent="0" fontAlgn="b">
              <a:buNone/>
            </a:pPr>
            <a:endParaRPr lang="pl-PL" sz="2800" dirty="0"/>
          </a:p>
          <a:p>
            <a:pPr marL="0" indent="0" fontAlgn="b">
              <a:buNone/>
            </a:pPr>
            <a:endParaRPr lang="en-US" sz="2800" dirty="0"/>
          </a:p>
          <a:p>
            <a:pPr marL="0" marR="0" indent="0" algn="l" fontAlgn="b">
              <a:buNone/>
            </a:pPr>
            <a:endParaRPr lang="pl-PL" sz="2800" dirty="0">
              <a:solidFill>
                <a:srgbClr val="000000"/>
              </a:solidFill>
              <a:latin typeface="Times New Roman" panose="02020603050405020304" pitchFamily="18" charset="0"/>
              <a:cs typeface="Times New Roman" panose="02020603050405020304" pitchFamily="18" charset="0"/>
            </a:endParaRPr>
          </a:p>
          <a:p>
            <a:pPr marL="0" marR="0" indent="0" algn="l" fontAlgn="b">
              <a:buNone/>
            </a:pPr>
            <a:endParaRPr lang="pl-PL" sz="2800" dirty="0">
              <a:solidFill>
                <a:srgbClr val="000000"/>
              </a:solidFill>
              <a:effectLst/>
              <a:latin typeface="Times New Roman" panose="02020603050405020304" pitchFamily="18" charset="0"/>
              <a:cs typeface="Times New Roman" panose="02020603050405020304" pitchFamily="18" charset="0"/>
            </a:endParaRPr>
          </a:p>
          <a:p>
            <a:pPr marL="0" marR="0" indent="0" algn="l" fontAlgn="b">
              <a:buNone/>
            </a:pPr>
            <a:endParaRPr lang="pl-PL" sz="2800" dirty="0">
              <a:latin typeface="Times New Roman" panose="02020603050405020304" pitchFamily="18" charset="0"/>
              <a:cs typeface="Times New Roman" panose="02020603050405020304" pitchFamily="18" charset="0"/>
            </a:endParaRPr>
          </a:p>
        </p:txBody>
      </p:sp>
      <p:sp>
        <p:nvSpPr>
          <p:cNvPr id="5" name="Symbol zastępczy numeru slajdu 4">
            <a:extLst>
              <a:ext uri="{FF2B5EF4-FFF2-40B4-BE49-F238E27FC236}">
                <a16:creationId xmlns:a16="http://schemas.microsoft.com/office/drawing/2014/main" id="{B7542A06-EF12-FA99-C5DE-BADDB824A6AC}"/>
              </a:ext>
            </a:extLst>
          </p:cNvPr>
          <p:cNvSpPr>
            <a:spLocks noGrp="1"/>
          </p:cNvSpPr>
          <p:nvPr>
            <p:ph type="sldNum" sz="quarter" idx="12"/>
          </p:nvPr>
        </p:nvSpPr>
        <p:spPr/>
        <p:txBody>
          <a:bodyPr/>
          <a:lstStyle/>
          <a:p>
            <a:pPr rtl="0"/>
            <a:fld id="{AEAA3239-9EA4-4A65-A281-97F994456D9F}" type="slidenum">
              <a:rPr lang="en-US" smtClean="0"/>
              <a:t>10</a:t>
            </a:fld>
            <a:endParaRPr lang="en-US" dirty="0"/>
          </a:p>
        </p:txBody>
      </p:sp>
    </p:spTree>
    <p:extLst>
      <p:ext uri="{BB962C8B-B14F-4D97-AF65-F5344CB8AC3E}">
        <p14:creationId xmlns:p14="http://schemas.microsoft.com/office/powerpoint/2010/main" val="36869281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B86C5-7C77-61D8-9F6E-61747912314B}"/>
            </a:ext>
          </a:extLst>
        </p:cNvPr>
        <p:cNvGrpSpPr/>
        <p:nvPr/>
      </p:nvGrpSpPr>
      <p:grpSpPr>
        <a:xfrm>
          <a:off x="0" y="0"/>
          <a:ext cx="0" cy="0"/>
          <a:chOff x="0" y="0"/>
          <a:chExt cx="0" cy="0"/>
        </a:xfrm>
      </p:grpSpPr>
      <p:pic>
        <p:nvPicPr>
          <p:cNvPr id="6" name="Symbol zastępczy zawartości 5">
            <a:extLst>
              <a:ext uri="{FF2B5EF4-FFF2-40B4-BE49-F238E27FC236}">
                <a16:creationId xmlns:a16="http://schemas.microsoft.com/office/drawing/2014/main" id="{C892A028-A281-ED2C-C743-2204B6E76E9D}"/>
              </a:ext>
            </a:extLst>
          </p:cNvPr>
          <p:cNvPicPr>
            <a:picLocks noGrp="1" noChangeAspect="1"/>
          </p:cNvPicPr>
          <p:nvPr>
            <p:ph sz="quarter" idx="15"/>
          </p:nvPr>
        </p:nvPicPr>
        <p:blipFill>
          <a:blip r:embed="rId3">
            <a:extLst>
              <a:ext uri="{96DAC541-7B7A-43D3-8B79-37D633B846F1}">
                <asvg:svgBlip xmlns:asvg="http://schemas.microsoft.com/office/drawing/2016/SVG/main" r:embed="rId4"/>
              </a:ext>
            </a:extLst>
          </a:blip>
          <a:stretch>
            <a:fillRect/>
          </a:stretch>
        </p:blipFill>
        <p:spPr>
          <a:xfrm>
            <a:off x="0" y="0"/>
            <a:ext cx="12192000" cy="6858000"/>
          </a:xfrm>
          <a:prstGeom prst="rect">
            <a:avLst/>
          </a:prstGeom>
        </p:spPr>
      </p:pic>
      <p:sp>
        <p:nvSpPr>
          <p:cNvPr id="4" name="Symbol zastępczy zawartości 3">
            <a:extLst>
              <a:ext uri="{FF2B5EF4-FFF2-40B4-BE49-F238E27FC236}">
                <a16:creationId xmlns:a16="http://schemas.microsoft.com/office/drawing/2014/main" id="{2A1D50AD-6A6E-D1EF-B859-66BFED566BA1}"/>
              </a:ext>
            </a:extLst>
          </p:cNvPr>
          <p:cNvSpPr>
            <a:spLocks noGrp="1"/>
          </p:cNvSpPr>
          <p:nvPr>
            <p:ph sz="quarter" idx="16"/>
          </p:nvPr>
        </p:nvSpPr>
        <p:spPr>
          <a:xfrm>
            <a:off x="625475" y="977900"/>
            <a:ext cx="10534650" cy="5321300"/>
          </a:xfrm>
        </p:spPr>
        <p:txBody>
          <a:bodyPr>
            <a:normAutofit/>
          </a:bodyPr>
          <a:lstStyle/>
          <a:p>
            <a:pPr marL="0" marR="0" indent="0" algn="l" fontAlgn="b">
              <a:buNone/>
            </a:pPr>
            <a:r>
              <a:rPr lang="pl-PL" sz="2800" dirty="0" err="1">
                <a:effectLst/>
                <a:latin typeface="Times New Roman" panose="02020603050405020304" pitchFamily="18" charset="0"/>
                <a:cs typeface="Times New Roman" panose="02020603050405020304" pitchFamily="18" charset="0"/>
              </a:rPr>
              <a:t>Lesson</a:t>
            </a:r>
            <a:r>
              <a:rPr lang="pl-PL" sz="2800" dirty="0">
                <a:effectLst/>
                <a:latin typeface="Times New Roman" panose="02020603050405020304" pitchFamily="18" charset="0"/>
                <a:cs typeface="Times New Roman" panose="02020603050405020304" pitchFamily="18" charset="0"/>
              </a:rPr>
              <a:t> </a:t>
            </a:r>
            <a:r>
              <a:rPr lang="pl-PL" sz="2800" dirty="0">
                <a:latin typeface="Times New Roman" panose="02020603050405020304" pitchFamily="18" charset="0"/>
                <a:cs typeface="Times New Roman" panose="02020603050405020304" pitchFamily="18" charset="0"/>
              </a:rPr>
              <a:t>24</a:t>
            </a:r>
            <a:r>
              <a:rPr lang="pl-PL" sz="2800" dirty="0">
                <a:effectLst/>
                <a:latin typeface="Times New Roman" panose="02020603050405020304" pitchFamily="18" charset="0"/>
                <a:cs typeface="Times New Roman" panose="02020603050405020304" pitchFamily="18" charset="0"/>
              </a:rPr>
              <a:t> and 25 </a:t>
            </a:r>
          </a:p>
          <a:p>
            <a:pPr marL="0" marR="0" indent="0" algn="l" fontAlgn="b">
              <a:buNone/>
            </a:pPr>
            <a:r>
              <a:rPr lang="pl-PL" sz="2800" dirty="0" err="1">
                <a:effectLst/>
                <a:latin typeface="Times New Roman" panose="02020603050405020304" pitchFamily="18" charset="0"/>
                <a:cs typeface="Times New Roman" panose="02020603050405020304" pitchFamily="18" charset="0"/>
              </a:rPr>
              <a:t>Walls</a:t>
            </a:r>
            <a:r>
              <a:rPr lang="pl-PL" sz="2800" dirty="0">
                <a:effectLst/>
                <a:latin typeface="Times New Roman" panose="02020603050405020304" pitchFamily="18" charset="0"/>
                <a:cs typeface="Times New Roman" panose="02020603050405020304" pitchFamily="18" charset="0"/>
              </a:rPr>
              <a:t> </a:t>
            </a:r>
          </a:p>
          <a:p>
            <a:pPr marL="0" indent="0" fontAlgn="b">
              <a:buNone/>
            </a:pPr>
            <a:r>
              <a:rPr lang="pl-PL" sz="2800" dirty="0" err="1">
                <a:latin typeface="Times New Roman" panose="02020603050405020304" pitchFamily="18" charset="0"/>
                <a:cs typeface="Times New Roman" panose="02020603050405020304" pitchFamily="18" charset="0"/>
              </a:rPr>
              <a:t>Objectives</a:t>
            </a:r>
            <a:r>
              <a:rPr lang="pl-PL" sz="2800" dirty="0">
                <a:latin typeface="Times New Roman" panose="02020603050405020304" pitchFamily="18" charset="0"/>
                <a:cs typeface="Times New Roman" panose="02020603050405020304" pitchFamily="18" charset="0"/>
              </a:rPr>
              <a:t>: </a:t>
            </a:r>
            <a:r>
              <a:rPr lang="en-US" sz="2800" dirty="0">
                <a:latin typeface="Times New Roman" panose="02020603050405020304" pitchFamily="18" charset="0"/>
                <a:cs typeface="Times New Roman" panose="02020603050405020304" pitchFamily="18" charset="0"/>
              </a:rPr>
              <a:t>Refining criteria for selecting materials for vertical partitions and wall construction.</a:t>
            </a:r>
            <a:endParaRPr lang="pl-PL" sz="2800" dirty="0">
              <a:latin typeface="Times New Roman" panose="02020603050405020304" pitchFamily="18" charset="0"/>
              <a:cs typeface="Times New Roman" panose="02020603050405020304" pitchFamily="18" charset="0"/>
            </a:endParaRPr>
          </a:p>
          <a:p>
            <a:pPr marL="0" indent="0" fontAlgn="b">
              <a:buNone/>
            </a:pPr>
            <a:endParaRPr lang="pl-PL" sz="2800" dirty="0">
              <a:latin typeface="Times New Roman" panose="02020603050405020304" pitchFamily="18" charset="0"/>
              <a:cs typeface="Times New Roman" panose="02020603050405020304" pitchFamily="18" charset="0"/>
            </a:endParaRPr>
          </a:p>
          <a:p>
            <a:pPr marL="0" indent="0" fontAlgn="b">
              <a:buNone/>
            </a:pPr>
            <a:endParaRPr lang="pl-PL" sz="2800" dirty="0">
              <a:latin typeface="Times New Roman" panose="02020603050405020304" pitchFamily="18" charset="0"/>
              <a:cs typeface="Times New Roman" panose="02020603050405020304" pitchFamily="18" charset="0"/>
            </a:endParaRPr>
          </a:p>
          <a:p>
            <a:pPr marL="0" indent="0" fontAlgn="b">
              <a:buNone/>
            </a:pPr>
            <a:r>
              <a:rPr lang="pl-PL" sz="2800" dirty="0" err="1">
                <a:latin typeface="Times New Roman" panose="02020603050405020304" pitchFamily="18" charset="0"/>
                <a:cs typeface="Times New Roman" panose="02020603050405020304" pitchFamily="18" charset="0"/>
              </a:rPr>
              <a:t>Lesson</a:t>
            </a:r>
            <a:r>
              <a:rPr lang="pl-PL" sz="2800" dirty="0">
                <a:latin typeface="Times New Roman" panose="02020603050405020304" pitchFamily="18" charset="0"/>
                <a:cs typeface="Times New Roman" panose="02020603050405020304" pitchFamily="18" charset="0"/>
              </a:rPr>
              <a:t> 26:</a:t>
            </a:r>
          </a:p>
          <a:p>
            <a:pPr marL="0" indent="0" fontAlgn="b">
              <a:buNone/>
            </a:pPr>
            <a:r>
              <a:rPr lang="pl-PL" sz="2800" dirty="0">
                <a:latin typeface="Times New Roman" panose="02020603050405020304" pitchFamily="18" charset="0"/>
                <a:cs typeface="Times New Roman" panose="02020603050405020304" pitchFamily="18" charset="0"/>
              </a:rPr>
              <a:t>Email </a:t>
            </a:r>
            <a:r>
              <a:rPr lang="pl-PL" sz="2800" dirty="0" err="1">
                <a:latin typeface="Times New Roman" panose="02020603050405020304" pitchFamily="18" charset="0"/>
                <a:cs typeface="Times New Roman" panose="02020603050405020304" pitchFamily="18" charset="0"/>
              </a:rPr>
              <a:t>Reports</a:t>
            </a:r>
            <a:r>
              <a:rPr lang="pl-PL" sz="2800" dirty="0">
                <a:latin typeface="Times New Roman" panose="02020603050405020304" pitchFamily="18" charset="0"/>
                <a:cs typeface="Times New Roman" panose="02020603050405020304" pitchFamily="18" charset="0"/>
              </a:rPr>
              <a:t> and </a:t>
            </a:r>
            <a:r>
              <a:rPr lang="pl-PL" sz="2800" dirty="0" err="1">
                <a:latin typeface="Times New Roman" panose="02020603050405020304" pitchFamily="18" charset="0"/>
                <a:cs typeface="Times New Roman" panose="02020603050405020304" pitchFamily="18" charset="0"/>
              </a:rPr>
              <a:t>Summaries</a:t>
            </a:r>
            <a:endParaRPr lang="pl-PL" sz="2800" dirty="0">
              <a:latin typeface="Times New Roman" panose="02020603050405020304" pitchFamily="18" charset="0"/>
              <a:cs typeface="Times New Roman" panose="02020603050405020304" pitchFamily="18" charset="0"/>
            </a:endParaRPr>
          </a:p>
          <a:p>
            <a:pPr marL="0" indent="0" fontAlgn="b">
              <a:buNone/>
            </a:pPr>
            <a:r>
              <a:rPr lang="pl-PL" sz="2800" dirty="0" err="1">
                <a:latin typeface="Times New Roman" panose="02020603050405020304" pitchFamily="18" charset="0"/>
                <a:cs typeface="Times New Roman" panose="02020603050405020304" pitchFamily="18" charset="0"/>
              </a:rPr>
              <a:t>Objectives</a:t>
            </a:r>
            <a:r>
              <a:rPr lang="pl-PL" sz="2800" dirty="0">
                <a:latin typeface="Times New Roman" panose="02020603050405020304" pitchFamily="18" charset="0"/>
                <a:cs typeface="Times New Roman" panose="02020603050405020304" pitchFamily="18" charset="0"/>
              </a:rPr>
              <a:t>: </a:t>
            </a:r>
            <a:r>
              <a:rPr lang="en-US" sz="2800" dirty="0">
                <a:latin typeface="Times New Roman" panose="02020603050405020304" pitchFamily="18" charset="0"/>
                <a:cs typeface="Times New Roman" panose="02020603050405020304" pitchFamily="18" charset="0"/>
              </a:rPr>
              <a:t>Developing the ability to compose concise email reports and executive summaries of work progress.</a:t>
            </a:r>
            <a:endParaRPr lang="pl-PL" sz="2800" dirty="0">
              <a:latin typeface="Times New Roman" panose="02020603050405020304" pitchFamily="18" charset="0"/>
              <a:cs typeface="Times New Roman" panose="02020603050405020304" pitchFamily="18" charset="0"/>
            </a:endParaRPr>
          </a:p>
          <a:p>
            <a:pPr marL="0" indent="0" fontAlgn="b">
              <a:buNone/>
            </a:pPr>
            <a:endParaRPr lang="pl-PL" sz="2800" dirty="0"/>
          </a:p>
          <a:p>
            <a:pPr marL="0" indent="0" fontAlgn="b">
              <a:buNone/>
            </a:pPr>
            <a:endParaRPr lang="en-US" sz="2800" dirty="0"/>
          </a:p>
          <a:p>
            <a:pPr marL="0" marR="0" indent="0" algn="l" fontAlgn="b">
              <a:buNone/>
            </a:pPr>
            <a:endParaRPr lang="pl-PL" sz="2800" dirty="0">
              <a:solidFill>
                <a:srgbClr val="000000"/>
              </a:solidFill>
              <a:latin typeface="Times New Roman" panose="02020603050405020304" pitchFamily="18" charset="0"/>
              <a:cs typeface="Times New Roman" panose="02020603050405020304" pitchFamily="18" charset="0"/>
            </a:endParaRPr>
          </a:p>
          <a:p>
            <a:pPr marL="0" marR="0" indent="0" algn="l" fontAlgn="b">
              <a:buNone/>
            </a:pPr>
            <a:endParaRPr lang="pl-PL" sz="2800" dirty="0">
              <a:solidFill>
                <a:srgbClr val="000000"/>
              </a:solidFill>
              <a:effectLst/>
              <a:latin typeface="Times New Roman" panose="02020603050405020304" pitchFamily="18" charset="0"/>
              <a:cs typeface="Times New Roman" panose="02020603050405020304" pitchFamily="18" charset="0"/>
            </a:endParaRPr>
          </a:p>
          <a:p>
            <a:pPr marL="0" marR="0" indent="0" algn="l" fontAlgn="b">
              <a:buNone/>
            </a:pPr>
            <a:endParaRPr lang="pl-PL" sz="2800" dirty="0">
              <a:latin typeface="Times New Roman" panose="02020603050405020304" pitchFamily="18" charset="0"/>
              <a:cs typeface="Times New Roman" panose="02020603050405020304" pitchFamily="18" charset="0"/>
            </a:endParaRPr>
          </a:p>
        </p:txBody>
      </p:sp>
      <p:sp>
        <p:nvSpPr>
          <p:cNvPr id="5" name="Symbol zastępczy numeru slajdu 4">
            <a:extLst>
              <a:ext uri="{FF2B5EF4-FFF2-40B4-BE49-F238E27FC236}">
                <a16:creationId xmlns:a16="http://schemas.microsoft.com/office/drawing/2014/main" id="{24BA792E-6A7A-086C-8224-7C0E00BC3D36}"/>
              </a:ext>
            </a:extLst>
          </p:cNvPr>
          <p:cNvSpPr>
            <a:spLocks noGrp="1"/>
          </p:cNvSpPr>
          <p:nvPr>
            <p:ph type="sldNum" sz="quarter" idx="12"/>
          </p:nvPr>
        </p:nvSpPr>
        <p:spPr/>
        <p:txBody>
          <a:bodyPr/>
          <a:lstStyle/>
          <a:p>
            <a:pPr rtl="0"/>
            <a:fld id="{AEAA3239-9EA4-4A65-A281-97F994456D9F}" type="slidenum">
              <a:rPr lang="en-US" smtClean="0"/>
              <a:t>11</a:t>
            </a:fld>
            <a:endParaRPr lang="en-US" dirty="0"/>
          </a:p>
        </p:txBody>
      </p:sp>
    </p:spTree>
    <p:extLst>
      <p:ext uri="{BB962C8B-B14F-4D97-AF65-F5344CB8AC3E}">
        <p14:creationId xmlns:p14="http://schemas.microsoft.com/office/powerpoint/2010/main" val="18855958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6E21D-2445-948A-F6B9-23FA04BA15E2}"/>
            </a:ext>
          </a:extLst>
        </p:cNvPr>
        <p:cNvGrpSpPr/>
        <p:nvPr/>
      </p:nvGrpSpPr>
      <p:grpSpPr>
        <a:xfrm>
          <a:off x="0" y="0"/>
          <a:ext cx="0" cy="0"/>
          <a:chOff x="0" y="0"/>
          <a:chExt cx="0" cy="0"/>
        </a:xfrm>
      </p:grpSpPr>
      <p:pic>
        <p:nvPicPr>
          <p:cNvPr id="6" name="Symbol zastępczy zawartości 5">
            <a:extLst>
              <a:ext uri="{FF2B5EF4-FFF2-40B4-BE49-F238E27FC236}">
                <a16:creationId xmlns:a16="http://schemas.microsoft.com/office/drawing/2014/main" id="{27560ACC-013C-AB86-F96B-5BE8A1318F56}"/>
              </a:ext>
            </a:extLst>
          </p:cNvPr>
          <p:cNvPicPr>
            <a:picLocks noGrp="1" noChangeAspect="1"/>
          </p:cNvPicPr>
          <p:nvPr>
            <p:ph sz="quarter" idx="15"/>
          </p:nvPr>
        </p:nvPicPr>
        <p:blipFill>
          <a:blip r:embed="rId3">
            <a:extLst>
              <a:ext uri="{96DAC541-7B7A-43D3-8B79-37D633B846F1}">
                <asvg:svgBlip xmlns:asvg="http://schemas.microsoft.com/office/drawing/2016/SVG/main" r:embed="rId4"/>
              </a:ext>
            </a:extLst>
          </a:blip>
          <a:stretch>
            <a:fillRect/>
          </a:stretch>
        </p:blipFill>
        <p:spPr>
          <a:xfrm>
            <a:off x="0" y="0"/>
            <a:ext cx="12192000" cy="6858000"/>
          </a:xfrm>
          <a:prstGeom prst="rect">
            <a:avLst/>
          </a:prstGeom>
        </p:spPr>
      </p:pic>
      <p:sp>
        <p:nvSpPr>
          <p:cNvPr id="4" name="Symbol zastępczy zawartości 3">
            <a:extLst>
              <a:ext uri="{FF2B5EF4-FFF2-40B4-BE49-F238E27FC236}">
                <a16:creationId xmlns:a16="http://schemas.microsoft.com/office/drawing/2014/main" id="{9D92B9FD-B4F1-94CE-B3B5-C60571B67B62}"/>
              </a:ext>
            </a:extLst>
          </p:cNvPr>
          <p:cNvSpPr>
            <a:spLocks noGrp="1"/>
          </p:cNvSpPr>
          <p:nvPr>
            <p:ph sz="quarter" idx="16"/>
          </p:nvPr>
        </p:nvSpPr>
        <p:spPr>
          <a:xfrm>
            <a:off x="625475" y="977899"/>
            <a:ext cx="10534650" cy="5151967"/>
          </a:xfrm>
        </p:spPr>
        <p:txBody>
          <a:bodyPr>
            <a:normAutofit fontScale="55000" lnSpcReduction="20000"/>
          </a:bodyPr>
          <a:lstStyle/>
          <a:p>
            <a:pPr marL="0" marR="0" indent="0" algn="l" fontAlgn="b">
              <a:buNone/>
            </a:pPr>
            <a:r>
              <a:rPr lang="pl-PL" sz="4500" dirty="0" err="1">
                <a:effectLst/>
                <a:latin typeface="Times New Roman" panose="02020603050405020304" pitchFamily="18" charset="0"/>
                <a:cs typeface="Times New Roman" panose="02020603050405020304" pitchFamily="18" charset="0"/>
              </a:rPr>
              <a:t>Lesson</a:t>
            </a:r>
            <a:r>
              <a:rPr lang="pl-PL" sz="4500" dirty="0">
                <a:effectLst/>
                <a:latin typeface="Times New Roman" panose="02020603050405020304" pitchFamily="18" charset="0"/>
                <a:cs typeface="Times New Roman" panose="02020603050405020304" pitchFamily="18" charset="0"/>
              </a:rPr>
              <a:t> </a:t>
            </a:r>
            <a:r>
              <a:rPr lang="pl-PL" sz="4500" dirty="0">
                <a:latin typeface="Times New Roman" panose="02020603050405020304" pitchFamily="18" charset="0"/>
                <a:cs typeface="Times New Roman" panose="02020603050405020304" pitchFamily="18" charset="0"/>
              </a:rPr>
              <a:t>27</a:t>
            </a:r>
            <a:r>
              <a:rPr lang="pl-PL" sz="4500" dirty="0">
                <a:effectLst/>
                <a:latin typeface="Times New Roman" panose="02020603050405020304" pitchFamily="18" charset="0"/>
                <a:cs typeface="Times New Roman" panose="02020603050405020304" pitchFamily="18" charset="0"/>
              </a:rPr>
              <a:t> and 28 </a:t>
            </a:r>
          </a:p>
          <a:p>
            <a:pPr marL="0" indent="0" fontAlgn="b">
              <a:buNone/>
            </a:pPr>
            <a:r>
              <a:rPr lang="pl-PL" sz="4500" dirty="0" err="1">
                <a:latin typeface="Times New Roman" panose="02020603050405020304" pitchFamily="18" charset="0"/>
                <a:cs typeface="Times New Roman" panose="02020603050405020304" pitchFamily="18" charset="0"/>
              </a:rPr>
              <a:t>Floor</a:t>
            </a:r>
            <a:r>
              <a:rPr lang="pl-PL" sz="4500" dirty="0">
                <a:latin typeface="Times New Roman" panose="02020603050405020304" pitchFamily="18" charset="0"/>
                <a:cs typeface="Times New Roman" panose="02020603050405020304" pitchFamily="18" charset="0"/>
              </a:rPr>
              <a:t> </a:t>
            </a:r>
            <a:r>
              <a:rPr lang="pl-PL" sz="4500" dirty="0" err="1">
                <a:latin typeface="Times New Roman" panose="02020603050405020304" pitchFamily="18" charset="0"/>
                <a:cs typeface="Times New Roman" panose="02020603050405020304" pitchFamily="18" charset="0"/>
              </a:rPr>
              <a:t>Slabs</a:t>
            </a:r>
            <a:endParaRPr lang="pl-PL" sz="4500" dirty="0">
              <a:effectLst/>
              <a:latin typeface="Times New Roman" panose="02020603050405020304" pitchFamily="18" charset="0"/>
              <a:cs typeface="Times New Roman" panose="02020603050405020304" pitchFamily="18" charset="0"/>
            </a:endParaRPr>
          </a:p>
          <a:p>
            <a:pPr marL="0" indent="0" fontAlgn="b">
              <a:buNone/>
            </a:pPr>
            <a:r>
              <a:rPr lang="pl-PL" sz="4500" dirty="0" err="1">
                <a:latin typeface="Times New Roman" panose="02020603050405020304" pitchFamily="18" charset="0"/>
                <a:cs typeface="Times New Roman" panose="02020603050405020304" pitchFamily="18" charset="0"/>
              </a:rPr>
              <a:t>Objectives</a:t>
            </a:r>
            <a:r>
              <a:rPr lang="pl-PL" sz="4500" dirty="0">
                <a:latin typeface="Times New Roman" panose="02020603050405020304" pitchFamily="18" charset="0"/>
                <a:cs typeface="Times New Roman" panose="02020603050405020304" pitchFamily="18" charset="0"/>
              </a:rPr>
              <a:t>: I</a:t>
            </a:r>
            <a:r>
              <a:rPr lang="en-US" sz="4500" dirty="0" err="1">
                <a:latin typeface="Times New Roman" panose="02020603050405020304" pitchFamily="18" charset="0"/>
                <a:cs typeface="Times New Roman" panose="02020603050405020304" pitchFamily="18" charset="0"/>
              </a:rPr>
              <a:t>dentifying</a:t>
            </a:r>
            <a:r>
              <a:rPr lang="en-US" sz="4500" dirty="0">
                <a:latin typeface="Times New Roman" panose="02020603050405020304" pitchFamily="18" charset="0"/>
                <a:cs typeface="Times New Roman" panose="02020603050405020304" pitchFamily="18" charset="0"/>
              </a:rPr>
              <a:t> structural solutions and technologies for floor slab execution.</a:t>
            </a:r>
          </a:p>
          <a:p>
            <a:pPr marL="0" indent="0" fontAlgn="b">
              <a:buNone/>
            </a:pPr>
            <a:endParaRPr lang="pl-PL" sz="4500" dirty="0">
              <a:latin typeface="Times New Roman" panose="02020603050405020304" pitchFamily="18" charset="0"/>
              <a:cs typeface="Times New Roman" panose="02020603050405020304" pitchFamily="18" charset="0"/>
            </a:endParaRPr>
          </a:p>
          <a:p>
            <a:pPr marL="0" indent="0" fontAlgn="b">
              <a:buNone/>
            </a:pPr>
            <a:endParaRPr lang="pl-PL" sz="4500" dirty="0">
              <a:latin typeface="Times New Roman" panose="02020603050405020304" pitchFamily="18" charset="0"/>
              <a:cs typeface="Times New Roman" panose="02020603050405020304" pitchFamily="18" charset="0"/>
            </a:endParaRPr>
          </a:p>
          <a:p>
            <a:pPr marL="0" indent="0" fontAlgn="b">
              <a:buNone/>
            </a:pPr>
            <a:r>
              <a:rPr lang="pl-PL" sz="4500" dirty="0" err="1">
                <a:latin typeface="Times New Roman" panose="02020603050405020304" pitchFamily="18" charset="0"/>
                <a:cs typeface="Times New Roman" panose="02020603050405020304" pitchFamily="18" charset="0"/>
              </a:rPr>
              <a:t>Lesson</a:t>
            </a:r>
            <a:r>
              <a:rPr lang="pl-PL" sz="4500" dirty="0">
                <a:latin typeface="Times New Roman" panose="02020603050405020304" pitchFamily="18" charset="0"/>
                <a:cs typeface="Times New Roman" panose="02020603050405020304" pitchFamily="18" charset="0"/>
              </a:rPr>
              <a:t> 29:</a:t>
            </a:r>
          </a:p>
          <a:p>
            <a:pPr marL="0" indent="0" fontAlgn="b">
              <a:buNone/>
            </a:pPr>
            <a:r>
              <a:rPr lang="pl-PL" sz="4500" dirty="0">
                <a:latin typeface="Times New Roman" panose="02020603050405020304" pitchFamily="18" charset="0"/>
                <a:cs typeface="Times New Roman" panose="02020603050405020304" pitchFamily="18" charset="0"/>
              </a:rPr>
              <a:t>Email </a:t>
            </a:r>
            <a:r>
              <a:rPr lang="pl-PL" sz="4500" dirty="0" err="1">
                <a:latin typeface="Times New Roman" panose="02020603050405020304" pitchFamily="18" charset="0"/>
                <a:cs typeface="Times New Roman" panose="02020603050405020304" pitchFamily="18" charset="0"/>
              </a:rPr>
              <a:t>Negotiations</a:t>
            </a:r>
            <a:endParaRPr lang="pl-PL" sz="4500" dirty="0">
              <a:latin typeface="Times New Roman" panose="02020603050405020304" pitchFamily="18" charset="0"/>
              <a:cs typeface="Times New Roman" panose="02020603050405020304" pitchFamily="18" charset="0"/>
            </a:endParaRPr>
          </a:p>
          <a:p>
            <a:pPr marL="0" indent="0" fontAlgn="b">
              <a:buNone/>
            </a:pPr>
            <a:r>
              <a:rPr lang="pl-PL" sz="4500" dirty="0" err="1">
                <a:latin typeface="Times New Roman" panose="02020603050405020304" pitchFamily="18" charset="0"/>
                <a:cs typeface="Times New Roman" panose="02020603050405020304" pitchFamily="18" charset="0"/>
              </a:rPr>
              <a:t>Objectives:Solving</a:t>
            </a:r>
            <a:r>
              <a:rPr lang="pl-PL" sz="4500" dirty="0">
                <a:latin typeface="Times New Roman" panose="02020603050405020304" pitchFamily="18" charset="0"/>
                <a:cs typeface="Times New Roman" panose="02020603050405020304" pitchFamily="18" charset="0"/>
              </a:rPr>
              <a:t> </a:t>
            </a:r>
            <a:r>
              <a:rPr lang="pl-PL" sz="4500" dirty="0" err="1">
                <a:latin typeface="Times New Roman" panose="02020603050405020304" pitchFamily="18" charset="0"/>
                <a:cs typeface="Times New Roman" panose="02020603050405020304" pitchFamily="18" charset="0"/>
              </a:rPr>
              <a:t>conflicts</a:t>
            </a:r>
            <a:r>
              <a:rPr lang="pl-PL" sz="4500" dirty="0">
                <a:latin typeface="Times New Roman" panose="02020603050405020304" pitchFamily="18" charset="0"/>
                <a:cs typeface="Times New Roman" panose="02020603050405020304" pitchFamily="18" charset="0"/>
              </a:rPr>
              <a:t> </a:t>
            </a:r>
            <a:r>
              <a:rPr lang="pl-PL" sz="4500" dirty="0" err="1">
                <a:latin typeface="Times New Roman" panose="02020603050405020304" pitchFamily="18" charset="0"/>
                <a:cs typeface="Times New Roman" panose="02020603050405020304" pitchFamily="18" charset="0"/>
              </a:rPr>
              <a:t>professionally</a:t>
            </a:r>
            <a:r>
              <a:rPr lang="pl-PL" sz="4500" dirty="0">
                <a:latin typeface="Times New Roman" panose="02020603050405020304" pitchFamily="18" charset="0"/>
                <a:cs typeface="Times New Roman" panose="02020603050405020304" pitchFamily="18" charset="0"/>
              </a:rPr>
              <a:t> </a:t>
            </a:r>
          </a:p>
          <a:p>
            <a:pPr marL="0" indent="0" fontAlgn="b">
              <a:buNone/>
            </a:pPr>
            <a:endParaRPr lang="pl-PL" sz="4500" dirty="0">
              <a:latin typeface="Times New Roman" panose="02020603050405020304" pitchFamily="18" charset="0"/>
              <a:cs typeface="Times New Roman" panose="02020603050405020304" pitchFamily="18" charset="0"/>
            </a:endParaRPr>
          </a:p>
          <a:p>
            <a:pPr marL="0" indent="0" fontAlgn="b">
              <a:buNone/>
            </a:pPr>
            <a:r>
              <a:rPr lang="pl-PL" sz="4500" dirty="0" err="1">
                <a:latin typeface="Times New Roman" panose="02020603050405020304" pitchFamily="18" charset="0"/>
                <a:cs typeface="Times New Roman" panose="02020603050405020304" pitchFamily="18" charset="0"/>
              </a:rPr>
              <a:t>Lesson</a:t>
            </a:r>
            <a:r>
              <a:rPr lang="pl-PL" sz="4500" dirty="0">
                <a:latin typeface="Times New Roman" panose="02020603050405020304" pitchFamily="18" charset="0"/>
                <a:cs typeface="Times New Roman" panose="02020603050405020304" pitchFamily="18" charset="0"/>
              </a:rPr>
              <a:t> 30 </a:t>
            </a:r>
          </a:p>
          <a:p>
            <a:pPr marL="0" indent="0" fontAlgn="b">
              <a:buNone/>
            </a:pPr>
            <a:r>
              <a:rPr lang="pl-PL" sz="4500" dirty="0" err="1">
                <a:latin typeface="Times New Roman" panose="02020603050405020304" pitchFamily="18" charset="0"/>
                <a:cs typeface="Times New Roman" panose="02020603050405020304" pitchFamily="18" charset="0"/>
              </a:rPr>
              <a:t>Summary</a:t>
            </a:r>
            <a:r>
              <a:rPr lang="pl-PL" sz="4500" dirty="0">
                <a:latin typeface="Times New Roman" panose="02020603050405020304" pitchFamily="18" charset="0"/>
                <a:cs typeface="Times New Roman" panose="02020603050405020304" pitchFamily="18" charset="0"/>
              </a:rPr>
              <a:t> of the Course</a:t>
            </a:r>
          </a:p>
          <a:p>
            <a:pPr marL="0" indent="0" fontAlgn="b">
              <a:buNone/>
            </a:pPr>
            <a:endParaRPr lang="pl-PL" sz="3000" dirty="0">
              <a:latin typeface="Times New Roman" panose="02020603050405020304" pitchFamily="18" charset="0"/>
              <a:cs typeface="Times New Roman" panose="02020603050405020304" pitchFamily="18" charset="0"/>
            </a:endParaRPr>
          </a:p>
          <a:p>
            <a:pPr marL="0" indent="0" fontAlgn="b">
              <a:buNone/>
            </a:pPr>
            <a:endParaRPr lang="pl-PL" sz="3000" dirty="0">
              <a:latin typeface="Times New Roman" panose="02020603050405020304" pitchFamily="18" charset="0"/>
              <a:cs typeface="Times New Roman" panose="02020603050405020304" pitchFamily="18" charset="0"/>
            </a:endParaRPr>
          </a:p>
          <a:p>
            <a:pPr marL="0" indent="0" fontAlgn="b">
              <a:buNone/>
            </a:pPr>
            <a:endParaRPr lang="pl-PL" sz="2800" dirty="0"/>
          </a:p>
          <a:p>
            <a:pPr marL="0" indent="0" fontAlgn="b">
              <a:buNone/>
            </a:pPr>
            <a:endParaRPr lang="en-US" sz="2800" dirty="0"/>
          </a:p>
          <a:p>
            <a:pPr marL="0" marR="0" indent="0" algn="l" fontAlgn="b">
              <a:buNone/>
            </a:pPr>
            <a:endParaRPr lang="pl-PL" sz="2800" dirty="0">
              <a:solidFill>
                <a:srgbClr val="000000"/>
              </a:solidFill>
              <a:latin typeface="Times New Roman" panose="02020603050405020304" pitchFamily="18" charset="0"/>
              <a:cs typeface="Times New Roman" panose="02020603050405020304" pitchFamily="18" charset="0"/>
            </a:endParaRPr>
          </a:p>
          <a:p>
            <a:pPr marL="0" marR="0" indent="0" algn="l" fontAlgn="b">
              <a:buNone/>
            </a:pPr>
            <a:endParaRPr lang="pl-PL" sz="2800" dirty="0">
              <a:solidFill>
                <a:srgbClr val="000000"/>
              </a:solidFill>
              <a:effectLst/>
              <a:latin typeface="Times New Roman" panose="02020603050405020304" pitchFamily="18" charset="0"/>
              <a:cs typeface="Times New Roman" panose="02020603050405020304" pitchFamily="18" charset="0"/>
            </a:endParaRPr>
          </a:p>
          <a:p>
            <a:pPr marL="0" marR="0" indent="0" algn="l" fontAlgn="b">
              <a:buNone/>
            </a:pPr>
            <a:endParaRPr lang="pl-PL" sz="2800" dirty="0">
              <a:latin typeface="Times New Roman" panose="02020603050405020304" pitchFamily="18" charset="0"/>
              <a:cs typeface="Times New Roman" panose="02020603050405020304" pitchFamily="18" charset="0"/>
            </a:endParaRPr>
          </a:p>
        </p:txBody>
      </p:sp>
      <p:sp>
        <p:nvSpPr>
          <p:cNvPr id="5" name="Symbol zastępczy numeru slajdu 4">
            <a:extLst>
              <a:ext uri="{FF2B5EF4-FFF2-40B4-BE49-F238E27FC236}">
                <a16:creationId xmlns:a16="http://schemas.microsoft.com/office/drawing/2014/main" id="{3D3D1A5E-CDAC-FEB3-EFE3-849B4366AC1D}"/>
              </a:ext>
            </a:extLst>
          </p:cNvPr>
          <p:cNvSpPr>
            <a:spLocks noGrp="1"/>
          </p:cNvSpPr>
          <p:nvPr>
            <p:ph type="sldNum" sz="quarter" idx="12"/>
          </p:nvPr>
        </p:nvSpPr>
        <p:spPr/>
        <p:txBody>
          <a:bodyPr/>
          <a:lstStyle/>
          <a:p>
            <a:pPr rtl="0"/>
            <a:fld id="{AEAA3239-9EA4-4A65-A281-97F994456D9F}" type="slidenum">
              <a:rPr lang="en-US" smtClean="0"/>
              <a:t>12</a:t>
            </a:fld>
            <a:endParaRPr lang="en-US" dirty="0"/>
          </a:p>
        </p:txBody>
      </p:sp>
    </p:spTree>
    <p:extLst>
      <p:ext uri="{BB962C8B-B14F-4D97-AF65-F5344CB8AC3E}">
        <p14:creationId xmlns:p14="http://schemas.microsoft.com/office/powerpoint/2010/main" val="1975002848"/>
      </p:ext>
    </p:extLst>
  </p:cSld>
  <p:clrMapOvr>
    <a:masterClrMapping/>
  </p:clrMapOvr>
</p:sld>
</file>

<file path=ppt/theme/theme1.xml><?xml version="1.0" encoding="utf-8"?>
<a:theme xmlns:a="http://schemas.openxmlformats.org/drawingml/2006/main" name="Quick study">
  <a:themeElements>
    <a:clrScheme name="Custom 2">
      <a:dk1>
        <a:srgbClr val="000000"/>
      </a:dk1>
      <a:lt1>
        <a:srgbClr val="FFFFFF"/>
      </a:lt1>
      <a:dk2>
        <a:srgbClr val="6B6969"/>
      </a:dk2>
      <a:lt2>
        <a:srgbClr val="FFFEFA"/>
      </a:lt2>
      <a:accent1>
        <a:srgbClr val="DDA151"/>
      </a:accent1>
      <a:accent2>
        <a:srgbClr val="FFD33F"/>
      </a:accent2>
      <a:accent3>
        <a:srgbClr val="E0D9BE"/>
      </a:accent3>
      <a:accent4>
        <a:srgbClr val="0FAE60"/>
      </a:accent4>
      <a:accent5>
        <a:srgbClr val="2B8AD4"/>
      </a:accent5>
      <a:accent6>
        <a:srgbClr val="E1612E"/>
      </a:accent6>
      <a:hlink>
        <a:srgbClr val="467886"/>
      </a:hlink>
      <a:folHlink>
        <a:srgbClr val="96607D"/>
      </a:folHlink>
    </a:clrScheme>
    <a:fontScheme name="Quick study">
      <a:majorFont>
        <a:latin typeface="Mongolian Baiti"/>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Quick Study_win32_SD_V3" id="{7862D38F-3918-4751-8FC9-94B33112EE2E}" vid="{93E1B6CF-9AF6-4335-9490-2BAB09E8861E}"/>
    </a:ext>
  </a:ext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Pakiet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78</TotalTime>
  <Words>447</Words>
  <Application>Microsoft Office PowerPoint</Application>
  <PresentationFormat>Panoramiczny</PresentationFormat>
  <Paragraphs>140</Paragraphs>
  <Slides>12</Slides>
  <Notes>12</Notes>
  <HiddenSlides>0</HiddenSlides>
  <MMClips>0</MMClips>
  <ScaleCrop>false</ScaleCrop>
  <HeadingPairs>
    <vt:vector size="6" baseType="variant">
      <vt:variant>
        <vt:lpstr>Używane czcionki</vt:lpstr>
      </vt:variant>
      <vt:variant>
        <vt:i4>6</vt:i4>
      </vt:variant>
      <vt:variant>
        <vt:lpstr>Motyw</vt:lpstr>
      </vt:variant>
      <vt:variant>
        <vt:i4>1</vt:i4>
      </vt:variant>
      <vt:variant>
        <vt:lpstr>Tytuły slajdów</vt:lpstr>
      </vt:variant>
      <vt:variant>
        <vt:i4>12</vt:i4>
      </vt:variant>
    </vt:vector>
  </HeadingPairs>
  <TitlesOfParts>
    <vt:vector size="19" baseType="lpstr">
      <vt:lpstr>Aptos</vt:lpstr>
      <vt:lpstr>Arial</vt:lpstr>
      <vt:lpstr>Avenir</vt:lpstr>
      <vt:lpstr>Avenir Next LT Pro</vt:lpstr>
      <vt:lpstr>Mongolian Baiti</vt:lpstr>
      <vt:lpstr>Times New Roman</vt:lpstr>
      <vt:lpstr>Quick study</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Aleksandra Giebień</dc:creator>
  <cp:lastModifiedBy>Aleksandra Giebień</cp:lastModifiedBy>
  <cp:revision>1</cp:revision>
  <dcterms:created xsi:type="dcterms:W3CDTF">2026-02-04T19:14:54Z</dcterms:created>
  <dcterms:modified xsi:type="dcterms:W3CDTF">2026-02-08T16:02:32Z</dcterms:modified>
</cp:coreProperties>
</file>