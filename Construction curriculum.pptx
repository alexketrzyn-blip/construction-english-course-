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61" r:id="rId2"/>
    <p:sldId id="2562" r:id="rId3"/>
    <p:sldId id="2563" r:id="rId4"/>
    <p:sldId id="2567" r:id="rId5"/>
    <p:sldId id="2571" r:id="rId6"/>
    <p:sldId id="2575" r:id="rId7"/>
    <p:sldId id="2596" r:id="rId8"/>
    <p:sldId id="2597" r:id="rId9"/>
    <p:sldId id="2583" r:id="rId10"/>
    <p:sldId id="2598" r:id="rId11"/>
    <p:sldId id="2599" r:id="rId12"/>
    <p:sldId id="2600" r:id="rId13"/>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mprehensive Course Schedule: Integrating Civil Engineering Fundamentals with Professional Correspondence Skills (30 Lessons)" id="{BAF8AE5D-7472-4947-A496-F1A8B01E03C6}">
          <p14:sldIdLst>
            <p14:sldId id="2561"/>
            <p14:sldId id="2562"/>
            <p14:sldId id="2563"/>
            <p14:sldId id="2567"/>
            <p14:sldId id="2571"/>
            <p14:sldId id="2575"/>
            <p14:sldId id="2596"/>
            <p14:sldId id="2597"/>
            <p14:sldId id="2583"/>
            <p14:sldId id="2598"/>
            <p14:sldId id="2599"/>
            <p14:sldId id="260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D518D5-CDC9-4581-AE7C-A229D38CA68C}" v="25" dt="2026-02-04T20:17:44.7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072" autoAdjust="0"/>
  </p:normalViewPr>
  <p:slideViewPr>
    <p:cSldViewPr snapToGrid="0">
      <p:cViewPr varScale="1">
        <p:scale>
          <a:sx n="68" d="100"/>
          <a:sy n="68" d="100"/>
        </p:scale>
        <p:origin x="1262" y="278"/>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ksandra Giebień" userId="c5dd5123b3ed5494" providerId="LiveId" clId="{BD7726C1-84D8-4E14-9EAC-65ED136E6EC0}"/>
    <pc:docChg chg="undo custSel addSld delSld modSld sldOrd delSection modSection">
      <pc:chgData name="Aleksandra Giebień" userId="c5dd5123b3ed5494" providerId="LiveId" clId="{BD7726C1-84D8-4E14-9EAC-65ED136E6EC0}" dt="2026-02-06T10:43:31.871" v="1635" actId="20577"/>
      <pc:docMkLst>
        <pc:docMk/>
      </pc:docMkLst>
      <pc:sldChg chg="modSp mod modNotesTx">
        <pc:chgData name="Aleksandra Giebień" userId="c5dd5123b3ed5494" providerId="LiveId" clId="{BD7726C1-84D8-4E14-9EAC-65ED136E6EC0}" dt="2026-02-06T10:41:53.264" v="1616" actId="20577"/>
        <pc:sldMkLst>
          <pc:docMk/>
          <pc:sldMk cId="3135236350" sldId="2561"/>
        </pc:sldMkLst>
        <pc:spChg chg="mod">
          <ac:chgData name="Aleksandra Giebień" userId="c5dd5123b3ed5494" providerId="LiveId" clId="{BD7726C1-84D8-4E14-9EAC-65ED136E6EC0}" dt="2026-02-04T19:35:13.968" v="253" actId="27636"/>
          <ac:spMkLst>
            <pc:docMk/>
            <pc:sldMk cId="3135236350" sldId="2561"/>
            <ac:spMk id="8" creationId="{D0424F0B-B51B-43F4-B3C7-76CC29CC49E6}"/>
          </ac:spMkLst>
        </pc:spChg>
      </pc:sldChg>
      <pc:sldChg chg="modSp mod modNotesTx">
        <pc:chgData name="Aleksandra Giebień" userId="c5dd5123b3ed5494" providerId="LiveId" clId="{BD7726C1-84D8-4E14-9EAC-65ED136E6EC0}" dt="2026-02-06T10:42:00.891" v="1618" actId="20577"/>
        <pc:sldMkLst>
          <pc:docMk/>
          <pc:sldMk cId="84835036" sldId="2562"/>
        </pc:sldMkLst>
        <pc:spChg chg="mod">
          <ac:chgData name="Aleksandra Giebień" userId="c5dd5123b3ed5494" providerId="LiveId" clId="{BD7726C1-84D8-4E14-9EAC-65ED136E6EC0}" dt="2026-02-04T19:33:54.131" v="99" actId="20577"/>
          <ac:spMkLst>
            <pc:docMk/>
            <pc:sldMk cId="84835036" sldId="2562"/>
            <ac:spMk id="8" creationId="{CF526543-EC06-4B06-A7D5-CC9C75ECBE02}"/>
          </ac:spMkLst>
        </pc:spChg>
        <pc:spChg chg="mod">
          <ac:chgData name="Aleksandra Giebień" userId="c5dd5123b3ed5494" providerId="LiveId" clId="{BD7726C1-84D8-4E14-9EAC-65ED136E6EC0}" dt="2026-02-04T19:37:59.088" v="359" actId="5793"/>
          <ac:spMkLst>
            <pc:docMk/>
            <pc:sldMk cId="84835036" sldId="2562"/>
            <ac:spMk id="9" creationId="{0F784F8A-9B60-4DC1-99F0-646981C952AE}"/>
          </ac:spMkLst>
        </pc:spChg>
        <pc:picChg chg="mod">
          <ac:chgData name="Aleksandra Giebień" userId="c5dd5123b3ed5494" providerId="LiveId" clId="{BD7726C1-84D8-4E14-9EAC-65ED136E6EC0}" dt="2026-02-04T19:32:25.178" v="4" actId="1076"/>
          <ac:picMkLst>
            <pc:docMk/>
            <pc:sldMk cId="84835036" sldId="2562"/>
            <ac:picMk id="6" creationId="{DDE4C7EC-0EED-4324-83CB-47E6BA24B45F}"/>
          </ac:picMkLst>
        </pc:picChg>
      </pc:sldChg>
      <pc:sldChg chg="modSp mod modNotesTx">
        <pc:chgData name="Aleksandra Giebień" userId="c5dd5123b3ed5494" providerId="LiveId" clId="{BD7726C1-84D8-4E14-9EAC-65ED136E6EC0}" dt="2026-02-06T10:42:15.131" v="1621" actId="20577"/>
        <pc:sldMkLst>
          <pc:docMk/>
          <pc:sldMk cId="4155119248" sldId="2563"/>
        </pc:sldMkLst>
        <pc:spChg chg="mod">
          <ac:chgData name="Aleksandra Giebień" userId="c5dd5123b3ed5494" providerId="LiveId" clId="{BD7726C1-84D8-4E14-9EAC-65ED136E6EC0}" dt="2026-02-06T10:39:09.222" v="1561" actId="20577"/>
          <ac:spMkLst>
            <pc:docMk/>
            <pc:sldMk cId="4155119248" sldId="2563"/>
            <ac:spMk id="4" creationId="{836F07B5-0955-17FE-2371-80DD24ADA6E1}"/>
          </ac:spMkLst>
        </pc:spChg>
      </pc:sldChg>
      <pc:sldChg chg="modSp mod modNotesTx">
        <pc:chgData name="Aleksandra Giebień" userId="c5dd5123b3ed5494" providerId="LiveId" clId="{BD7726C1-84D8-4E14-9EAC-65ED136E6EC0}" dt="2026-02-06T10:42:22.113" v="1622" actId="20577"/>
        <pc:sldMkLst>
          <pc:docMk/>
          <pc:sldMk cId="663667880" sldId="2567"/>
        </pc:sldMkLst>
        <pc:spChg chg="mod">
          <ac:chgData name="Aleksandra Giebień" userId="c5dd5123b3ed5494" providerId="LiveId" clId="{BD7726C1-84D8-4E14-9EAC-65ED136E6EC0}" dt="2026-02-06T10:39:44.311" v="1595" actId="20577"/>
          <ac:spMkLst>
            <pc:docMk/>
            <pc:sldMk cId="663667880" sldId="2567"/>
            <ac:spMk id="4" creationId="{5D4E2AF7-647F-959B-5590-727132478A79}"/>
          </ac:spMkLst>
        </pc:spChg>
      </pc:sldChg>
      <pc:sldChg chg="modSp mod modNotesTx">
        <pc:chgData name="Aleksandra Giebień" userId="c5dd5123b3ed5494" providerId="LiveId" clId="{BD7726C1-84D8-4E14-9EAC-65ED136E6EC0}" dt="2026-02-06T10:43:11.189" v="1630" actId="20577"/>
        <pc:sldMkLst>
          <pc:docMk/>
          <pc:sldMk cId="2664234229" sldId="2571"/>
        </pc:sldMkLst>
        <pc:spChg chg="mod">
          <ac:chgData name="Aleksandra Giebień" userId="c5dd5123b3ed5494" providerId="LiveId" clId="{BD7726C1-84D8-4E14-9EAC-65ED136E6EC0}" dt="2026-02-06T10:40:06.740" v="1606" actId="20577"/>
          <ac:spMkLst>
            <pc:docMk/>
            <pc:sldMk cId="2664234229" sldId="2571"/>
            <ac:spMk id="4" creationId="{243AA24A-BC45-289D-D63F-23529A32AF01}"/>
          </ac:spMkLst>
        </pc:spChg>
      </pc:sldChg>
      <pc:sldChg chg="modSp mod ord modNotesTx">
        <pc:chgData name="Aleksandra Giebień" userId="c5dd5123b3ed5494" providerId="LiveId" clId="{BD7726C1-84D8-4E14-9EAC-65ED136E6EC0}" dt="2026-02-06T10:43:14.755" v="1631" actId="20577"/>
        <pc:sldMkLst>
          <pc:docMk/>
          <pc:sldMk cId="2415313807" sldId="2575"/>
        </pc:sldMkLst>
        <pc:spChg chg="mod">
          <ac:chgData name="Aleksandra Giebień" userId="c5dd5123b3ed5494" providerId="LiveId" clId="{BD7726C1-84D8-4E14-9EAC-65ED136E6EC0}" dt="2026-02-04T19:55:40.240" v="748" actId="20577"/>
          <ac:spMkLst>
            <pc:docMk/>
            <pc:sldMk cId="2415313807" sldId="2575"/>
            <ac:spMk id="4" creationId="{D09C4F79-F02D-61D4-4B6E-642D2B31A4F5}"/>
          </ac:spMkLst>
        </pc:spChg>
      </pc:sldChg>
      <pc:sldChg chg="modSp mod modNotesTx">
        <pc:chgData name="Aleksandra Giebień" userId="c5dd5123b3ed5494" providerId="LiveId" clId="{BD7726C1-84D8-4E14-9EAC-65ED136E6EC0}" dt="2026-02-06T10:43:28.165" v="1634" actId="20577"/>
        <pc:sldMkLst>
          <pc:docMk/>
          <pc:sldMk cId="3925547947" sldId="2583"/>
        </pc:sldMkLst>
        <pc:spChg chg="mod">
          <ac:chgData name="Aleksandra Giebień" userId="c5dd5123b3ed5494" providerId="LiveId" clId="{BD7726C1-84D8-4E14-9EAC-65ED136E6EC0}" dt="2026-02-06T10:41:10.655" v="1611" actId="255"/>
          <ac:spMkLst>
            <pc:docMk/>
            <pc:sldMk cId="3925547947" sldId="2583"/>
            <ac:spMk id="4" creationId="{491D33BB-95FE-3E5A-D3A5-2F31CEBED103}"/>
          </ac:spMkLst>
        </pc:spChg>
      </pc:sldChg>
      <pc:sldChg chg="modSp add mod modNotesTx">
        <pc:chgData name="Aleksandra Giebień" userId="c5dd5123b3ed5494" providerId="LiveId" clId="{BD7726C1-84D8-4E14-9EAC-65ED136E6EC0}" dt="2026-02-06T10:43:19.582" v="1632" actId="20577"/>
        <pc:sldMkLst>
          <pc:docMk/>
          <pc:sldMk cId="336145524" sldId="2596"/>
        </pc:sldMkLst>
        <pc:spChg chg="mod">
          <ac:chgData name="Aleksandra Giebień" userId="c5dd5123b3ed5494" providerId="LiveId" clId="{BD7726C1-84D8-4E14-9EAC-65ED136E6EC0}" dt="2026-02-04T20:01:36.200" v="964" actId="20577"/>
          <ac:spMkLst>
            <pc:docMk/>
            <pc:sldMk cId="336145524" sldId="2596"/>
            <ac:spMk id="4" creationId="{CE4FAFD4-84AA-BBA9-C4CB-FBFF925168AB}"/>
          </ac:spMkLst>
        </pc:spChg>
      </pc:sldChg>
      <pc:sldChg chg="modSp add mod modNotesTx">
        <pc:chgData name="Aleksandra Giebień" userId="c5dd5123b3ed5494" providerId="LiveId" clId="{BD7726C1-84D8-4E14-9EAC-65ED136E6EC0}" dt="2026-02-06T10:43:23.422" v="1633" actId="20577"/>
        <pc:sldMkLst>
          <pc:docMk/>
          <pc:sldMk cId="2051897941" sldId="2597"/>
        </pc:sldMkLst>
        <pc:spChg chg="mod">
          <ac:chgData name="Aleksandra Giebień" userId="c5dd5123b3ed5494" providerId="LiveId" clId="{BD7726C1-84D8-4E14-9EAC-65ED136E6EC0}" dt="2026-02-04T20:03:26.660" v="1069" actId="20577"/>
          <ac:spMkLst>
            <pc:docMk/>
            <pc:sldMk cId="2051897941" sldId="2597"/>
            <ac:spMk id="4" creationId="{CA09246F-35D1-ED8C-7A1E-6419521D4F34}"/>
          </ac:spMkLst>
        </pc:spChg>
      </pc:sldChg>
      <pc:sldChg chg="modSp add mod modNotesTx">
        <pc:chgData name="Aleksandra Giebień" userId="c5dd5123b3ed5494" providerId="LiveId" clId="{BD7726C1-84D8-4E14-9EAC-65ED136E6EC0}" dt="2026-02-06T10:43:31.871" v="1635" actId="20577"/>
        <pc:sldMkLst>
          <pc:docMk/>
          <pc:sldMk cId="3686928184" sldId="2598"/>
        </pc:sldMkLst>
        <pc:spChg chg="mod">
          <ac:chgData name="Aleksandra Giebień" userId="c5dd5123b3ed5494" providerId="LiveId" clId="{BD7726C1-84D8-4E14-9EAC-65ED136E6EC0}" dt="2026-02-04T20:14:47.992" v="1388" actId="20577"/>
          <ac:spMkLst>
            <pc:docMk/>
            <pc:sldMk cId="3686928184" sldId="2598"/>
            <ac:spMk id="4" creationId="{CA2E3E8A-6308-66A3-E155-CD9160958633}"/>
          </ac:spMkLst>
        </pc:spChg>
        <pc:picChg chg="mod">
          <ac:chgData name="Aleksandra Giebień" userId="c5dd5123b3ed5494" providerId="LiveId" clId="{BD7726C1-84D8-4E14-9EAC-65ED136E6EC0}" dt="2026-02-04T20:10:21.227" v="1231" actId="1076"/>
          <ac:picMkLst>
            <pc:docMk/>
            <pc:sldMk cId="3686928184" sldId="2598"/>
            <ac:picMk id="6" creationId="{D3233A11-9BCE-A5A0-3B43-A14449D2536C}"/>
          </ac:picMkLst>
        </pc:picChg>
      </pc:sldChg>
      <pc:sldChg chg="modSp add mod modNotesTx">
        <pc:chgData name="Aleksandra Giebień" userId="c5dd5123b3ed5494" providerId="LiveId" clId="{BD7726C1-84D8-4E14-9EAC-65ED136E6EC0}" dt="2026-02-06T10:41:38.707" v="1614" actId="20577"/>
        <pc:sldMkLst>
          <pc:docMk/>
          <pc:sldMk cId="1885595869" sldId="2599"/>
        </pc:sldMkLst>
        <pc:spChg chg="mod">
          <ac:chgData name="Aleksandra Giebień" userId="c5dd5123b3ed5494" providerId="LiveId" clId="{BD7726C1-84D8-4E14-9EAC-65ED136E6EC0}" dt="2026-02-06T10:41:33.579" v="1613" actId="27636"/>
          <ac:spMkLst>
            <pc:docMk/>
            <pc:sldMk cId="1885595869" sldId="2599"/>
            <ac:spMk id="4" creationId="{2A1D50AD-6A6E-D1EF-B859-66BFED566BA1}"/>
          </ac:spMkLst>
        </pc:spChg>
      </pc:sldChg>
      <pc:sldChg chg="modSp add mod modNotesTx">
        <pc:chgData name="Aleksandra Giebień" userId="c5dd5123b3ed5494" providerId="LiveId" clId="{BD7726C1-84D8-4E14-9EAC-65ED136E6EC0}" dt="2026-02-06T10:41:48.168" v="1615" actId="20577"/>
        <pc:sldMkLst>
          <pc:docMk/>
          <pc:sldMk cId="1975002848" sldId="2600"/>
        </pc:sldMkLst>
        <pc:spChg chg="mod">
          <ac:chgData name="Aleksandra Giebień" userId="c5dd5123b3ed5494" providerId="LiveId" clId="{BD7726C1-84D8-4E14-9EAC-65ED136E6EC0}" dt="2026-02-04T20:20:11.193" v="1552" actId="20577"/>
          <ac:spMkLst>
            <pc:docMk/>
            <pc:sldMk cId="1975002848" sldId="2600"/>
            <ac:spMk id="4" creationId="{9D92B9FD-B4F1-94CE-B3B5-C60571B67B6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l-PL"/>
          </a:p>
        </p:txBody>
      </p:sp>
      <p:sp>
        <p:nvSpPr>
          <p:cNvPr id="3" name="Symbol zastępczy dat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4755B3-19B2-411A-942E-1B27BF35623F}" type="datetimeFigureOut">
              <a:rPr lang="pl-PL" smtClean="0"/>
              <a:t>06.02.2026</a:t>
            </a:fld>
            <a:endParaRPr lang="pl-PL"/>
          </a:p>
        </p:txBody>
      </p:sp>
      <p:sp>
        <p:nvSpPr>
          <p:cNvPr id="4" name="Symbol zastępczy obrazu slajd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l-PL"/>
          </a:p>
        </p:txBody>
      </p:sp>
      <p:sp>
        <p:nvSpPr>
          <p:cNvPr id="5" name="Symbol zastępczy notatek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6" name="Symbol zastępczy stop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l-PL"/>
          </a:p>
        </p:txBody>
      </p:sp>
      <p:sp>
        <p:nvSpPr>
          <p:cNvPr id="7" name="Symbol zastępczy numeru slajd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559CA6-D403-4D73-8C0E-85028C62BB4E}" type="slidenum">
              <a:rPr lang="pl-PL" smtClean="0"/>
              <a:t>‹#›</a:t>
            </a:fld>
            <a:endParaRPr lang="pl-PL"/>
          </a:p>
        </p:txBody>
      </p:sp>
    </p:spTree>
    <p:extLst>
      <p:ext uri="{BB962C8B-B14F-4D97-AF65-F5344CB8AC3E}">
        <p14:creationId xmlns:p14="http://schemas.microsoft.com/office/powerpoint/2010/main" val="25896838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dirty="0"/>
          </a:p>
        </p:txBody>
      </p:sp>
      <p:sp>
        <p:nvSpPr>
          <p:cNvPr id="4" name="Symbol zastępczy numeru slajdu 3"/>
          <p:cNvSpPr>
            <a:spLocks noGrp="1"/>
          </p:cNvSpPr>
          <p:nvPr>
            <p:ph type="sldNum" sz="quarter" idx="5"/>
          </p:nvPr>
        </p:nvSpPr>
        <p:spPr/>
        <p:txBody>
          <a:bodyPr/>
          <a:lstStyle/>
          <a:p>
            <a:fld id="{18BE5DAC-A57C-4F50-B978-4CAC9E8F4B9B}" type="slidenum">
              <a:rPr lang="pl-PL" smtClean="0"/>
              <a:t>1</a:t>
            </a:fld>
            <a:endParaRPr lang="pl-PL"/>
          </a:p>
        </p:txBody>
      </p:sp>
    </p:spTree>
    <p:extLst>
      <p:ext uri="{BB962C8B-B14F-4D97-AF65-F5344CB8AC3E}">
        <p14:creationId xmlns:p14="http://schemas.microsoft.com/office/powerpoint/2010/main" val="27174954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dirty="0"/>
          </a:p>
        </p:txBody>
      </p:sp>
      <p:sp>
        <p:nvSpPr>
          <p:cNvPr id="4" name="Symbol zastępczy numeru slajdu 3"/>
          <p:cNvSpPr>
            <a:spLocks noGrp="1"/>
          </p:cNvSpPr>
          <p:nvPr>
            <p:ph type="sldNum" sz="quarter" idx="5"/>
          </p:nvPr>
        </p:nvSpPr>
        <p:spPr/>
        <p:txBody>
          <a:bodyPr/>
          <a:lstStyle/>
          <a:p>
            <a:fld id="{18BE5DAC-A57C-4F50-B978-4CAC9E8F4B9B}" type="slidenum">
              <a:rPr lang="pl-PL" smtClean="0"/>
              <a:t>2</a:t>
            </a:fld>
            <a:endParaRPr lang="pl-PL"/>
          </a:p>
        </p:txBody>
      </p:sp>
    </p:spTree>
    <p:extLst>
      <p:ext uri="{BB962C8B-B14F-4D97-AF65-F5344CB8AC3E}">
        <p14:creationId xmlns:p14="http://schemas.microsoft.com/office/powerpoint/2010/main" val="40942728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dirty="0"/>
          </a:p>
        </p:txBody>
      </p:sp>
      <p:sp>
        <p:nvSpPr>
          <p:cNvPr id="4" name="Symbol zastępczy numeru slajdu 3"/>
          <p:cNvSpPr>
            <a:spLocks noGrp="1"/>
          </p:cNvSpPr>
          <p:nvPr>
            <p:ph type="sldNum" sz="quarter" idx="5"/>
          </p:nvPr>
        </p:nvSpPr>
        <p:spPr/>
        <p:txBody>
          <a:bodyPr/>
          <a:lstStyle/>
          <a:p>
            <a:fld id="{18BE5DAC-A57C-4F50-B978-4CAC9E8F4B9B}" type="slidenum">
              <a:rPr lang="pl-PL" smtClean="0"/>
              <a:t>3</a:t>
            </a:fld>
            <a:endParaRPr lang="pl-PL"/>
          </a:p>
        </p:txBody>
      </p:sp>
    </p:spTree>
    <p:extLst>
      <p:ext uri="{BB962C8B-B14F-4D97-AF65-F5344CB8AC3E}">
        <p14:creationId xmlns:p14="http://schemas.microsoft.com/office/powerpoint/2010/main" val="28811297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dirty="0"/>
          </a:p>
        </p:txBody>
      </p:sp>
      <p:sp>
        <p:nvSpPr>
          <p:cNvPr id="4" name="Symbol zastępczy numeru slajdu 3"/>
          <p:cNvSpPr>
            <a:spLocks noGrp="1"/>
          </p:cNvSpPr>
          <p:nvPr>
            <p:ph type="sldNum" sz="quarter" idx="5"/>
          </p:nvPr>
        </p:nvSpPr>
        <p:spPr/>
        <p:txBody>
          <a:bodyPr/>
          <a:lstStyle/>
          <a:p>
            <a:fld id="{18BE5DAC-A57C-4F50-B978-4CAC9E8F4B9B}" type="slidenum">
              <a:rPr lang="pl-PL" smtClean="0"/>
              <a:t>4</a:t>
            </a:fld>
            <a:endParaRPr lang="pl-PL"/>
          </a:p>
        </p:txBody>
      </p:sp>
    </p:spTree>
    <p:extLst>
      <p:ext uri="{BB962C8B-B14F-4D97-AF65-F5344CB8AC3E}">
        <p14:creationId xmlns:p14="http://schemas.microsoft.com/office/powerpoint/2010/main" val="22741430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dirty="0"/>
          </a:p>
        </p:txBody>
      </p:sp>
      <p:sp>
        <p:nvSpPr>
          <p:cNvPr id="4" name="Symbol zastępczy numeru slajdu 3"/>
          <p:cNvSpPr>
            <a:spLocks noGrp="1"/>
          </p:cNvSpPr>
          <p:nvPr>
            <p:ph type="sldNum" sz="quarter" idx="5"/>
          </p:nvPr>
        </p:nvSpPr>
        <p:spPr/>
        <p:txBody>
          <a:bodyPr/>
          <a:lstStyle/>
          <a:p>
            <a:fld id="{18BE5DAC-A57C-4F50-B978-4CAC9E8F4B9B}" type="slidenum">
              <a:rPr lang="pl-PL" smtClean="0"/>
              <a:t>5</a:t>
            </a:fld>
            <a:endParaRPr lang="pl-PL"/>
          </a:p>
        </p:txBody>
      </p:sp>
    </p:spTree>
    <p:extLst>
      <p:ext uri="{BB962C8B-B14F-4D97-AF65-F5344CB8AC3E}">
        <p14:creationId xmlns:p14="http://schemas.microsoft.com/office/powerpoint/2010/main" val="23503321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dirty="0"/>
          </a:p>
        </p:txBody>
      </p:sp>
      <p:sp>
        <p:nvSpPr>
          <p:cNvPr id="4" name="Symbol zastępczy numeru slajdu 3"/>
          <p:cNvSpPr>
            <a:spLocks noGrp="1"/>
          </p:cNvSpPr>
          <p:nvPr>
            <p:ph type="sldNum" sz="quarter" idx="5"/>
          </p:nvPr>
        </p:nvSpPr>
        <p:spPr/>
        <p:txBody>
          <a:bodyPr/>
          <a:lstStyle/>
          <a:p>
            <a:fld id="{18BE5DAC-A57C-4F50-B978-4CAC9E8F4B9B}" type="slidenum">
              <a:rPr lang="pl-PL" smtClean="0"/>
              <a:t>6</a:t>
            </a:fld>
            <a:endParaRPr lang="pl-PL"/>
          </a:p>
        </p:txBody>
      </p:sp>
    </p:spTree>
    <p:extLst>
      <p:ext uri="{BB962C8B-B14F-4D97-AF65-F5344CB8AC3E}">
        <p14:creationId xmlns:p14="http://schemas.microsoft.com/office/powerpoint/2010/main" val="4031283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DFA20-CF2A-46F2-17A2-DBB203F47486}"/>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77E704A1-2145-3D1A-E4C7-819F04D7E182}"/>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B7D6AAB4-776B-0AB6-3677-CC74E03391CE}"/>
              </a:ext>
            </a:extLst>
          </p:cNvPr>
          <p:cNvSpPr>
            <a:spLocks noGrp="1"/>
          </p:cNvSpPr>
          <p:nvPr>
            <p:ph type="body" idx="1"/>
          </p:nvPr>
        </p:nvSpPr>
        <p:spPr/>
        <p:txBody>
          <a:bodyPr/>
          <a:lstStyle/>
          <a:p>
            <a:endParaRPr lang="pl-PL" dirty="0"/>
          </a:p>
        </p:txBody>
      </p:sp>
      <p:sp>
        <p:nvSpPr>
          <p:cNvPr id="4" name="Symbol zastępczy numeru slajdu 3">
            <a:extLst>
              <a:ext uri="{FF2B5EF4-FFF2-40B4-BE49-F238E27FC236}">
                <a16:creationId xmlns:a16="http://schemas.microsoft.com/office/drawing/2014/main" id="{218EB68F-A072-0EE2-C6B9-E8AAE2639D44}"/>
              </a:ext>
            </a:extLst>
          </p:cNvPr>
          <p:cNvSpPr>
            <a:spLocks noGrp="1"/>
          </p:cNvSpPr>
          <p:nvPr>
            <p:ph type="sldNum" sz="quarter" idx="5"/>
          </p:nvPr>
        </p:nvSpPr>
        <p:spPr/>
        <p:txBody>
          <a:bodyPr/>
          <a:lstStyle/>
          <a:p>
            <a:fld id="{18BE5DAC-A57C-4F50-B978-4CAC9E8F4B9B}" type="slidenum">
              <a:rPr lang="pl-PL" smtClean="0"/>
              <a:t>7</a:t>
            </a:fld>
            <a:endParaRPr lang="pl-PL"/>
          </a:p>
        </p:txBody>
      </p:sp>
    </p:spTree>
    <p:extLst>
      <p:ext uri="{BB962C8B-B14F-4D97-AF65-F5344CB8AC3E}">
        <p14:creationId xmlns:p14="http://schemas.microsoft.com/office/powerpoint/2010/main" val="33461364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DCDA2-22ED-A18E-0157-D764C510C671}"/>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E2630ADA-A20E-DB4D-935D-85334D55741D}"/>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0EFB0BA5-DFC4-CD2A-2593-81FD6314D598}"/>
              </a:ext>
            </a:extLst>
          </p:cNvPr>
          <p:cNvSpPr>
            <a:spLocks noGrp="1"/>
          </p:cNvSpPr>
          <p:nvPr>
            <p:ph type="body" idx="1"/>
          </p:nvPr>
        </p:nvSpPr>
        <p:spPr/>
        <p:txBody>
          <a:bodyPr/>
          <a:lstStyle/>
          <a:p>
            <a:endParaRPr lang="pl-PL" dirty="0"/>
          </a:p>
        </p:txBody>
      </p:sp>
      <p:sp>
        <p:nvSpPr>
          <p:cNvPr id="4" name="Symbol zastępczy numeru slajdu 3">
            <a:extLst>
              <a:ext uri="{FF2B5EF4-FFF2-40B4-BE49-F238E27FC236}">
                <a16:creationId xmlns:a16="http://schemas.microsoft.com/office/drawing/2014/main" id="{D94540A9-D7BC-3EF8-23B1-14BFA5FBE195}"/>
              </a:ext>
            </a:extLst>
          </p:cNvPr>
          <p:cNvSpPr>
            <a:spLocks noGrp="1"/>
          </p:cNvSpPr>
          <p:nvPr>
            <p:ph type="sldNum" sz="quarter" idx="5"/>
          </p:nvPr>
        </p:nvSpPr>
        <p:spPr/>
        <p:txBody>
          <a:bodyPr/>
          <a:lstStyle/>
          <a:p>
            <a:fld id="{18BE5DAC-A57C-4F50-B978-4CAC9E8F4B9B}" type="slidenum">
              <a:rPr lang="pl-PL" smtClean="0"/>
              <a:t>8</a:t>
            </a:fld>
            <a:endParaRPr lang="pl-PL"/>
          </a:p>
        </p:txBody>
      </p:sp>
    </p:spTree>
    <p:extLst>
      <p:ext uri="{BB962C8B-B14F-4D97-AF65-F5344CB8AC3E}">
        <p14:creationId xmlns:p14="http://schemas.microsoft.com/office/powerpoint/2010/main" val="1531731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dirty="0"/>
          </a:p>
        </p:txBody>
      </p:sp>
      <p:sp>
        <p:nvSpPr>
          <p:cNvPr id="4" name="Symbol zastępczy numeru slajdu 3"/>
          <p:cNvSpPr>
            <a:spLocks noGrp="1"/>
          </p:cNvSpPr>
          <p:nvPr>
            <p:ph type="sldNum" sz="quarter" idx="5"/>
          </p:nvPr>
        </p:nvSpPr>
        <p:spPr/>
        <p:txBody>
          <a:bodyPr/>
          <a:lstStyle/>
          <a:p>
            <a:fld id="{18BE5DAC-A57C-4F50-B978-4CAC9E8F4B9B}" type="slidenum">
              <a:rPr lang="pl-PL" smtClean="0"/>
              <a:t>9</a:t>
            </a:fld>
            <a:endParaRPr lang="pl-PL"/>
          </a:p>
        </p:txBody>
      </p:sp>
    </p:spTree>
    <p:extLst>
      <p:ext uri="{BB962C8B-B14F-4D97-AF65-F5344CB8AC3E}">
        <p14:creationId xmlns:p14="http://schemas.microsoft.com/office/powerpoint/2010/main" val="31616597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63032-E780-2126-3C2F-23D2E9638D5B}"/>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22127A7B-475E-213C-464E-50064AB77EC1}"/>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CE06AF3A-6E10-DCB7-18FF-6D1AD9277E2B}"/>
              </a:ext>
            </a:extLst>
          </p:cNvPr>
          <p:cNvSpPr>
            <a:spLocks noGrp="1"/>
          </p:cNvSpPr>
          <p:nvPr>
            <p:ph type="body" idx="1"/>
          </p:nvPr>
        </p:nvSpPr>
        <p:spPr/>
        <p:txBody>
          <a:bodyPr/>
          <a:lstStyle/>
          <a:p>
            <a:endParaRPr lang="pl-PL" dirty="0"/>
          </a:p>
        </p:txBody>
      </p:sp>
      <p:sp>
        <p:nvSpPr>
          <p:cNvPr id="4" name="Symbol zastępczy numeru slajdu 3">
            <a:extLst>
              <a:ext uri="{FF2B5EF4-FFF2-40B4-BE49-F238E27FC236}">
                <a16:creationId xmlns:a16="http://schemas.microsoft.com/office/drawing/2014/main" id="{E2877C67-C581-14DC-1A63-6465D4CE0AF3}"/>
              </a:ext>
            </a:extLst>
          </p:cNvPr>
          <p:cNvSpPr>
            <a:spLocks noGrp="1"/>
          </p:cNvSpPr>
          <p:nvPr>
            <p:ph type="sldNum" sz="quarter" idx="5"/>
          </p:nvPr>
        </p:nvSpPr>
        <p:spPr/>
        <p:txBody>
          <a:bodyPr/>
          <a:lstStyle/>
          <a:p>
            <a:fld id="{18BE5DAC-A57C-4F50-B978-4CAC9E8F4B9B}" type="slidenum">
              <a:rPr lang="pl-PL" smtClean="0"/>
              <a:t>10</a:t>
            </a:fld>
            <a:endParaRPr lang="pl-PL"/>
          </a:p>
        </p:txBody>
      </p:sp>
    </p:spTree>
    <p:extLst>
      <p:ext uri="{BB962C8B-B14F-4D97-AF65-F5344CB8AC3E}">
        <p14:creationId xmlns:p14="http://schemas.microsoft.com/office/powerpoint/2010/main" val="40041275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969B0-AB3F-5E22-DC68-5E710FEF3DAE}"/>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7C94B271-BEEA-0DD2-336C-75DF8CE6B4D6}"/>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CE67F755-CC33-82AE-C8D2-2E18300E78B7}"/>
              </a:ext>
            </a:extLst>
          </p:cNvPr>
          <p:cNvSpPr>
            <a:spLocks noGrp="1"/>
          </p:cNvSpPr>
          <p:nvPr>
            <p:ph type="body" idx="1"/>
          </p:nvPr>
        </p:nvSpPr>
        <p:spPr/>
        <p:txBody>
          <a:bodyPr/>
          <a:lstStyle/>
          <a:p>
            <a:endParaRPr lang="pl-PL" dirty="0"/>
          </a:p>
        </p:txBody>
      </p:sp>
      <p:sp>
        <p:nvSpPr>
          <p:cNvPr id="4" name="Symbol zastępczy numeru slajdu 3">
            <a:extLst>
              <a:ext uri="{FF2B5EF4-FFF2-40B4-BE49-F238E27FC236}">
                <a16:creationId xmlns:a16="http://schemas.microsoft.com/office/drawing/2014/main" id="{4AD3EEFC-693C-2FEC-3FF4-C6972E48F558}"/>
              </a:ext>
            </a:extLst>
          </p:cNvPr>
          <p:cNvSpPr>
            <a:spLocks noGrp="1"/>
          </p:cNvSpPr>
          <p:nvPr>
            <p:ph type="sldNum" sz="quarter" idx="5"/>
          </p:nvPr>
        </p:nvSpPr>
        <p:spPr/>
        <p:txBody>
          <a:bodyPr/>
          <a:lstStyle/>
          <a:p>
            <a:fld id="{18BE5DAC-A57C-4F50-B978-4CAC9E8F4B9B}" type="slidenum">
              <a:rPr lang="pl-PL" smtClean="0"/>
              <a:t>11</a:t>
            </a:fld>
            <a:endParaRPr lang="pl-PL"/>
          </a:p>
        </p:txBody>
      </p:sp>
    </p:spTree>
    <p:extLst>
      <p:ext uri="{BB962C8B-B14F-4D97-AF65-F5344CB8AC3E}">
        <p14:creationId xmlns:p14="http://schemas.microsoft.com/office/powerpoint/2010/main" val="7558790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E528F-F2CC-C744-F5F2-DE9788F0A5BF}"/>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9E61F32F-C0D3-E69D-DD65-3A76AD289423}"/>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30CA9CA9-436C-DE78-4A32-7BB1581FE217}"/>
              </a:ext>
            </a:extLst>
          </p:cNvPr>
          <p:cNvSpPr>
            <a:spLocks noGrp="1"/>
          </p:cNvSpPr>
          <p:nvPr>
            <p:ph type="body" idx="1"/>
          </p:nvPr>
        </p:nvSpPr>
        <p:spPr/>
        <p:txBody>
          <a:bodyPr/>
          <a:lstStyle/>
          <a:p>
            <a:endParaRPr lang="pl-PL" dirty="0"/>
          </a:p>
        </p:txBody>
      </p:sp>
      <p:sp>
        <p:nvSpPr>
          <p:cNvPr id="4" name="Symbol zastępczy numeru slajdu 3">
            <a:extLst>
              <a:ext uri="{FF2B5EF4-FFF2-40B4-BE49-F238E27FC236}">
                <a16:creationId xmlns:a16="http://schemas.microsoft.com/office/drawing/2014/main" id="{81507ADA-0CDD-C309-D5D4-0A7E0FA7986F}"/>
              </a:ext>
            </a:extLst>
          </p:cNvPr>
          <p:cNvSpPr>
            <a:spLocks noGrp="1"/>
          </p:cNvSpPr>
          <p:nvPr>
            <p:ph type="sldNum" sz="quarter" idx="5"/>
          </p:nvPr>
        </p:nvSpPr>
        <p:spPr/>
        <p:txBody>
          <a:bodyPr/>
          <a:lstStyle/>
          <a:p>
            <a:fld id="{18BE5DAC-A57C-4F50-B978-4CAC9E8F4B9B}" type="slidenum">
              <a:rPr lang="pl-PL" smtClean="0"/>
              <a:t>12</a:t>
            </a:fld>
            <a:endParaRPr lang="pl-PL"/>
          </a:p>
        </p:txBody>
      </p:sp>
    </p:spTree>
    <p:extLst>
      <p:ext uri="{BB962C8B-B14F-4D97-AF65-F5344CB8AC3E}">
        <p14:creationId xmlns:p14="http://schemas.microsoft.com/office/powerpoint/2010/main" val="363701955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ytuł z obraz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4336E9A-8E96-CD8C-7598-F87632CD81CF}"/>
              </a:ext>
            </a:extLst>
          </p:cNvPr>
          <p:cNvSpPr>
            <a:spLocks noGrp="1"/>
          </p:cNvSpPr>
          <p:nvPr>
            <p:ph type="ctrTitle"/>
          </p:nvPr>
        </p:nvSpPr>
        <p:spPr>
          <a:xfrm>
            <a:off x="1142999" y="5172773"/>
            <a:ext cx="9906001" cy="770827"/>
          </a:xfrm>
        </p:spPr>
        <p:txBody>
          <a:bodyPr vert="horz" lIns="91440" tIns="45720" rIns="91440" bIns="45720" rtlCol="0" anchor="t">
            <a:normAutofit/>
          </a:bodyPr>
          <a:lstStyle>
            <a:lvl1pPr>
              <a:defRPr lang="en-US" sz="5400" dirty="0">
                <a:latin typeface="+mj-lt"/>
                <a:cs typeface="Mongolian Baiti" panose="03000500000000000000" pitchFamily="66" charset="0"/>
              </a:defRPr>
            </a:lvl1pPr>
          </a:lstStyle>
          <a:p>
            <a:pPr lvl="0" rtl="0"/>
            <a:r>
              <a:rPr lang="pl"/>
              <a:t>Kliknij, aby edytować styl wzorca tytułu</a:t>
            </a:r>
          </a:p>
        </p:txBody>
      </p:sp>
      <p:sp>
        <p:nvSpPr>
          <p:cNvPr id="3" name="Podtytuł 2">
            <a:extLst>
              <a:ext uri="{FF2B5EF4-FFF2-40B4-BE49-F238E27FC236}">
                <a16:creationId xmlns:a16="http://schemas.microsoft.com/office/drawing/2014/main" id="{2BDC76B8-60F6-62D3-9F73-E81662203017}"/>
              </a:ext>
            </a:extLst>
          </p:cNvPr>
          <p:cNvSpPr>
            <a:spLocks noGrp="1"/>
          </p:cNvSpPr>
          <p:nvPr>
            <p:ph type="subTitle" idx="1"/>
          </p:nvPr>
        </p:nvSpPr>
        <p:spPr>
          <a:xfrm>
            <a:off x="1142999" y="4600446"/>
            <a:ext cx="9906001" cy="398304"/>
          </a:xfrm>
        </p:spPr>
        <p:txBody>
          <a:bodyPr vert="horz" lIns="91440" tIns="45720" rIns="91440" bIns="45720" rtlCol="0" anchor="b">
            <a:normAutofit/>
          </a:bodyPr>
          <a:lstStyle>
            <a:lvl1pPr marL="0" indent="0">
              <a:buNone/>
              <a:defRPr lang="en-US" sz="2000" b="1" i="0" dirty="0">
                <a:solidFill>
                  <a:schemeClr val="accent1"/>
                </a:solidFill>
                <a:latin typeface="+mn-lt"/>
              </a:defRPr>
            </a:lvl1pPr>
          </a:lstStyle>
          <a:p>
            <a:pPr lvl="0" rtl="0"/>
            <a:r>
              <a:rPr lang="pl"/>
              <a:t>Kliknij, aby edytować styl wzorca podtytułu</a:t>
            </a:r>
          </a:p>
        </p:txBody>
      </p:sp>
      <p:sp>
        <p:nvSpPr>
          <p:cNvPr id="11" name="Obraz — symbol zastępczy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1143001" y="685800"/>
            <a:ext cx="9906000" cy="3716559"/>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pl"/>
              <a:t>   </a:t>
            </a:r>
          </a:p>
        </p:txBody>
      </p:sp>
      <p:sp>
        <p:nvSpPr>
          <p:cNvPr id="8" name="Stopka — symbol zastępczy 7">
            <a:extLst>
              <a:ext uri="{FF2B5EF4-FFF2-40B4-BE49-F238E27FC236}">
                <a16:creationId xmlns:a16="http://schemas.microsoft.com/office/drawing/2014/main" id="{1B5B8C48-05E9-5280-3F6A-22F8BCBB477E}"/>
              </a:ext>
            </a:extLst>
          </p:cNvPr>
          <p:cNvSpPr>
            <a:spLocks noGrp="1"/>
          </p:cNvSpPr>
          <p:nvPr>
            <p:ph type="ftr" sz="quarter" idx="15"/>
          </p:nvPr>
        </p:nvSpPr>
        <p:spPr/>
        <p:txBody>
          <a:bodyPr rtlCol="0"/>
          <a:lstStyle>
            <a:lvl1pPr>
              <a:defRPr sz="1000"/>
            </a:lvl1pPr>
          </a:lstStyle>
          <a:p>
            <a:pPr rtl="0"/>
            <a:r>
              <a:rPr lang="pl"/>
              <a:t>Przykładowy tekst stopki</a:t>
            </a:r>
            <a:endParaRPr lang="en-US" sz="1000" dirty="0"/>
          </a:p>
        </p:txBody>
      </p:sp>
      <p:sp>
        <p:nvSpPr>
          <p:cNvPr id="7" name="Data — symbol zastępczy 6">
            <a:extLst>
              <a:ext uri="{FF2B5EF4-FFF2-40B4-BE49-F238E27FC236}">
                <a16:creationId xmlns:a16="http://schemas.microsoft.com/office/drawing/2014/main" id="{1AA6C9C7-A264-237A-7F3C-46E6A7A9646D}"/>
              </a:ext>
            </a:extLst>
          </p:cNvPr>
          <p:cNvSpPr>
            <a:spLocks noGrp="1"/>
          </p:cNvSpPr>
          <p:nvPr>
            <p:ph type="dt" sz="half" idx="14"/>
          </p:nvPr>
        </p:nvSpPr>
        <p:spPr/>
        <p:txBody>
          <a:bodyPr rtlCol="0"/>
          <a:lstStyle>
            <a:lvl1pPr>
              <a:defRPr sz="1000"/>
            </a:lvl1pPr>
          </a:lstStyle>
          <a:p>
            <a:pPr rtl="0"/>
            <a:r>
              <a:rPr lang="en-US"/>
              <a:t>30/10/2025</a:t>
            </a:r>
            <a:endParaRPr lang="en-US" sz="1000" dirty="0"/>
          </a:p>
        </p:txBody>
      </p:sp>
      <p:sp>
        <p:nvSpPr>
          <p:cNvPr id="9" name="Numer slajdu — symbol zastępczy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rtlCol="0"/>
          <a:lstStyle>
            <a:lvl1pPr>
              <a:defRPr sz="1000"/>
            </a:lvl1pPr>
          </a:lstStyle>
          <a:p>
            <a:pPr rtl="0"/>
            <a:fld id="{AEAA3239-9EA4-4A65-A281-97F994456D9F}" type="slidenum">
              <a:rPr lang="en-US" smtClean="0"/>
              <a:pPr/>
              <a:t>‹#›</a:t>
            </a:fld>
            <a:endParaRPr lang="en-US" sz="1000" dirty="0"/>
          </a:p>
        </p:txBody>
      </p:sp>
      <p:cxnSp>
        <p:nvCxnSpPr>
          <p:cNvPr id="4" name="Łącznik prosty 3">
            <a:extLst>
              <a:ext uri="{FF2B5EF4-FFF2-40B4-BE49-F238E27FC236}">
                <a16:creationId xmlns:a16="http://schemas.microsoft.com/office/drawing/2014/main" id="{B2008A96-F52F-AB95-8185-940BB21AA15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056860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Zawartość">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C7433D9-FD02-59E2-0F81-A0B7201D2DA0}"/>
              </a:ext>
            </a:extLst>
          </p:cNvPr>
          <p:cNvSpPr>
            <a:spLocks noGrp="1"/>
          </p:cNvSpPr>
          <p:nvPr>
            <p:ph type="title"/>
          </p:nvPr>
        </p:nvSpPr>
        <p:spPr/>
        <p:txBody>
          <a:bodyPr rtlCol="0" anchor="t"/>
          <a:lstStyle/>
          <a:p>
            <a:pPr rtl="0"/>
            <a:r>
              <a:rPr lang="pl"/>
              <a:t>Kliknij, aby edytować styl wzorca tytułu</a:t>
            </a:r>
            <a:endParaRPr lang="en-US" dirty="0"/>
          </a:p>
        </p:txBody>
      </p:sp>
      <p:sp>
        <p:nvSpPr>
          <p:cNvPr id="3" name="Zawartość — symbol zastępczy 2">
            <a:extLst>
              <a:ext uri="{FF2B5EF4-FFF2-40B4-BE49-F238E27FC236}">
                <a16:creationId xmlns:a16="http://schemas.microsoft.com/office/drawing/2014/main" id="{6C2DD052-3E45-E789-01F8-33250024ECBD}"/>
              </a:ext>
            </a:extLst>
          </p:cNvPr>
          <p:cNvSpPr>
            <a:spLocks noGrp="1"/>
          </p:cNvSpPr>
          <p:nvPr>
            <p:ph idx="1"/>
          </p:nvPr>
        </p:nvSpPr>
        <p:spPr>
          <a:xfrm>
            <a:off x="1142999" y="1905008"/>
            <a:ext cx="9906001" cy="4038592"/>
          </a:xfrm>
        </p:spPr>
        <p:txBody>
          <a:bodyPr rtlCol="0"/>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5" name="Stopka — symbol zastępczy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pl"/>
              <a:t>Przykładowy tekst stopki</a:t>
            </a:r>
          </a:p>
        </p:txBody>
      </p:sp>
      <p:sp>
        <p:nvSpPr>
          <p:cNvPr id="4" name="Data — symbol zastępczy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30/10/2025</a:t>
            </a:r>
            <a:endParaRPr lang="en-US" dirty="0"/>
          </a:p>
        </p:txBody>
      </p:sp>
      <p:sp>
        <p:nvSpPr>
          <p:cNvPr id="6" name="Numer slajdu — symbol zastępczy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7" name="Łącznik prosty 6">
            <a:extLst>
              <a:ext uri="{FF2B5EF4-FFF2-40B4-BE49-F238E27FC236}">
                <a16:creationId xmlns:a16="http://schemas.microsoft.com/office/drawing/2014/main" id="{1E99ED41-DFA2-8D2F-7F31-B856DB6B81A4}"/>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8246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ytuł z obrazem 2">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4336E9A-8E96-CD8C-7598-F87632CD81CF}"/>
              </a:ext>
            </a:extLst>
          </p:cNvPr>
          <p:cNvSpPr>
            <a:spLocks noGrp="1"/>
          </p:cNvSpPr>
          <p:nvPr>
            <p:ph type="ctrTitle"/>
          </p:nvPr>
        </p:nvSpPr>
        <p:spPr>
          <a:xfrm>
            <a:off x="1143001" y="2327554"/>
            <a:ext cx="3914086" cy="3656368"/>
          </a:xfrm>
        </p:spPr>
        <p:txBody>
          <a:bodyPr vert="horz" lIns="91440" tIns="45720" rIns="91440" bIns="45720" rtlCol="0" anchor="t">
            <a:normAutofit/>
          </a:bodyPr>
          <a:lstStyle>
            <a:lvl1pPr>
              <a:defRPr lang="en-US" sz="4800" dirty="0"/>
            </a:lvl1pPr>
          </a:lstStyle>
          <a:p>
            <a:pPr lvl="0" rtl="0"/>
            <a:r>
              <a:rPr lang="pl"/>
              <a:t>Kliknij, aby edytować styl wzorca tytułu</a:t>
            </a:r>
          </a:p>
        </p:txBody>
      </p:sp>
      <p:sp>
        <p:nvSpPr>
          <p:cNvPr id="3" name="Podtytuł 2">
            <a:extLst>
              <a:ext uri="{FF2B5EF4-FFF2-40B4-BE49-F238E27FC236}">
                <a16:creationId xmlns:a16="http://schemas.microsoft.com/office/drawing/2014/main" id="{2BDC76B8-60F6-62D3-9F73-E81662203017}"/>
              </a:ext>
            </a:extLst>
          </p:cNvPr>
          <p:cNvSpPr>
            <a:spLocks noGrp="1"/>
          </p:cNvSpPr>
          <p:nvPr>
            <p:ph type="subTitle" idx="1"/>
          </p:nvPr>
        </p:nvSpPr>
        <p:spPr>
          <a:xfrm>
            <a:off x="1164817" y="685799"/>
            <a:ext cx="3174160" cy="1458873"/>
          </a:xfrm>
        </p:spPr>
        <p:txBody>
          <a:bodyPr vert="horz" lIns="91440" tIns="45720" rIns="91440" bIns="45720" rtlCol="0" anchor="b">
            <a:normAutofit/>
          </a:bodyPr>
          <a:lstStyle>
            <a:lvl1pPr marL="0" indent="0">
              <a:spcBef>
                <a:spcPts val="0"/>
              </a:spcBef>
              <a:buNone/>
              <a:defRPr lang="en-US" sz="2000" b="1" i="0" dirty="0">
                <a:solidFill>
                  <a:schemeClr val="accent1"/>
                </a:solidFill>
                <a:latin typeface="+mn-lt"/>
              </a:defRPr>
            </a:lvl1pPr>
          </a:lstStyle>
          <a:p>
            <a:pPr lvl="0" rtl="0"/>
            <a:r>
              <a:rPr lang="pl"/>
              <a:t>Kliknij, aby edytować styl wzorca podtytułu</a:t>
            </a:r>
            <a:endParaRPr lang="en-US" dirty="0"/>
          </a:p>
        </p:txBody>
      </p:sp>
      <p:sp>
        <p:nvSpPr>
          <p:cNvPr id="11" name="Obraz — symbol zastępczy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769104" y="685800"/>
            <a:ext cx="5258080"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pl"/>
              <a:t>   </a:t>
            </a:r>
          </a:p>
        </p:txBody>
      </p:sp>
      <p:sp>
        <p:nvSpPr>
          <p:cNvPr id="8" name="Stopka — symbol zastępczy 7">
            <a:extLst>
              <a:ext uri="{FF2B5EF4-FFF2-40B4-BE49-F238E27FC236}">
                <a16:creationId xmlns:a16="http://schemas.microsoft.com/office/drawing/2014/main" id="{9A6E6A4C-6C55-068A-43AA-78DB4D1D643B}"/>
              </a:ext>
            </a:extLst>
          </p:cNvPr>
          <p:cNvSpPr>
            <a:spLocks noGrp="1"/>
          </p:cNvSpPr>
          <p:nvPr>
            <p:ph type="ftr" sz="quarter" idx="15"/>
          </p:nvPr>
        </p:nvSpPr>
        <p:spPr>
          <a:xfrm>
            <a:off x="152400" y="6400800"/>
            <a:ext cx="5943600" cy="453602"/>
          </a:xfrm>
        </p:spPr>
        <p:txBody>
          <a:bodyPr rtlCol="0"/>
          <a:lstStyle/>
          <a:p>
            <a:pPr rtl="0"/>
            <a:r>
              <a:rPr lang="pl"/>
              <a:t>Przykładowy tekst stopki</a:t>
            </a:r>
          </a:p>
        </p:txBody>
      </p:sp>
      <p:sp>
        <p:nvSpPr>
          <p:cNvPr id="7" name="Data — symbol zastępczy 6">
            <a:extLst>
              <a:ext uri="{FF2B5EF4-FFF2-40B4-BE49-F238E27FC236}">
                <a16:creationId xmlns:a16="http://schemas.microsoft.com/office/drawing/2014/main" id="{F991F941-2D53-CC10-7947-62237A245FE0}"/>
              </a:ext>
            </a:extLst>
          </p:cNvPr>
          <p:cNvSpPr>
            <a:spLocks noGrp="1"/>
          </p:cNvSpPr>
          <p:nvPr>
            <p:ph type="dt" sz="half" idx="14"/>
          </p:nvPr>
        </p:nvSpPr>
        <p:spPr>
          <a:xfrm>
            <a:off x="10058400" y="6400800"/>
            <a:ext cx="990600" cy="453602"/>
          </a:xfrm>
        </p:spPr>
        <p:txBody>
          <a:bodyPr rtlCol="0"/>
          <a:lstStyle/>
          <a:p>
            <a:pPr rtl="0"/>
            <a:r>
              <a:rPr lang="en-US"/>
              <a:t>30/10/2025</a:t>
            </a:r>
            <a:endParaRPr lang="en-US" dirty="0"/>
          </a:p>
        </p:txBody>
      </p:sp>
      <p:sp>
        <p:nvSpPr>
          <p:cNvPr id="9" name="Numer slajdu — symbol zastępczy 8">
            <a:extLst>
              <a:ext uri="{FF2B5EF4-FFF2-40B4-BE49-F238E27FC236}">
                <a16:creationId xmlns:a16="http://schemas.microsoft.com/office/drawing/2014/main" id="{C1A2CCFF-14A7-08A8-4465-732CD8928728}"/>
              </a:ext>
            </a:extLst>
          </p:cNvPr>
          <p:cNvSpPr>
            <a:spLocks noGrp="1"/>
          </p:cNvSpPr>
          <p:nvPr>
            <p:ph type="sldNum" sz="quarter" idx="16"/>
          </p:nvPr>
        </p:nvSpPr>
        <p:spPr>
          <a:xfrm>
            <a:off x="11049000" y="6400800"/>
            <a:ext cx="990600" cy="457200"/>
          </a:xfrm>
        </p:spPr>
        <p:txBody>
          <a:bodyPr rtlCol="0"/>
          <a:lstStyle/>
          <a:p>
            <a:pPr rtl="0"/>
            <a:fld id="{AEAA3239-9EA4-4A65-A281-97F994456D9F}" type="slidenum">
              <a:rPr lang="en-US" smtClean="0"/>
              <a:t>‹#›</a:t>
            </a:fld>
            <a:endParaRPr lang="en-US" dirty="0"/>
          </a:p>
        </p:txBody>
      </p:sp>
      <p:cxnSp>
        <p:nvCxnSpPr>
          <p:cNvPr id="5" name="Łącznik prosty 4">
            <a:extLst>
              <a:ext uri="{FF2B5EF4-FFF2-40B4-BE49-F238E27FC236}">
                <a16:creationId xmlns:a16="http://schemas.microsoft.com/office/drawing/2014/main" id="{5014B7BE-0A4F-0031-AC74-6519ACD526D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761869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ytuł z obrazem 3">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4336E9A-8E96-CD8C-7598-F87632CD81CF}"/>
              </a:ext>
            </a:extLst>
          </p:cNvPr>
          <p:cNvSpPr>
            <a:spLocks noGrp="1"/>
          </p:cNvSpPr>
          <p:nvPr>
            <p:ph type="ctrTitle"/>
          </p:nvPr>
        </p:nvSpPr>
        <p:spPr>
          <a:xfrm>
            <a:off x="6808017" y="2015442"/>
            <a:ext cx="4240984" cy="3960242"/>
          </a:xfrm>
        </p:spPr>
        <p:txBody>
          <a:bodyPr vert="horz" lIns="91440" tIns="45720" rIns="91440" bIns="45720" rtlCol="0" anchor="t">
            <a:normAutofit/>
          </a:bodyPr>
          <a:lstStyle>
            <a:lvl1pPr>
              <a:defRPr lang="en-US" sz="5400" dirty="0"/>
            </a:lvl1pPr>
          </a:lstStyle>
          <a:p>
            <a:pPr lvl="0" rtl="0"/>
            <a:r>
              <a:rPr lang="pl"/>
              <a:t>Kliknij, aby edytować styl wzorca tytułu</a:t>
            </a:r>
          </a:p>
        </p:txBody>
      </p:sp>
      <p:sp>
        <p:nvSpPr>
          <p:cNvPr id="3" name="Podtytuł 2">
            <a:extLst>
              <a:ext uri="{FF2B5EF4-FFF2-40B4-BE49-F238E27FC236}">
                <a16:creationId xmlns:a16="http://schemas.microsoft.com/office/drawing/2014/main" id="{2BDC76B8-60F6-62D3-9F73-E81662203017}"/>
              </a:ext>
            </a:extLst>
          </p:cNvPr>
          <p:cNvSpPr>
            <a:spLocks noGrp="1"/>
          </p:cNvSpPr>
          <p:nvPr>
            <p:ph type="subTitle" idx="1"/>
          </p:nvPr>
        </p:nvSpPr>
        <p:spPr>
          <a:xfrm>
            <a:off x="6808016" y="685800"/>
            <a:ext cx="3755116" cy="1114678"/>
          </a:xfrm>
        </p:spPr>
        <p:txBody>
          <a:bodyPr vert="horz" lIns="91440" tIns="45720" rIns="91440" bIns="45720" rtlCol="0" anchor="b">
            <a:normAutofit/>
          </a:bodyPr>
          <a:lstStyle>
            <a:lvl1pPr marL="0" indent="0">
              <a:spcBef>
                <a:spcPts val="0"/>
              </a:spcBef>
              <a:buNone/>
              <a:defRPr lang="en-US" sz="2000" b="1" i="0" dirty="0">
                <a:solidFill>
                  <a:schemeClr val="accent1"/>
                </a:solidFill>
                <a:latin typeface="+mn-lt"/>
              </a:defRPr>
            </a:lvl1pPr>
          </a:lstStyle>
          <a:p>
            <a:pPr lvl="0" rtl="0"/>
            <a:r>
              <a:rPr lang="pl"/>
              <a:t>Kliknij, aby edytować styl wzorca podtytułu</a:t>
            </a:r>
            <a:endParaRPr lang="en-US" dirty="0"/>
          </a:p>
        </p:txBody>
      </p:sp>
      <p:sp>
        <p:nvSpPr>
          <p:cNvPr id="14" name="Obraz — symbol zastępczy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143001" y="685800"/>
            <a:ext cx="4952999"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Autofit/>
          </a:bodyPr>
          <a:lstStyle>
            <a:lvl1pPr marL="0" indent="0">
              <a:buNone/>
              <a:defRPr/>
            </a:lvl1pPr>
          </a:lstStyle>
          <a:p>
            <a:pPr rtl="0"/>
            <a:r>
              <a:rPr lang="pl"/>
              <a:t>   </a:t>
            </a:r>
          </a:p>
        </p:txBody>
      </p:sp>
      <p:sp>
        <p:nvSpPr>
          <p:cNvPr id="5" name="Stopka — symbol zastępczy 4">
            <a:extLst>
              <a:ext uri="{FF2B5EF4-FFF2-40B4-BE49-F238E27FC236}">
                <a16:creationId xmlns:a16="http://schemas.microsoft.com/office/drawing/2014/main" id="{5B407A58-3351-E479-1A0C-2FF49FA42707}"/>
              </a:ext>
            </a:extLst>
          </p:cNvPr>
          <p:cNvSpPr>
            <a:spLocks noGrp="1"/>
          </p:cNvSpPr>
          <p:nvPr>
            <p:ph type="ftr" sz="quarter" idx="11"/>
          </p:nvPr>
        </p:nvSpPr>
        <p:spPr>
          <a:xfrm>
            <a:off x="152401" y="6400800"/>
            <a:ext cx="5943599" cy="457200"/>
          </a:xfrm>
        </p:spPr>
        <p:txBody>
          <a:bodyPr rtlCol="0"/>
          <a:lstStyle/>
          <a:p>
            <a:pPr rtl="0"/>
            <a:r>
              <a:rPr lang="pl"/>
              <a:t>Przykładowy tekst stopki</a:t>
            </a:r>
          </a:p>
        </p:txBody>
      </p:sp>
      <p:sp>
        <p:nvSpPr>
          <p:cNvPr id="4" name="Data — symbol zastępczy 3">
            <a:extLst>
              <a:ext uri="{FF2B5EF4-FFF2-40B4-BE49-F238E27FC236}">
                <a16:creationId xmlns:a16="http://schemas.microsoft.com/office/drawing/2014/main" id="{EAE2DAFA-435E-AAF9-8B67-495E5AFDCD91}"/>
              </a:ext>
            </a:extLst>
          </p:cNvPr>
          <p:cNvSpPr>
            <a:spLocks noGrp="1"/>
          </p:cNvSpPr>
          <p:nvPr>
            <p:ph type="dt" sz="half" idx="10"/>
          </p:nvPr>
        </p:nvSpPr>
        <p:spPr>
          <a:xfrm>
            <a:off x="10058400" y="6400800"/>
            <a:ext cx="990600" cy="457200"/>
          </a:xfrm>
        </p:spPr>
        <p:txBody>
          <a:bodyPr rtlCol="0"/>
          <a:lstStyle>
            <a:lvl1pPr>
              <a:defRPr>
                <a:solidFill>
                  <a:schemeClr val="tx1"/>
                </a:solidFill>
                <a:effectLst/>
              </a:defRPr>
            </a:lvl1pPr>
          </a:lstStyle>
          <a:p>
            <a:pPr rtl="0"/>
            <a:r>
              <a:rPr lang="en-US"/>
              <a:t>30/10/2025</a:t>
            </a:r>
            <a:endParaRPr lang="en-US" dirty="0"/>
          </a:p>
        </p:txBody>
      </p:sp>
      <p:sp>
        <p:nvSpPr>
          <p:cNvPr id="6" name="Numer slajdu — symbol zastępczy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12" name="Łącznik prosty 11">
            <a:extLst>
              <a:ext uri="{FF2B5EF4-FFF2-40B4-BE49-F238E27FC236}">
                <a16:creationId xmlns:a16="http://schemas.microsoft.com/office/drawing/2014/main" id="{0E8BDBFD-5D03-F89B-C880-B0D233D5D48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479291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ytuł z obrazem 4">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4336E9A-8E96-CD8C-7598-F87632CD81CF}"/>
              </a:ext>
            </a:extLst>
          </p:cNvPr>
          <p:cNvSpPr>
            <a:spLocks noGrp="1"/>
          </p:cNvSpPr>
          <p:nvPr>
            <p:ph type="ctrTitle"/>
          </p:nvPr>
        </p:nvSpPr>
        <p:spPr>
          <a:xfrm>
            <a:off x="7312990" y="2827402"/>
            <a:ext cx="3736010" cy="2845567"/>
          </a:xfrm>
        </p:spPr>
        <p:txBody>
          <a:bodyPr vert="horz" lIns="91440" tIns="45720" rIns="91440" bIns="45720" rtlCol="0" anchor="t">
            <a:normAutofit/>
          </a:bodyPr>
          <a:lstStyle>
            <a:lvl1pPr>
              <a:defRPr lang="en-US" sz="4400" dirty="0"/>
            </a:lvl1pPr>
          </a:lstStyle>
          <a:p>
            <a:pPr lvl="0" rtl="0"/>
            <a:r>
              <a:rPr lang="pl"/>
              <a:t>Kliknij, aby edytować styl wzorca tytułu</a:t>
            </a:r>
          </a:p>
        </p:txBody>
      </p:sp>
      <p:sp>
        <p:nvSpPr>
          <p:cNvPr id="3" name="Podtytuł 2">
            <a:extLst>
              <a:ext uri="{FF2B5EF4-FFF2-40B4-BE49-F238E27FC236}">
                <a16:creationId xmlns:a16="http://schemas.microsoft.com/office/drawing/2014/main" id="{2BDC76B8-60F6-62D3-9F73-E81662203017}"/>
              </a:ext>
            </a:extLst>
          </p:cNvPr>
          <p:cNvSpPr>
            <a:spLocks noGrp="1"/>
          </p:cNvSpPr>
          <p:nvPr>
            <p:ph type="subTitle" idx="1"/>
          </p:nvPr>
        </p:nvSpPr>
        <p:spPr>
          <a:xfrm>
            <a:off x="7312988" y="1521399"/>
            <a:ext cx="3729915" cy="1123122"/>
          </a:xfrm>
        </p:spPr>
        <p:txBody>
          <a:bodyPr vert="horz" lIns="91440" tIns="45720" rIns="91440" bIns="45720" rtlCol="0" anchor="b">
            <a:normAutofit/>
          </a:bodyPr>
          <a:lstStyle>
            <a:lvl1pPr marL="0" indent="0">
              <a:spcBef>
                <a:spcPts val="0"/>
              </a:spcBef>
              <a:buNone/>
              <a:defRPr lang="en-US" sz="2000" b="1" dirty="0">
                <a:solidFill>
                  <a:schemeClr val="accent1"/>
                </a:solidFill>
                <a:latin typeface="+mn-lt"/>
              </a:defRPr>
            </a:lvl1pPr>
          </a:lstStyle>
          <a:p>
            <a:pPr lvl="0" rtl="0"/>
            <a:r>
              <a:rPr lang="pl"/>
              <a:t>Kliknij, aby edytować styl wzorca podtytułu</a:t>
            </a:r>
            <a:endParaRPr lang="en-US" dirty="0"/>
          </a:p>
        </p:txBody>
      </p:sp>
      <p:sp>
        <p:nvSpPr>
          <p:cNvPr id="14" name="Obraz — symbol zastępczy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143000" y="685800"/>
            <a:ext cx="5457968"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Autofit/>
          </a:bodyPr>
          <a:lstStyle>
            <a:lvl1pPr marL="0" indent="0">
              <a:buNone/>
              <a:defRPr/>
            </a:lvl1pPr>
          </a:lstStyle>
          <a:p>
            <a:pPr rtl="0"/>
            <a:r>
              <a:rPr lang="pl"/>
              <a:t>   </a:t>
            </a:r>
          </a:p>
        </p:txBody>
      </p:sp>
      <p:sp>
        <p:nvSpPr>
          <p:cNvPr id="5" name="Stopka — symbol zastępczy 4">
            <a:extLst>
              <a:ext uri="{FF2B5EF4-FFF2-40B4-BE49-F238E27FC236}">
                <a16:creationId xmlns:a16="http://schemas.microsoft.com/office/drawing/2014/main" id="{5B407A58-3351-E479-1A0C-2FF49FA42707}"/>
              </a:ext>
            </a:extLst>
          </p:cNvPr>
          <p:cNvSpPr>
            <a:spLocks noGrp="1"/>
          </p:cNvSpPr>
          <p:nvPr>
            <p:ph type="ftr" sz="quarter" idx="11"/>
          </p:nvPr>
        </p:nvSpPr>
        <p:spPr>
          <a:xfrm>
            <a:off x="152401" y="6400800"/>
            <a:ext cx="5943599" cy="457200"/>
          </a:xfrm>
        </p:spPr>
        <p:txBody>
          <a:bodyPr rtlCol="0"/>
          <a:lstStyle/>
          <a:p>
            <a:pPr rtl="0"/>
            <a:r>
              <a:rPr lang="pl"/>
              <a:t>Przykładowy tekst stopki</a:t>
            </a:r>
          </a:p>
        </p:txBody>
      </p:sp>
      <p:sp>
        <p:nvSpPr>
          <p:cNvPr id="4" name="Data — symbol zastępczy 3">
            <a:extLst>
              <a:ext uri="{FF2B5EF4-FFF2-40B4-BE49-F238E27FC236}">
                <a16:creationId xmlns:a16="http://schemas.microsoft.com/office/drawing/2014/main" id="{EAE2DAFA-435E-AAF9-8B67-495E5AFDCD91}"/>
              </a:ext>
            </a:extLst>
          </p:cNvPr>
          <p:cNvSpPr>
            <a:spLocks noGrp="1"/>
          </p:cNvSpPr>
          <p:nvPr>
            <p:ph type="dt" sz="half" idx="10"/>
          </p:nvPr>
        </p:nvSpPr>
        <p:spPr>
          <a:xfrm>
            <a:off x="10058401" y="6400800"/>
            <a:ext cx="990599" cy="457200"/>
          </a:xfrm>
        </p:spPr>
        <p:txBody>
          <a:bodyPr rtlCol="0"/>
          <a:lstStyle>
            <a:lvl1pPr>
              <a:defRPr>
                <a:solidFill>
                  <a:schemeClr val="tx1"/>
                </a:solidFill>
                <a:effectLst/>
              </a:defRPr>
            </a:lvl1pPr>
          </a:lstStyle>
          <a:p>
            <a:pPr rtl="0"/>
            <a:r>
              <a:rPr lang="en-US"/>
              <a:t>30/10/2025</a:t>
            </a:r>
            <a:endParaRPr lang="en-US" dirty="0"/>
          </a:p>
        </p:txBody>
      </p:sp>
      <p:sp>
        <p:nvSpPr>
          <p:cNvPr id="6" name="Numer slajdu — symbol zastępczy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9" name="Łącznik prosty 8">
            <a:extLst>
              <a:ext uri="{FF2B5EF4-FFF2-40B4-BE49-F238E27FC236}">
                <a16:creationId xmlns:a16="http://schemas.microsoft.com/office/drawing/2014/main" id="{546E54C3-5CBC-D17E-9D7C-4FF681AFB45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475515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ytu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4336E9A-8E96-CD8C-7598-F87632CD81CF}"/>
              </a:ext>
            </a:extLst>
          </p:cNvPr>
          <p:cNvSpPr>
            <a:spLocks noGrp="1"/>
          </p:cNvSpPr>
          <p:nvPr>
            <p:ph type="ctrTitle"/>
          </p:nvPr>
        </p:nvSpPr>
        <p:spPr>
          <a:xfrm>
            <a:off x="1143000" y="2097452"/>
            <a:ext cx="9906000" cy="3874222"/>
          </a:xfrm>
        </p:spPr>
        <p:txBody>
          <a:bodyPr vert="horz" lIns="91440" tIns="45720" rIns="91440" bIns="45720" rtlCol="0" anchor="t">
            <a:normAutofit/>
          </a:bodyPr>
          <a:lstStyle>
            <a:lvl1pPr>
              <a:defRPr lang="en-US" sz="8000" dirty="0"/>
            </a:lvl1pPr>
          </a:lstStyle>
          <a:p>
            <a:pPr lvl="0" rtl="0"/>
            <a:r>
              <a:rPr lang="pl"/>
              <a:t>Kliknij, aby edytować styl wzorca tytułu</a:t>
            </a:r>
          </a:p>
        </p:txBody>
      </p:sp>
      <p:sp>
        <p:nvSpPr>
          <p:cNvPr id="3" name="Podtytuł 2">
            <a:extLst>
              <a:ext uri="{FF2B5EF4-FFF2-40B4-BE49-F238E27FC236}">
                <a16:creationId xmlns:a16="http://schemas.microsoft.com/office/drawing/2014/main" id="{2BDC76B8-60F6-62D3-9F73-E81662203017}"/>
              </a:ext>
            </a:extLst>
          </p:cNvPr>
          <p:cNvSpPr>
            <a:spLocks noGrp="1"/>
          </p:cNvSpPr>
          <p:nvPr>
            <p:ph type="subTitle" idx="1"/>
          </p:nvPr>
        </p:nvSpPr>
        <p:spPr>
          <a:xfrm>
            <a:off x="1143000" y="693821"/>
            <a:ext cx="7794754" cy="1200698"/>
          </a:xfrm>
        </p:spPr>
        <p:txBody>
          <a:bodyPr vert="horz" lIns="91440" tIns="45720" rIns="91440" bIns="45720" rtlCol="0" anchor="b">
            <a:normAutofit/>
          </a:bodyPr>
          <a:lstStyle>
            <a:lvl1pPr marL="0" indent="0">
              <a:buNone/>
              <a:defRPr lang="en-US" sz="2000" b="1" dirty="0">
                <a:solidFill>
                  <a:schemeClr val="accent1"/>
                </a:solidFill>
              </a:defRPr>
            </a:lvl1pPr>
          </a:lstStyle>
          <a:p>
            <a:pPr lvl="0" rtl="0"/>
            <a:r>
              <a:rPr lang="pl"/>
              <a:t>Kliknij, aby edytować styl wzorca podtytułu</a:t>
            </a:r>
          </a:p>
        </p:txBody>
      </p:sp>
      <p:sp>
        <p:nvSpPr>
          <p:cNvPr id="5" name="Stopka — symbol zastępczy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p>
            <a:pPr rtl="0"/>
            <a:r>
              <a:rPr lang="pl"/>
              <a:t>Przykładowy tekst stopki</a:t>
            </a:r>
          </a:p>
        </p:txBody>
      </p:sp>
      <p:sp>
        <p:nvSpPr>
          <p:cNvPr id="4" name="Data — symbol zastępczy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p>
            <a:pPr rtl="0"/>
            <a:r>
              <a:rPr lang="en-US"/>
              <a:t>30/10/2025</a:t>
            </a:r>
            <a:endParaRPr lang="en-US" dirty="0"/>
          </a:p>
        </p:txBody>
      </p:sp>
      <p:sp>
        <p:nvSpPr>
          <p:cNvPr id="6" name="Numer slajdu — symbol zastępczy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7" name="Łącznik prosty 6">
            <a:extLst>
              <a:ext uri="{FF2B5EF4-FFF2-40B4-BE49-F238E27FC236}">
                <a16:creationId xmlns:a16="http://schemas.microsoft.com/office/drawing/2014/main" id="{2E0F3FF5-645F-9896-EB7A-64D903F7754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837788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ytuł 2">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4336E9A-8E96-CD8C-7598-F87632CD81CF}"/>
              </a:ext>
            </a:extLst>
          </p:cNvPr>
          <p:cNvSpPr>
            <a:spLocks noGrp="1"/>
          </p:cNvSpPr>
          <p:nvPr>
            <p:ph type="ctrTitle"/>
          </p:nvPr>
        </p:nvSpPr>
        <p:spPr>
          <a:xfrm>
            <a:off x="1143000" y="1903564"/>
            <a:ext cx="9140954" cy="2836729"/>
          </a:xfrm>
        </p:spPr>
        <p:txBody>
          <a:bodyPr vert="horz" lIns="91440" tIns="45720" rIns="91440" bIns="45720" rtlCol="0" anchor="b">
            <a:normAutofit/>
          </a:bodyPr>
          <a:lstStyle>
            <a:lvl1pPr>
              <a:defRPr lang="en-US" sz="6800" dirty="0"/>
            </a:lvl1pPr>
          </a:lstStyle>
          <a:p>
            <a:pPr lvl="0" rtl="0"/>
            <a:r>
              <a:rPr lang="pl"/>
              <a:t>Kliknij, aby edytować styl wzorca tytułu</a:t>
            </a:r>
            <a:endParaRPr lang="en-US" dirty="0"/>
          </a:p>
        </p:txBody>
      </p:sp>
      <p:sp>
        <p:nvSpPr>
          <p:cNvPr id="3" name="Podtytuł 2">
            <a:extLst>
              <a:ext uri="{FF2B5EF4-FFF2-40B4-BE49-F238E27FC236}">
                <a16:creationId xmlns:a16="http://schemas.microsoft.com/office/drawing/2014/main" id="{2BDC76B8-60F6-62D3-9F73-E81662203017}"/>
              </a:ext>
            </a:extLst>
          </p:cNvPr>
          <p:cNvSpPr>
            <a:spLocks noGrp="1"/>
          </p:cNvSpPr>
          <p:nvPr>
            <p:ph type="subTitle" idx="1"/>
          </p:nvPr>
        </p:nvSpPr>
        <p:spPr>
          <a:xfrm>
            <a:off x="1143000" y="4923173"/>
            <a:ext cx="7388353" cy="1014984"/>
          </a:xfrm>
        </p:spPr>
        <p:txBody>
          <a:bodyPr vert="horz" lIns="91440" tIns="45720" rIns="91440" bIns="45720" rtlCol="0">
            <a:normAutofit/>
          </a:bodyPr>
          <a:lstStyle>
            <a:lvl1pPr marL="0" indent="0">
              <a:buNone/>
              <a:defRPr lang="en-US" sz="2000" b="1" i="0" dirty="0">
                <a:solidFill>
                  <a:schemeClr val="accent1"/>
                </a:solidFill>
                <a:latin typeface="+mn-lt"/>
              </a:defRPr>
            </a:lvl1pPr>
          </a:lstStyle>
          <a:p>
            <a:pPr lvl="0" rtl="0"/>
            <a:r>
              <a:rPr lang="pl"/>
              <a:t>Kliknij, aby edytować styl wzorca podtytułu</a:t>
            </a:r>
          </a:p>
        </p:txBody>
      </p:sp>
      <p:sp>
        <p:nvSpPr>
          <p:cNvPr id="5" name="Stopka — symbol zastępczy 4">
            <a:extLst>
              <a:ext uri="{FF2B5EF4-FFF2-40B4-BE49-F238E27FC236}">
                <a16:creationId xmlns:a16="http://schemas.microsoft.com/office/drawing/2014/main" id="{5B407A58-3351-E479-1A0C-2FF49FA42707}"/>
              </a:ext>
            </a:extLst>
          </p:cNvPr>
          <p:cNvSpPr>
            <a:spLocks noGrp="1"/>
          </p:cNvSpPr>
          <p:nvPr>
            <p:ph type="ftr" sz="quarter" idx="11"/>
          </p:nvPr>
        </p:nvSpPr>
        <p:spPr>
          <a:xfrm>
            <a:off x="152401" y="6400800"/>
            <a:ext cx="5943600" cy="457200"/>
          </a:xfrm>
        </p:spPr>
        <p:txBody>
          <a:bodyPr rtlCol="0"/>
          <a:lstStyle/>
          <a:p>
            <a:pPr rtl="0"/>
            <a:r>
              <a:rPr lang="pl"/>
              <a:t>Przykładowy tekst stopki</a:t>
            </a:r>
          </a:p>
        </p:txBody>
      </p:sp>
      <p:sp>
        <p:nvSpPr>
          <p:cNvPr id="4" name="Data — symbol zastępczy 3">
            <a:extLst>
              <a:ext uri="{FF2B5EF4-FFF2-40B4-BE49-F238E27FC236}">
                <a16:creationId xmlns:a16="http://schemas.microsoft.com/office/drawing/2014/main" id="{EAE2DAFA-435E-AAF9-8B67-495E5AFDCD91}"/>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6" name="Numer slajdu — symbol zastępczy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49000" y="6400800"/>
            <a:ext cx="990599" cy="457200"/>
          </a:xfrm>
        </p:spPr>
        <p:txBody>
          <a:bodyPr rtlCol="0"/>
          <a:lstStyle/>
          <a:p>
            <a:pPr rtl="0"/>
            <a:fld id="{AEAA3239-9EA4-4A65-A281-97F994456D9F}" type="slidenum">
              <a:rPr lang="en-US" smtClean="0"/>
              <a:t>‹#›</a:t>
            </a:fld>
            <a:endParaRPr lang="en-US" dirty="0"/>
          </a:p>
        </p:txBody>
      </p:sp>
      <p:cxnSp>
        <p:nvCxnSpPr>
          <p:cNvPr id="7" name="Łącznik prosty 6">
            <a:extLst>
              <a:ext uri="{FF2B5EF4-FFF2-40B4-BE49-F238E27FC236}">
                <a16:creationId xmlns:a16="http://schemas.microsoft.com/office/drawing/2014/main" id="{8D985B18-7603-5E0E-67B4-DFB03DB2AA5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578079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ytuł 3">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4336E9A-8E96-CD8C-7598-F87632CD81CF}"/>
              </a:ext>
            </a:extLst>
          </p:cNvPr>
          <p:cNvSpPr>
            <a:spLocks noGrp="1"/>
          </p:cNvSpPr>
          <p:nvPr>
            <p:ph type="ctrTitle"/>
          </p:nvPr>
        </p:nvSpPr>
        <p:spPr>
          <a:xfrm>
            <a:off x="1981200" y="1394490"/>
            <a:ext cx="8229600" cy="2379013"/>
          </a:xfrm>
        </p:spPr>
        <p:txBody>
          <a:bodyPr rtlCol="0" anchor="b">
            <a:normAutofit/>
          </a:bodyPr>
          <a:lstStyle>
            <a:lvl1pPr algn="ctr">
              <a:defRPr sz="6000"/>
            </a:lvl1pPr>
          </a:lstStyle>
          <a:p>
            <a:pPr rtl="0"/>
            <a:r>
              <a:rPr lang="pl"/>
              <a:t>Kliknij, aby edytować styl wzorca tytułu</a:t>
            </a:r>
          </a:p>
        </p:txBody>
      </p:sp>
      <p:sp>
        <p:nvSpPr>
          <p:cNvPr id="3" name="Podtytuł 2">
            <a:extLst>
              <a:ext uri="{FF2B5EF4-FFF2-40B4-BE49-F238E27FC236}">
                <a16:creationId xmlns:a16="http://schemas.microsoft.com/office/drawing/2014/main" id="{2BDC76B8-60F6-62D3-9F73-E81662203017}"/>
              </a:ext>
            </a:extLst>
          </p:cNvPr>
          <p:cNvSpPr>
            <a:spLocks noGrp="1"/>
          </p:cNvSpPr>
          <p:nvPr>
            <p:ph type="subTitle" idx="1"/>
          </p:nvPr>
        </p:nvSpPr>
        <p:spPr>
          <a:xfrm>
            <a:off x="2301922" y="3962400"/>
            <a:ext cx="7588155" cy="1029310"/>
          </a:xfrm>
        </p:spPr>
        <p:txBody>
          <a:bodyPr rtlCol="0">
            <a:normAutofit/>
          </a:bodyPr>
          <a:lstStyle>
            <a:lvl1pPr marL="0" indent="0" algn="ctr">
              <a:buNone/>
              <a:defRPr sz="2000" b="1" i="0">
                <a:solidFill>
                  <a:schemeClr val="accent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pl"/>
              <a:t>Kliknij, aby edytować styl wzorca podtytułu</a:t>
            </a:r>
          </a:p>
        </p:txBody>
      </p:sp>
      <p:sp>
        <p:nvSpPr>
          <p:cNvPr id="5" name="Stopka — symbol zastępczy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p>
            <a:pPr rtl="0"/>
            <a:r>
              <a:rPr lang="pl"/>
              <a:t>Przykładowy tekst stopki</a:t>
            </a:r>
          </a:p>
        </p:txBody>
      </p:sp>
      <p:sp>
        <p:nvSpPr>
          <p:cNvPr id="4" name="Data — symbol zastępczy 3">
            <a:extLst>
              <a:ext uri="{FF2B5EF4-FFF2-40B4-BE49-F238E27FC236}">
                <a16:creationId xmlns:a16="http://schemas.microsoft.com/office/drawing/2014/main" id="{EAE2DAFA-435E-AAF9-8B67-495E5AFDCD91}"/>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6" name="Numer slajdu — symbol zastępczy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7" name="Łącznik prosty 6">
            <a:extLst>
              <a:ext uri="{FF2B5EF4-FFF2-40B4-BE49-F238E27FC236}">
                <a16:creationId xmlns:a16="http://schemas.microsoft.com/office/drawing/2014/main" id="{0D01BC5C-C61F-D922-112D-C75F3114252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907031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Nagłówek sekcji">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143000" y="685801"/>
            <a:ext cx="7896860" cy="5257800"/>
          </a:xfrm>
        </p:spPr>
        <p:txBody>
          <a:bodyPr vert="horz" lIns="91440" tIns="45720" rIns="91440" bIns="45720" rtlCol="0" anchor="t">
            <a:normAutofit/>
          </a:bodyPr>
          <a:lstStyle>
            <a:lvl1pPr>
              <a:defRPr lang="en-US" sz="7400" dirty="0">
                <a:solidFill>
                  <a:schemeClr val="bg1"/>
                </a:solidFill>
              </a:defRPr>
            </a:lvl1pPr>
          </a:lstStyle>
          <a:p>
            <a:pPr lvl="0" rtl="0"/>
            <a:r>
              <a:rPr lang="pl"/>
              <a:t>Nagłówek sekcji</a:t>
            </a:r>
          </a:p>
        </p:txBody>
      </p:sp>
      <p:sp>
        <p:nvSpPr>
          <p:cNvPr id="5" name="Stopka — symbol zastępczy 4">
            <a:extLst>
              <a:ext uri="{FF2B5EF4-FFF2-40B4-BE49-F238E27FC236}">
                <a16:creationId xmlns:a16="http://schemas.microsoft.com/office/drawing/2014/main" id="{5B407A58-3351-E479-1A0C-2FF49FA42707}"/>
              </a:ext>
            </a:extLst>
          </p:cNvPr>
          <p:cNvSpPr>
            <a:spLocks noGrp="1"/>
          </p:cNvSpPr>
          <p:nvPr>
            <p:ph type="ftr" sz="quarter" idx="11"/>
          </p:nvPr>
        </p:nvSpPr>
        <p:spPr>
          <a:xfrm>
            <a:off x="152400" y="6400800"/>
            <a:ext cx="5943600" cy="457200"/>
          </a:xfrm>
        </p:spPr>
        <p:txBody>
          <a:bodyPr rtlCol="0"/>
          <a:lstStyle>
            <a:lvl1pPr>
              <a:defRPr>
                <a:solidFill>
                  <a:schemeClr val="bg1"/>
                </a:solidFill>
              </a:defRPr>
            </a:lvl1pPr>
          </a:lstStyle>
          <a:p>
            <a:pPr rtl="0"/>
            <a:r>
              <a:rPr lang="pl"/>
              <a:t>Przykładowy tekst stopki</a:t>
            </a:r>
            <a:endParaRPr lang="en-US" dirty="0">
              <a:solidFill>
                <a:schemeClr val="bg1"/>
              </a:solidFill>
            </a:endParaRPr>
          </a:p>
        </p:txBody>
      </p:sp>
      <p:sp>
        <p:nvSpPr>
          <p:cNvPr id="4" name="Data — symbol zastępczy 3">
            <a:extLst>
              <a:ext uri="{FF2B5EF4-FFF2-40B4-BE49-F238E27FC236}">
                <a16:creationId xmlns:a16="http://schemas.microsoft.com/office/drawing/2014/main" id="{EAE2DAFA-435E-AAF9-8B67-495E5AFDCD91}"/>
              </a:ext>
            </a:extLst>
          </p:cNvPr>
          <p:cNvSpPr>
            <a:spLocks noGrp="1"/>
          </p:cNvSpPr>
          <p:nvPr>
            <p:ph type="dt" sz="half" idx="10"/>
          </p:nvPr>
        </p:nvSpPr>
        <p:spPr>
          <a:xfrm>
            <a:off x="10058400" y="6400800"/>
            <a:ext cx="990600" cy="457200"/>
          </a:xfrm>
        </p:spPr>
        <p:txBody>
          <a:bodyPr rtlCol="0"/>
          <a:lstStyle>
            <a:lvl1pPr>
              <a:defRPr>
                <a:solidFill>
                  <a:schemeClr val="bg1"/>
                </a:solidFill>
              </a:defRPr>
            </a:lvl1pPr>
          </a:lstStyle>
          <a:p>
            <a:pPr rtl="0"/>
            <a:r>
              <a:rPr lang="en-US"/>
              <a:t>30/10/2025</a:t>
            </a:r>
            <a:endParaRPr lang="en-US" dirty="0"/>
          </a:p>
        </p:txBody>
      </p:sp>
      <p:sp>
        <p:nvSpPr>
          <p:cNvPr id="6" name="Numer slajdu — symbol zastępczy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49000" y="6400800"/>
            <a:ext cx="990600" cy="457200"/>
          </a:xfrm>
        </p:spPr>
        <p:txBody>
          <a:bodyPr rtlCol="0"/>
          <a:lstStyle>
            <a:lvl1pPr>
              <a:defRPr>
                <a:solidFill>
                  <a:schemeClr val="bg1"/>
                </a:solidFill>
              </a:defRPr>
            </a:lvl1pPr>
          </a:lstStyle>
          <a:p>
            <a:pPr rtl="0"/>
            <a:fld id="{AEAA3239-9EA4-4A65-A281-97F994456D9F}" type="slidenum">
              <a:rPr lang="en-US" smtClean="0"/>
              <a:pPr/>
              <a:t>‹#›</a:t>
            </a:fld>
            <a:endParaRPr lang="en-US" dirty="0"/>
          </a:p>
        </p:txBody>
      </p:sp>
      <p:cxnSp>
        <p:nvCxnSpPr>
          <p:cNvPr id="7" name="Łącznik prosty 6">
            <a:extLst>
              <a:ext uri="{FF2B5EF4-FFF2-40B4-BE49-F238E27FC236}">
                <a16:creationId xmlns:a16="http://schemas.microsoft.com/office/drawing/2014/main" id="{EE11AFC6-EF52-5259-7C78-95BA7A9EDD6E}"/>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89685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Nagłówek sekcji 2">
    <p:bg>
      <p:bgPr>
        <a:solidFill>
          <a:schemeClr val="tx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143000" y="685801"/>
            <a:ext cx="7896860" cy="5257800"/>
          </a:xfrm>
        </p:spPr>
        <p:txBody>
          <a:bodyPr vert="horz" lIns="91440" tIns="45720" rIns="91440" bIns="45720" rtlCol="0" anchor="b">
            <a:normAutofit/>
          </a:bodyPr>
          <a:lstStyle>
            <a:lvl1pPr>
              <a:defRPr lang="en-US" sz="7400" dirty="0">
                <a:solidFill>
                  <a:schemeClr val="accent1"/>
                </a:solidFill>
              </a:defRPr>
            </a:lvl1pPr>
          </a:lstStyle>
          <a:p>
            <a:pPr lvl="0" rtl="0"/>
            <a:r>
              <a:rPr lang="pl"/>
              <a:t>Nagłówek sekcji</a:t>
            </a:r>
          </a:p>
        </p:txBody>
      </p:sp>
      <p:sp>
        <p:nvSpPr>
          <p:cNvPr id="5" name="Stopka — symbol zastępczy 4">
            <a:extLst>
              <a:ext uri="{FF2B5EF4-FFF2-40B4-BE49-F238E27FC236}">
                <a16:creationId xmlns:a16="http://schemas.microsoft.com/office/drawing/2014/main" id="{5B407A58-3351-E479-1A0C-2FF49FA42707}"/>
              </a:ext>
            </a:extLst>
          </p:cNvPr>
          <p:cNvSpPr>
            <a:spLocks noGrp="1"/>
          </p:cNvSpPr>
          <p:nvPr>
            <p:ph type="ftr" sz="quarter" idx="11"/>
          </p:nvPr>
        </p:nvSpPr>
        <p:spPr>
          <a:xfrm>
            <a:off x="152400" y="6400800"/>
            <a:ext cx="5943600" cy="457200"/>
          </a:xfrm>
        </p:spPr>
        <p:txBody>
          <a:bodyPr rtlCol="0"/>
          <a:lstStyle>
            <a:lvl1pPr>
              <a:defRPr>
                <a:solidFill>
                  <a:schemeClr val="bg1"/>
                </a:solidFill>
              </a:defRPr>
            </a:lvl1pPr>
          </a:lstStyle>
          <a:p>
            <a:pPr rtl="0"/>
            <a:r>
              <a:rPr lang="pl"/>
              <a:t>Przykładowy tekst stopki</a:t>
            </a:r>
            <a:endParaRPr lang="en-US" dirty="0">
              <a:solidFill>
                <a:schemeClr val="bg1"/>
              </a:solidFill>
            </a:endParaRPr>
          </a:p>
        </p:txBody>
      </p:sp>
      <p:sp>
        <p:nvSpPr>
          <p:cNvPr id="4" name="Data — symbol zastępczy 3">
            <a:extLst>
              <a:ext uri="{FF2B5EF4-FFF2-40B4-BE49-F238E27FC236}">
                <a16:creationId xmlns:a16="http://schemas.microsoft.com/office/drawing/2014/main" id="{EAE2DAFA-435E-AAF9-8B67-495E5AFDCD91}"/>
              </a:ext>
            </a:extLst>
          </p:cNvPr>
          <p:cNvSpPr>
            <a:spLocks noGrp="1"/>
          </p:cNvSpPr>
          <p:nvPr>
            <p:ph type="dt" sz="half" idx="10"/>
          </p:nvPr>
        </p:nvSpPr>
        <p:spPr>
          <a:xfrm>
            <a:off x="10058400" y="6400800"/>
            <a:ext cx="990600" cy="457200"/>
          </a:xfrm>
        </p:spPr>
        <p:txBody>
          <a:bodyPr rtlCol="0"/>
          <a:lstStyle>
            <a:lvl1pPr>
              <a:defRPr>
                <a:solidFill>
                  <a:schemeClr val="bg1"/>
                </a:solidFill>
              </a:defRPr>
            </a:lvl1pPr>
          </a:lstStyle>
          <a:p>
            <a:pPr rtl="0"/>
            <a:r>
              <a:rPr lang="en-US"/>
              <a:t>30/10/2025</a:t>
            </a:r>
            <a:endParaRPr lang="en-US" dirty="0"/>
          </a:p>
        </p:txBody>
      </p:sp>
      <p:sp>
        <p:nvSpPr>
          <p:cNvPr id="6" name="Numer slajdu — symbol zastępczy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49000" y="6400800"/>
            <a:ext cx="990600" cy="457200"/>
          </a:xfrm>
        </p:spPr>
        <p:txBody>
          <a:bodyPr rtlCol="0"/>
          <a:lstStyle>
            <a:lvl1pPr>
              <a:defRPr>
                <a:solidFill>
                  <a:schemeClr val="accent1"/>
                </a:solidFill>
              </a:defRPr>
            </a:lvl1pPr>
          </a:lstStyle>
          <a:p>
            <a:pPr rtl="0"/>
            <a:fld id="{AEAA3239-9EA4-4A65-A281-97F994456D9F}" type="slidenum">
              <a:rPr lang="en-US" smtClean="0"/>
              <a:pPr/>
              <a:t>‹#›</a:t>
            </a:fld>
            <a:endParaRPr lang="en-US" dirty="0"/>
          </a:p>
        </p:txBody>
      </p:sp>
      <p:cxnSp>
        <p:nvCxnSpPr>
          <p:cNvPr id="7" name="Łącznik prosty 6">
            <a:extLst>
              <a:ext uri="{FF2B5EF4-FFF2-40B4-BE49-F238E27FC236}">
                <a16:creationId xmlns:a16="http://schemas.microsoft.com/office/drawing/2014/main" id="{EE11AFC6-EF52-5259-7C78-95BA7A9EDD6E}"/>
              </a:ext>
            </a:extLst>
          </p:cNvPr>
          <p:cNvCxnSpPr>
            <a:cxnSpLocks/>
          </p:cNvCxnSpPr>
          <p:nvPr userDrawn="1"/>
        </p:nvCxnSpPr>
        <p:spPr>
          <a:xfrm>
            <a:off x="0" y="6400800"/>
            <a:ext cx="1219200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020124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Nagłówek sekcji 3">
    <p:bg>
      <p:bgPr>
        <a:solidFill>
          <a:schemeClr val="tx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143000" y="685801"/>
            <a:ext cx="7896860" cy="5257800"/>
          </a:xfrm>
        </p:spPr>
        <p:txBody>
          <a:bodyPr vert="horz" lIns="91440" tIns="45720" rIns="91440" bIns="45720" rtlCol="0" anchor="ctr">
            <a:normAutofit/>
          </a:bodyPr>
          <a:lstStyle>
            <a:lvl1pPr>
              <a:defRPr lang="en-US" sz="7400" dirty="0">
                <a:solidFill>
                  <a:schemeClr val="bg1"/>
                </a:solidFill>
              </a:defRPr>
            </a:lvl1pPr>
          </a:lstStyle>
          <a:p>
            <a:pPr lvl="0" rtl="0"/>
            <a:r>
              <a:rPr lang="pl"/>
              <a:t>Nagłówek sekcji</a:t>
            </a:r>
          </a:p>
        </p:txBody>
      </p:sp>
      <p:sp>
        <p:nvSpPr>
          <p:cNvPr id="5" name="Stopka — symbol zastępczy 4">
            <a:extLst>
              <a:ext uri="{FF2B5EF4-FFF2-40B4-BE49-F238E27FC236}">
                <a16:creationId xmlns:a16="http://schemas.microsoft.com/office/drawing/2014/main" id="{5B407A58-3351-E479-1A0C-2FF49FA42707}"/>
              </a:ext>
            </a:extLst>
          </p:cNvPr>
          <p:cNvSpPr>
            <a:spLocks noGrp="1"/>
          </p:cNvSpPr>
          <p:nvPr>
            <p:ph type="ftr" sz="quarter" idx="11"/>
          </p:nvPr>
        </p:nvSpPr>
        <p:spPr>
          <a:xfrm>
            <a:off x="152400" y="6400800"/>
            <a:ext cx="5943600" cy="457200"/>
          </a:xfrm>
        </p:spPr>
        <p:txBody>
          <a:bodyPr rtlCol="0"/>
          <a:lstStyle>
            <a:lvl1pPr>
              <a:defRPr>
                <a:solidFill>
                  <a:schemeClr val="bg1"/>
                </a:solidFill>
              </a:defRPr>
            </a:lvl1pPr>
          </a:lstStyle>
          <a:p>
            <a:pPr rtl="0"/>
            <a:r>
              <a:rPr lang="pl"/>
              <a:t>Przykładowy tekst stopki</a:t>
            </a:r>
            <a:endParaRPr lang="en-US" dirty="0">
              <a:solidFill>
                <a:schemeClr val="bg1"/>
              </a:solidFill>
            </a:endParaRPr>
          </a:p>
        </p:txBody>
      </p:sp>
      <p:sp>
        <p:nvSpPr>
          <p:cNvPr id="4" name="Data — symbol zastępczy 3">
            <a:extLst>
              <a:ext uri="{FF2B5EF4-FFF2-40B4-BE49-F238E27FC236}">
                <a16:creationId xmlns:a16="http://schemas.microsoft.com/office/drawing/2014/main" id="{EAE2DAFA-435E-AAF9-8B67-495E5AFDCD91}"/>
              </a:ext>
            </a:extLst>
          </p:cNvPr>
          <p:cNvSpPr>
            <a:spLocks noGrp="1"/>
          </p:cNvSpPr>
          <p:nvPr>
            <p:ph type="dt" sz="half" idx="10"/>
          </p:nvPr>
        </p:nvSpPr>
        <p:spPr>
          <a:xfrm>
            <a:off x="10058400" y="6400800"/>
            <a:ext cx="990600" cy="457200"/>
          </a:xfrm>
        </p:spPr>
        <p:txBody>
          <a:bodyPr rtlCol="0"/>
          <a:lstStyle>
            <a:lvl1pPr>
              <a:defRPr>
                <a:solidFill>
                  <a:schemeClr val="bg1"/>
                </a:solidFill>
              </a:defRPr>
            </a:lvl1pPr>
          </a:lstStyle>
          <a:p>
            <a:pPr rtl="0"/>
            <a:r>
              <a:rPr lang="en-US"/>
              <a:t>30/10/2025</a:t>
            </a:r>
            <a:endParaRPr lang="en-US" dirty="0"/>
          </a:p>
        </p:txBody>
      </p:sp>
      <p:sp>
        <p:nvSpPr>
          <p:cNvPr id="6" name="Numer slajdu — symbol zastępczy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49000" y="6400800"/>
            <a:ext cx="990600" cy="457200"/>
          </a:xfrm>
        </p:spPr>
        <p:txBody>
          <a:bodyPr rtlCol="0"/>
          <a:lstStyle>
            <a:lvl1pPr>
              <a:defRPr>
                <a:solidFill>
                  <a:schemeClr val="accent1"/>
                </a:solidFill>
              </a:defRPr>
            </a:lvl1pPr>
          </a:lstStyle>
          <a:p>
            <a:pPr rtl="0"/>
            <a:fld id="{AEAA3239-9EA4-4A65-A281-97F994456D9F}" type="slidenum">
              <a:rPr lang="en-US" smtClean="0"/>
              <a:pPr/>
              <a:t>‹#›</a:t>
            </a:fld>
            <a:endParaRPr lang="en-US" dirty="0"/>
          </a:p>
        </p:txBody>
      </p:sp>
      <p:cxnSp>
        <p:nvCxnSpPr>
          <p:cNvPr id="7" name="Łącznik prosty 6">
            <a:extLst>
              <a:ext uri="{FF2B5EF4-FFF2-40B4-BE49-F238E27FC236}">
                <a16:creationId xmlns:a16="http://schemas.microsoft.com/office/drawing/2014/main" id="{EE11AFC6-EF52-5259-7C78-95BA7A9EDD6E}"/>
              </a:ext>
            </a:extLst>
          </p:cNvPr>
          <p:cNvCxnSpPr>
            <a:cxnSpLocks/>
          </p:cNvCxnSpPr>
          <p:nvPr userDrawn="1"/>
        </p:nvCxnSpPr>
        <p:spPr>
          <a:xfrm>
            <a:off x="0" y="6400800"/>
            <a:ext cx="1219200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35117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Plan">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E4019F8-742E-9EEF-F591-C9666AC32AF1}"/>
              </a:ext>
            </a:extLst>
          </p:cNvPr>
          <p:cNvSpPr>
            <a:spLocks noGrp="1"/>
          </p:cNvSpPr>
          <p:nvPr>
            <p:ph type="title"/>
          </p:nvPr>
        </p:nvSpPr>
        <p:spPr>
          <a:xfrm>
            <a:off x="1143000" y="685800"/>
            <a:ext cx="4343400" cy="5257800"/>
          </a:xfrm>
        </p:spPr>
        <p:txBody>
          <a:bodyPr rtlCol="0" anchor="ctr">
            <a:normAutofit/>
          </a:bodyPr>
          <a:lstStyle>
            <a:lvl1pPr>
              <a:defRPr sz="3600"/>
            </a:lvl1pPr>
          </a:lstStyle>
          <a:p>
            <a:pPr rtl="0"/>
            <a:r>
              <a:rPr lang="pl"/>
              <a:t>Kliknij, aby edytować styl wzorca tytułu</a:t>
            </a:r>
          </a:p>
        </p:txBody>
      </p:sp>
      <p:sp>
        <p:nvSpPr>
          <p:cNvPr id="7" name="Zawartość — symbol zastępczy 6">
            <a:extLst>
              <a:ext uri="{FF2B5EF4-FFF2-40B4-BE49-F238E27FC236}">
                <a16:creationId xmlns:a16="http://schemas.microsoft.com/office/drawing/2014/main" id="{28C8B19A-6FC1-2B71-0BFB-9274CBF396B9}"/>
              </a:ext>
            </a:extLst>
          </p:cNvPr>
          <p:cNvSpPr>
            <a:spLocks noGrp="1"/>
          </p:cNvSpPr>
          <p:nvPr>
            <p:ph sz="quarter" idx="13"/>
          </p:nvPr>
        </p:nvSpPr>
        <p:spPr>
          <a:xfrm>
            <a:off x="6096000" y="685801"/>
            <a:ext cx="4953000" cy="5257800"/>
          </a:xfrm>
        </p:spPr>
        <p:txBody>
          <a:bodyPr rtlCol="0" anchor="ctr">
            <a:normAutofit/>
          </a:bodyPr>
          <a:lstStyle>
            <a:lvl1pPr marL="457200" indent="-457200">
              <a:buClr>
                <a:schemeClr val="accent1"/>
              </a:buClr>
              <a:buFont typeface="+mj-lt"/>
              <a:buAutoNum type="arabicPeriod"/>
              <a:defRPr sz="1800"/>
            </a:lvl1pPr>
            <a:lvl2pPr marL="685800" indent="-457200">
              <a:buClr>
                <a:schemeClr val="accent1"/>
              </a:buClr>
              <a:buFont typeface="+mj-lt"/>
              <a:buAutoNum type="arabicPeriod"/>
              <a:defRPr sz="1800"/>
            </a:lvl2pPr>
            <a:lvl3pPr marL="800100" indent="-342900">
              <a:buClr>
                <a:schemeClr val="accent1"/>
              </a:buClr>
              <a:buFont typeface="+mj-lt"/>
              <a:buAutoNum type="arabicPeriod"/>
              <a:defRPr sz="1800"/>
            </a:lvl3pPr>
            <a:lvl4pPr marL="1028700" indent="-342900">
              <a:buClr>
                <a:schemeClr val="accent1"/>
              </a:buClr>
              <a:buFont typeface="+mj-lt"/>
              <a:buAutoNum type="arabicPeriod"/>
              <a:defRPr sz="1800"/>
            </a:lvl4pPr>
            <a:lvl5pPr marL="1257300" indent="-342900">
              <a:buClr>
                <a:schemeClr val="accent1"/>
              </a:buClr>
              <a:buFont typeface="+mj-lt"/>
              <a:buAutoNum type="arabicPeriod"/>
              <a:defRPr sz="1800"/>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4" name="Stopka — symbol zastępczy 3">
            <a:extLst>
              <a:ext uri="{FF2B5EF4-FFF2-40B4-BE49-F238E27FC236}">
                <a16:creationId xmlns:a16="http://schemas.microsoft.com/office/drawing/2014/main" id="{0B12CFE6-D05E-5478-B3A4-81DC4DCD7410}"/>
              </a:ext>
            </a:extLst>
          </p:cNvPr>
          <p:cNvSpPr>
            <a:spLocks noGrp="1"/>
          </p:cNvSpPr>
          <p:nvPr>
            <p:ph type="ftr" sz="quarter" idx="11"/>
          </p:nvPr>
        </p:nvSpPr>
        <p:spPr/>
        <p:txBody>
          <a:bodyPr rtlCol="0"/>
          <a:lstStyle/>
          <a:p>
            <a:pPr rtl="0"/>
            <a:r>
              <a:rPr lang="pl"/>
              <a:t>Przykładowy tekst stopki</a:t>
            </a:r>
          </a:p>
        </p:txBody>
      </p:sp>
      <p:sp>
        <p:nvSpPr>
          <p:cNvPr id="3" name="Data — symbol zastępczy 2">
            <a:extLst>
              <a:ext uri="{FF2B5EF4-FFF2-40B4-BE49-F238E27FC236}">
                <a16:creationId xmlns:a16="http://schemas.microsoft.com/office/drawing/2014/main" id="{6CC77F2D-39D2-22F7-CF0B-39D63EBF00B7}"/>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5" name="Numer slajdu — symbol zastępczy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8" name="Łącznik prosty 7">
            <a:extLst>
              <a:ext uri="{FF2B5EF4-FFF2-40B4-BE49-F238E27FC236}">
                <a16:creationId xmlns:a16="http://schemas.microsoft.com/office/drawing/2014/main" id="{CEEAC3E4-34A4-BAF1-4CEC-F3578B7F260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62023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Plan z obraz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E4019F8-742E-9EEF-F591-C9666AC32AF1}"/>
              </a:ext>
            </a:extLst>
          </p:cNvPr>
          <p:cNvSpPr>
            <a:spLocks noGrp="1"/>
          </p:cNvSpPr>
          <p:nvPr>
            <p:ph type="title"/>
          </p:nvPr>
        </p:nvSpPr>
        <p:spPr>
          <a:xfrm>
            <a:off x="5132492" y="685800"/>
            <a:ext cx="5916508" cy="1705362"/>
          </a:xfrm>
        </p:spPr>
        <p:txBody>
          <a:bodyPr rtlCol="0" anchor="b">
            <a:normAutofit/>
          </a:bodyPr>
          <a:lstStyle>
            <a:lvl1pPr>
              <a:defRPr sz="3600"/>
            </a:lvl1pPr>
          </a:lstStyle>
          <a:p>
            <a:pPr rtl="0"/>
            <a:r>
              <a:rPr lang="pl"/>
              <a:t>Kliknij, aby edytować styl wzorca tytułu</a:t>
            </a:r>
          </a:p>
        </p:txBody>
      </p:sp>
      <p:sp>
        <p:nvSpPr>
          <p:cNvPr id="10" name="Obraz — symbol zastępczy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1143000" y="685800"/>
            <a:ext cx="327747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Autofit/>
          </a:bodyPr>
          <a:lstStyle>
            <a:lvl1pPr marL="0" indent="0">
              <a:buNone/>
              <a:defRPr/>
            </a:lvl1pPr>
          </a:lstStyle>
          <a:p>
            <a:pPr rtl="0"/>
            <a:r>
              <a:rPr lang="pl"/>
              <a:t>   </a:t>
            </a:r>
          </a:p>
        </p:txBody>
      </p:sp>
      <p:sp>
        <p:nvSpPr>
          <p:cNvPr id="7" name="Zawartość — symbol zastępczy 6">
            <a:extLst>
              <a:ext uri="{FF2B5EF4-FFF2-40B4-BE49-F238E27FC236}">
                <a16:creationId xmlns:a16="http://schemas.microsoft.com/office/drawing/2014/main" id="{28C8B19A-6FC1-2B71-0BFB-9274CBF396B9}"/>
              </a:ext>
            </a:extLst>
          </p:cNvPr>
          <p:cNvSpPr>
            <a:spLocks noGrp="1"/>
          </p:cNvSpPr>
          <p:nvPr>
            <p:ph sz="quarter" idx="13"/>
          </p:nvPr>
        </p:nvSpPr>
        <p:spPr>
          <a:xfrm>
            <a:off x="5132493" y="2574043"/>
            <a:ext cx="5916507" cy="3369557"/>
          </a:xfrm>
        </p:spPr>
        <p:txBody>
          <a:bodyPr rtlCol="0">
            <a:normAutofit/>
          </a:bodyPr>
          <a:lstStyle>
            <a:lvl1pPr marL="457200" indent="-457200">
              <a:buClr>
                <a:schemeClr val="accent1"/>
              </a:buClr>
              <a:buFont typeface="+mj-lt"/>
              <a:buAutoNum type="arabicPeriod"/>
              <a:defRPr sz="1800"/>
            </a:lvl1pPr>
            <a:lvl2pPr marL="571500" indent="-342900">
              <a:buClr>
                <a:schemeClr val="accent1"/>
              </a:buClr>
              <a:buFont typeface="+mj-lt"/>
              <a:buAutoNum type="arabicPeriod"/>
              <a:defRPr sz="1800"/>
            </a:lvl2pPr>
            <a:lvl3pPr marL="800100" indent="-342900">
              <a:buClr>
                <a:schemeClr val="accent1"/>
              </a:buClr>
              <a:buFont typeface="+mj-lt"/>
              <a:buAutoNum type="arabicPeriod"/>
              <a:defRPr sz="1800"/>
            </a:lvl3pPr>
            <a:lvl4pPr marL="1028700" indent="-342900">
              <a:buClr>
                <a:schemeClr val="accent1"/>
              </a:buClr>
              <a:buFont typeface="+mj-lt"/>
              <a:buAutoNum type="arabicPeriod"/>
              <a:defRPr sz="1800"/>
            </a:lvl4pPr>
            <a:lvl5pPr>
              <a:buClr>
                <a:schemeClr val="accent1"/>
              </a:buClr>
              <a:buFont typeface="+mj-lt"/>
              <a:buAutoNum type="arabicPeriod"/>
              <a:defRPr sz="1800"/>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4" name="Stopka — symbol zastępczy 3">
            <a:extLst>
              <a:ext uri="{FF2B5EF4-FFF2-40B4-BE49-F238E27FC236}">
                <a16:creationId xmlns:a16="http://schemas.microsoft.com/office/drawing/2014/main" id="{0B12CFE6-D05E-5478-B3A4-81DC4DCD7410}"/>
              </a:ext>
            </a:extLst>
          </p:cNvPr>
          <p:cNvSpPr>
            <a:spLocks noGrp="1"/>
          </p:cNvSpPr>
          <p:nvPr>
            <p:ph type="ftr" sz="quarter" idx="11"/>
          </p:nvPr>
        </p:nvSpPr>
        <p:spPr>
          <a:xfrm>
            <a:off x="152400" y="6400800"/>
            <a:ext cx="5943600" cy="457200"/>
          </a:xfrm>
        </p:spPr>
        <p:txBody>
          <a:bodyPr rtlCol="0"/>
          <a:lstStyle/>
          <a:p>
            <a:pPr rtl="0"/>
            <a:r>
              <a:rPr lang="pl"/>
              <a:t>Przykładowy tekst stopki</a:t>
            </a:r>
          </a:p>
        </p:txBody>
      </p:sp>
      <p:sp>
        <p:nvSpPr>
          <p:cNvPr id="3" name="Data — symbol zastępczy 2">
            <a:extLst>
              <a:ext uri="{FF2B5EF4-FFF2-40B4-BE49-F238E27FC236}">
                <a16:creationId xmlns:a16="http://schemas.microsoft.com/office/drawing/2014/main" id="{6CC77F2D-39D2-22F7-CF0B-39D63EBF00B7}"/>
              </a:ext>
            </a:extLst>
          </p:cNvPr>
          <p:cNvSpPr>
            <a:spLocks noGrp="1"/>
          </p:cNvSpPr>
          <p:nvPr>
            <p:ph type="dt" sz="half" idx="10"/>
          </p:nvPr>
        </p:nvSpPr>
        <p:spPr>
          <a:xfrm>
            <a:off x="10058400" y="6400800"/>
            <a:ext cx="990600" cy="457200"/>
          </a:xfrm>
        </p:spPr>
        <p:txBody>
          <a:bodyPr rtlCol="0"/>
          <a:lstStyle/>
          <a:p>
            <a:pPr rtl="0"/>
            <a:r>
              <a:rPr lang="en-US"/>
              <a:t>30/10/2025</a:t>
            </a:r>
            <a:endParaRPr lang="en-US" dirty="0"/>
          </a:p>
        </p:txBody>
      </p:sp>
      <p:sp>
        <p:nvSpPr>
          <p:cNvPr id="5" name="Numer slajdu — symbol zastępczy 4">
            <a:extLst>
              <a:ext uri="{FF2B5EF4-FFF2-40B4-BE49-F238E27FC236}">
                <a16:creationId xmlns:a16="http://schemas.microsoft.com/office/drawing/2014/main" id="{626B86D3-24E1-029E-BA22-9F17F9517D65}"/>
              </a:ext>
            </a:extLst>
          </p:cNvPr>
          <p:cNvSpPr>
            <a:spLocks noGrp="1"/>
          </p:cNvSpPr>
          <p:nvPr>
            <p:ph type="sldNum" sz="quarter" idx="12"/>
          </p:nvPr>
        </p:nvSpPr>
        <p:spPr>
          <a:xfrm>
            <a:off x="11049000" y="6400800"/>
            <a:ext cx="990600" cy="457200"/>
          </a:xfrm>
        </p:spPr>
        <p:txBody>
          <a:bodyPr rtlCol="0"/>
          <a:lstStyle/>
          <a:p>
            <a:pPr rtl="0"/>
            <a:fld id="{AEAA3239-9EA4-4A65-A281-97F994456D9F}" type="slidenum">
              <a:rPr lang="en-US" smtClean="0"/>
              <a:t>‹#›</a:t>
            </a:fld>
            <a:endParaRPr lang="en-US" dirty="0"/>
          </a:p>
        </p:txBody>
      </p:sp>
      <p:cxnSp>
        <p:nvCxnSpPr>
          <p:cNvPr id="6" name="Łącznik prosty 5">
            <a:extLst>
              <a:ext uri="{FF2B5EF4-FFF2-40B4-BE49-F238E27FC236}">
                <a16:creationId xmlns:a16="http://schemas.microsoft.com/office/drawing/2014/main" id="{88522FD4-D873-5880-85CA-819074029061}"/>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62129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awartość 2">
    <p:spTree>
      <p:nvGrpSpPr>
        <p:cNvPr id="1" name=""/>
        <p:cNvGrpSpPr/>
        <p:nvPr/>
      </p:nvGrpSpPr>
      <p:grpSpPr>
        <a:xfrm>
          <a:off x="0" y="0"/>
          <a:ext cx="0" cy="0"/>
          <a:chOff x="0" y="0"/>
          <a:chExt cx="0" cy="0"/>
        </a:xfrm>
      </p:grpSpPr>
      <p:sp>
        <p:nvSpPr>
          <p:cNvPr id="10" name="Tytuł 9">
            <a:extLst>
              <a:ext uri="{FF2B5EF4-FFF2-40B4-BE49-F238E27FC236}">
                <a16:creationId xmlns:a16="http://schemas.microsoft.com/office/drawing/2014/main" id="{9095FE81-352A-04EE-D805-C0A4E238235A}"/>
              </a:ext>
            </a:extLst>
          </p:cNvPr>
          <p:cNvSpPr>
            <a:spLocks noGrp="1"/>
          </p:cNvSpPr>
          <p:nvPr>
            <p:ph type="title"/>
          </p:nvPr>
        </p:nvSpPr>
        <p:spPr>
          <a:xfrm>
            <a:off x="1143001" y="2438397"/>
            <a:ext cx="6623435" cy="1156423"/>
          </a:xfrm>
        </p:spPr>
        <p:txBody>
          <a:bodyPr rtlCol="0" anchor="b"/>
          <a:lstStyle/>
          <a:p>
            <a:pPr rtl="0"/>
            <a:r>
              <a:rPr lang="pl"/>
              <a:t>Kliknij, aby edytować styl wzorca tytułu</a:t>
            </a:r>
          </a:p>
        </p:txBody>
      </p:sp>
      <p:sp>
        <p:nvSpPr>
          <p:cNvPr id="5" name="Stopka — symbol zastępczy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pl"/>
              <a:t>Przykładowy tekst stopki</a:t>
            </a:r>
          </a:p>
        </p:txBody>
      </p:sp>
      <p:sp>
        <p:nvSpPr>
          <p:cNvPr id="4" name="Data — symbol zastępczy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6" name="Numer slajdu — symbol zastępczy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3" name="Łącznik prosty 2">
            <a:extLst>
              <a:ext uri="{FF2B5EF4-FFF2-40B4-BE49-F238E27FC236}">
                <a16:creationId xmlns:a16="http://schemas.microsoft.com/office/drawing/2014/main" id="{D8EE849E-3DB2-6D09-829E-63D97DAF47A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Zawartość — symbol zastępczy 7">
            <a:extLst>
              <a:ext uri="{FF2B5EF4-FFF2-40B4-BE49-F238E27FC236}">
                <a16:creationId xmlns:a16="http://schemas.microsoft.com/office/drawing/2014/main" id="{53380E56-1E9F-BBE4-3737-14FD20DDE33F}"/>
              </a:ext>
            </a:extLst>
          </p:cNvPr>
          <p:cNvSpPr>
            <a:spLocks noGrp="1"/>
          </p:cNvSpPr>
          <p:nvPr>
            <p:ph sz="quarter" idx="14"/>
          </p:nvPr>
        </p:nvSpPr>
        <p:spPr>
          <a:xfrm>
            <a:off x="1143000" y="3777702"/>
            <a:ext cx="4659735" cy="1632498"/>
          </a:xfrm>
        </p:spPr>
        <p:txBody>
          <a:bodyPr rtlCol="0"/>
          <a:lstStyle>
            <a:lvl1pPr>
              <a:spcBef>
                <a:spcPts val="0"/>
              </a:spcBef>
              <a:buNone/>
              <a:defRPr/>
            </a:lvl1pPr>
            <a:lvl2pPr>
              <a:spcBef>
                <a:spcPts val="0"/>
              </a:spcBef>
              <a:buNone/>
              <a:defRPr/>
            </a:lvl2pPr>
            <a:lvl3pPr>
              <a:spcBef>
                <a:spcPts val="0"/>
              </a:spcBef>
              <a:buNone/>
              <a:defRPr/>
            </a:lvl3pPr>
            <a:lvl4pPr>
              <a:spcBef>
                <a:spcPts val="0"/>
              </a:spcBef>
              <a:buNone/>
              <a:defRPr/>
            </a:lvl4pPr>
            <a:lvl5pPr>
              <a:spcBef>
                <a:spcPts val="0"/>
              </a:spcBef>
              <a:buNone/>
              <a:defRPr/>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p>
        </p:txBody>
      </p:sp>
    </p:spTree>
    <p:extLst>
      <p:ext uri="{BB962C8B-B14F-4D97-AF65-F5344CB8AC3E}">
        <p14:creationId xmlns:p14="http://schemas.microsoft.com/office/powerpoint/2010/main" val="12836000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Zawartość 3">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C7433D9-FD02-59E2-0F81-A0B7201D2DA0}"/>
              </a:ext>
            </a:extLst>
          </p:cNvPr>
          <p:cNvSpPr>
            <a:spLocks noGrp="1"/>
          </p:cNvSpPr>
          <p:nvPr>
            <p:ph type="title"/>
          </p:nvPr>
        </p:nvSpPr>
        <p:spPr>
          <a:xfrm>
            <a:off x="1143000" y="685800"/>
            <a:ext cx="3506558" cy="3456894"/>
          </a:xfrm>
        </p:spPr>
        <p:txBody>
          <a:bodyPr rtlCol="0" anchor="t">
            <a:normAutofit/>
          </a:bodyPr>
          <a:lstStyle>
            <a:lvl1pPr>
              <a:defRPr sz="3600"/>
            </a:lvl1pPr>
          </a:lstStyle>
          <a:p>
            <a:pPr rtl="0"/>
            <a:r>
              <a:rPr lang="pl"/>
              <a:t>Kliknij, aby edytować styl wzorca tytułu</a:t>
            </a:r>
          </a:p>
        </p:txBody>
      </p:sp>
      <p:sp>
        <p:nvSpPr>
          <p:cNvPr id="8" name="Zawartość — symbol zastępczy 7">
            <a:extLst>
              <a:ext uri="{FF2B5EF4-FFF2-40B4-BE49-F238E27FC236}">
                <a16:creationId xmlns:a16="http://schemas.microsoft.com/office/drawing/2014/main" id="{D42D62A0-8127-CE86-0633-0D65E1E136F7}"/>
              </a:ext>
            </a:extLst>
          </p:cNvPr>
          <p:cNvSpPr>
            <a:spLocks noGrp="1"/>
          </p:cNvSpPr>
          <p:nvPr>
            <p:ph sz="quarter" idx="13"/>
          </p:nvPr>
        </p:nvSpPr>
        <p:spPr>
          <a:xfrm>
            <a:off x="5402777" y="685800"/>
            <a:ext cx="4956175" cy="3461212"/>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p>
        </p:txBody>
      </p:sp>
      <p:sp>
        <p:nvSpPr>
          <p:cNvPr id="5" name="Stopka — symbol zastępczy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pl"/>
              <a:t>Przykładowy tekst stopki</a:t>
            </a:r>
          </a:p>
        </p:txBody>
      </p:sp>
      <p:sp>
        <p:nvSpPr>
          <p:cNvPr id="4" name="Data — symbol zastępczy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6" name="Numer slajdu — symbol zastępczy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3" name="Łącznik prosty 2">
            <a:extLst>
              <a:ext uri="{FF2B5EF4-FFF2-40B4-BE49-F238E27FC236}">
                <a16:creationId xmlns:a16="http://schemas.microsoft.com/office/drawing/2014/main" id="{06F077C1-74FA-7247-9C7C-6A14D1FE584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52619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Zawartość 4">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C7433D9-FD02-59E2-0F81-A0B7201D2DA0}"/>
              </a:ext>
            </a:extLst>
          </p:cNvPr>
          <p:cNvSpPr>
            <a:spLocks noGrp="1"/>
          </p:cNvSpPr>
          <p:nvPr>
            <p:ph type="title"/>
          </p:nvPr>
        </p:nvSpPr>
        <p:spPr>
          <a:xfrm>
            <a:off x="1162471" y="2102780"/>
            <a:ext cx="3923455" cy="3840819"/>
          </a:xfrm>
        </p:spPr>
        <p:txBody>
          <a:bodyPr rtlCol="0" anchor="t">
            <a:normAutofit/>
          </a:bodyPr>
          <a:lstStyle>
            <a:lvl1pPr>
              <a:defRPr sz="3600"/>
            </a:lvl1pPr>
          </a:lstStyle>
          <a:p>
            <a:pPr rtl="0"/>
            <a:r>
              <a:rPr lang="pl"/>
              <a:t>Kliknij, aby edytować styl wzorca tytułu</a:t>
            </a:r>
            <a:endParaRPr lang="en-US" dirty="0"/>
          </a:p>
        </p:txBody>
      </p:sp>
      <p:sp>
        <p:nvSpPr>
          <p:cNvPr id="8" name="Zawartość — symbol zastępczy 7">
            <a:extLst>
              <a:ext uri="{FF2B5EF4-FFF2-40B4-BE49-F238E27FC236}">
                <a16:creationId xmlns:a16="http://schemas.microsoft.com/office/drawing/2014/main" id="{FFB4667A-FE47-8556-FD3A-55FDBA801D76}"/>
              </a:ext>
            </a:extLst>
          </p:cNvPr>
          <p:cNvSpPr>
            <a:spLocks noGrp="1"/>
          </p:cNvSpPr>
          <p:nvPr>
            <p:ph sz="quarter" idx="13"/>
          </p:nvPr>
        </p:nvSpPr>
        <p:spPr>
          <a:xfrm>
            <a:off x="5797941" y="685800"/>
            <a:ext cx="5251059" cy="5257800"/>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5" name="Stopka — symbol zastępczy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pl"/>
              <a:t>Przykładowy tekst stopki</a:t>
            </a:r>
          </a:p>
        </p:txBody>
      </p:sp>
      <p:sp>
        <p:nvSpPr>
          <p:cNvPr id="4" name="Data — symbol zastępczy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6" name="Numer slajdu — symbol zastępczy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3" name="Łącznik prosty 2">
            <a:extLst>
              <a:ext uri="{FF2B5EF4-FFF2-40B4-BE49-F238E27FC236}">
                <a16:creationId xmlns:a16="http://schemas.microsoft.com/office/drawing/2014/main" id="{060DACAA-0808-2D60-12F2-52C968353E1D}"/>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41811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Zawartość 5">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C7433D9-FD02-59E2-0F81-A0B7201D2DA0}"/>
              </a:ext>
            </a:extLst>
          </p:cNvPr>
          <p:cNvSpPr>
            <a:spLocks noGrp="1"/>
          </p:cNvSpPr>
          <p:nvPr>
            <p:ph type="title"/>
          </p:nvPr>
        </p:nvSpPr>
        <p:spPr>
          <a:xfrm>
            <a:off x="1143001" y="702859"/>
            <a:ext cx="3048000" cy="5219330"/>
          </a:xfrm>
        </p:spPr>
        <p:txBody>
          <a:bodyPr rtlCol="0" anchor="b">
            <a:normAutofit/>
          </a:bodyPr>
          <a:lstStyle>
            <a:lvl1pPr>
              <a:defRPr sz="3600"/>
            </a:lvl1pPr>
          </a:lstStyle>
          <a:p>
            <a:pPr rtl="0"/>
            <a:r>
              <a:rPr lang="pl"/>
              <a:t>Kliknij, aby edytować styl wzorca tytułu</a:t>
            </a:r>
          </a:p>
        </p:txBody>
      </p:sp>
      <p:sp>
        <p:nvSpPr>
          <p:cNvPr id="8" name="Zawartość — symbol zastępczy 7">
            <a:extLst>
              <a:ext uri="{FF2B5EF4-FFF2-40B4-BE49-F238E27FC236}">
                <a16:creationId xmlns:a16="http://schemas.microsoft.com/office/drawing/2014/main" id="{C6F072A2-EBC7-B7EA-DA98-BAC0AA46E7A4}"/>
              </a:ext>
            </a:extLst>
          </p:cNvPr>
          <p:cNvSpPr>
            <a:spLocks noGrp="1"/>
          </p:cNvSpPr>
          <p:nvPr>
            <p:ph sz="quarter" idx="13"/>
          </p:nvPr>
        </p:nvSpPr>
        <p:spPr>
          <a:xfrm>
            <a:off x="4928417" y="724270"/>
            <a:ext cx="6120583" cy="5219330"/>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p>
        </p:txBody>
      </p:sp>
      <p:sp>
        <p:nvSpPr>
          <p:cNvPr id="5" name="Stopka — symbol zastępczy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pl"/>
              <a:t>Przykładowy tekst stopki</a:t>
            </a:r>
          </a:p>
        </p:txBody>
      </p:sp>
      <p:sp>
        <p:nvSpPr>
          <p:cNvPr id="4" name="Data — symbol zastępczy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6" name="Numer slajdu — symbol zastępczy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3" name="Łącznik prosty 2">
            <a:extLst>
              <a:ext uri="{FF2B5EF4-FFF2-40B4-BE49-F238E27FC236}">
                <a16:creationId xmlns:a16="http://schemas.microsoft.com/office/drawing/2014/main" id="{103579D9-BC9D-2B0D-42FA-B8F3791ECB8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63323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Zawartość 6">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C7433D9-FD02-59E2-0F81-A0B7201D2DA0}"/>
              </a:ext>
            </a:extLst>
          </p:cNvPr>
          <p:cNvSpPr>
            <a:spLocks noGrp="1"/>
          </p:cNvSpPr>
          <p:nvPr>
            <p:ph type="title"/>
          </p:nvPr>
        </p:nvSpPr>
        <p:spPr>
          <a:xfrm>
            <a:off x="1143000" y="707549"/>
            <a:ext cx="2590800" cy="5236051"/>
          </a:xfrm>
        </p:spPr>
        <p:txBody>
          <a:bodyPr rtlCol="0" anchor="b">
            <a:normAutofit/>
          </a:bodyPr>
          <a:lstStyle>
            <a:lvl1pPr>
              <a:defRPr sz="3600"/>
            </a:lvl1pPr>
          </a:lstStyle>
          <a:p>
            <a:pPr rtl="0"/>
            <a:r>
              <a:rPr lang="pl"/>
              <a:t>Kliknij, aby edytować styl wzorca tytułu</a:t>
            </a:r>
            <a:endParaRPr lang="en-US" dirty="0"/>
          </a:p>
        </p:txBody>
      </p:sp>
      <p:sp>
        <p:nvSpPr>
          <p:cNvPr id="8" name="Zawartość — symbol zastępczy 7">
            <a:extLst>
              <a:ext uri="{FF2B5EF4-FFF2-40B4-BE49-F238E27FC236}">
                <a16:creationId xmlns:a16="http://schemas.microsoft.com/office/drawing/2014/main" id="{8C71126E-AEFA-B45A-CD39-AC1315E03339}"/>
              </a:ext>
            </a:extLst>
          </p:cNvPr>
          <p:cNvSpPr>
            <a:spLocks noGrp="1"/>
          </p:cNvSpPr>
          <p:nvPr>
            <p:ph sz="quarter" idx="13"/>
          </p:nvPr>
        </p:nvSpPr>
        <p:spPr>
          <a:xfrm>
            <a:off x="4445817" y="708184"/>
            <a:ext cx="6603184" cy="5235416"/>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5" name="Stopka — symbol zastępczy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pl"/>
              <a:t>Przykładowy tekst stopki</a:t>
            </a:r>
          </a:p>
        </p:txBody>
      </p:sp>
      <p:sp>
        <p:nvSpPr>
          <p:cNvPr id="4" name="Data — symbol zastępczy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6" name="Numer slajdu — symbol zastępczy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3" name="Łącznik prosty 2">
            <a:extLst>
              <a:ext uri="{FF2B5EF4-FFF2-40B4-BE49-F238E27FC236}">
                <a16:creationId xmlns:a16="http://schemas.microsoft.com/office/drawing/2014/main" id="{092C2954-C801-2F12-6B41-2D0F2CDE9027}"/>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562577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Zawartość z obraz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AF3BB49-A328-F121-7F27-DEB7C3CC2B0F}"/>
              </a:ext>
            </a:extLst>
          </p:cNvPr>
          <p:cNvSpPr>
            <a:spLocks noGrp="1"/>
          </p:cNvSpPr>
          <p:nvPr>
            <p:ph type="title"/>
          </p:nvPr>
        </p:nvSpPr>
        <p:spPr>
          <a:xfrm>
            <a:off x="8331931" y="719137"/>
            <a:ext cx="2717068" cy="1858941"/>
          </a:xfrm>
        </p:spPr>
        <p:txBody>
          <a:bodyPr rtlCol="0" anchor="t"/>
          <a:lstStyle/>
          <a:p>
            <a:pPr rtl="0"/>
            <a:r>
              <a:rPr lang="pl"/>
              <a:t>Kliknij, aby edytować styl wzorca tytułu</a:t>
            </a:r>
            <a:endParaRPr lang="en-US" dirty="0"/>
          </a:p>
        </p:txBody>
      </p:sp>
      <p:sp>
        <p:nvSpPr>
          <p:cNvPr id="10" name="Obraz — symbol zastępczy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1143000" y="685800"/>
            <a:ext cx="647691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Autofit/>
          </a:bodyPr>
          <a:lstStyle>
            <a:lvl1pPr marL="0" indent="0">
              <a:buNone/>
              <a:defRPr/>
            </a:lvl1pPr>
          </a:lstStyle>
          <a:p>
            <a:pPr rtl="0"/>
            <a:r>
              <a:rPr lang="pl"/>
              <a:t>   </a:t>
            </a:r>
          </a:p>
        </p:txBody>
      </p:sp>
      <p:sp>
        <p:nvSpPr>
          <p:cNvPr id="8" name="Zawartość — symbol zastępczy 7">
            <a:extLst>
              <a:ext uri="{FF2B5EF4-FFF2-40B4-BE49-F238E27FC236}">
                <a16:creationId xmlns:a16="http://schemas.microsoft.com/office/drawing/2014/main" id="{6E0D00CE-C191-6DE5-9D82-7EFB59BC3739}"/>
              </a:ext>
            </a:extLst>
          </p:cNvPr>
          <p:cNvSpPr>
            <a:spLocks noGrp="1"/>
          </p:cNvSpPr>
          <p:nvPr>
            <p:ph sz="quarter" idx="14"/>
          </p:nvPr>
        </p:nvSpPr>
        <p:spPr>
          <a:xfrm>
            <a:off x="8326957" y="2793033"/>
            <a:ext cx="2717068" cy="2833042"/>
          </a:xfrm>
        </p:spPr>
        <p:txBody>
          <a:bodyPr vert="horz" lIns="91440" tIns="45720" rIns="91440" bIns="45720" rtlCol="0">
            <a:normAutofit/>
          </a:bodyPr>
          <a:lstStyle>
            <a:lvl1pPr marL="0" indent="0">
              <a:spcBef>
                <a:spcPts val="0"/>
              </a:spcBef>
              <a:buNone/>
              <a:defRPr lang="en-US" dirty="0"/>
            </a:lvl1pPr>
            <a:lvl2pPr marL="228600" indent="0">
              <a:spcBef>
                <a:spcPts val="0"/>
              </a:spcBef>
              <a:buNone/>
              <a:defRPr lang="en-US" dirty="0"/>
            </a:lvl2pPr>
            <a:lvl3pPr marL="457200" indent="0">
              <a:spcBef>
                <a:spcPts val="0"/>
              </a:spcBef>
              <a:buNone/>
              <a:defRPr lang="en-US" dirty="0"/>
            </a:lvl3pPr>
            <a:lvl4pPr marL="685800" indent="0">
              <a:spcBef>
                <a:spcPts val="0"/>
              </a:spcBef>
              <a:buNone/>
              <a:defRPr lang="en-US" dirty="0"/>
            </a:lvl4pPr>
            <a:lvl5pPr marL="914400" indent="0">
              <a:spcBef>
                <a:spcPts val="0"/>
              </a:spcBef>
              <a:buNone/>
              <a:defRPr lang="en-US" dirty="0"/>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6" name="Stopka — symbol zastępczy 5">
            <a:extLst>
              <a:ext uri="{FF2B5EF4-FFF2-40B4-BE49-F238E27FC236}">
                <a16:creationId xmlns:a16="http://schemas.microsoft.com/office/drawing/2014/main" id="{C2BDD5A2-CE3E-3215-6DAA-F75C0D1229DA}"/>
              </a:ext>
            </a:extLst>
          </p:cNvPr>
          <p:cNvSpPr>
            <a:spLocks noGrp="1"/>
          </p:cNvSpPr>
          <p:nvPr>
            <p:ph type="ftr" sz="quarter" idx="11"/>
          </p:nvPr>
        </p:nvSpPr>
        <p:spPr>
          <a:xfrm>
            <a:off x="152401" y="6400800"/>
            <a:ext cx="5943600" cy="457200"/>
          </a:xfrm>
        </p:spPr>
        <p:txBody>
          <a:bodyPr rtlCol="0"/>
          <a:lstStyle/>
          <a:p>
            <a:pPr rtl="0"/>
            <a:r>
              <a:rPr lang="pl"/>
              <a:t>Przykładowy tekst stopki</a:t>
            </a:r>
          </a:p>
        </p:txBody>
      </p:sp>
      <p:sp>
        <p:nvSpPr>
          <p:cNvPr id="5" name="Data — symbol zastępczy 4">
            <a:extLst>
              <a:ext uri="{FF2B5EF4-FFF2-40B4-BE49-F238E27FC236}">
                <a16:creationId xmlns:a16="http://schemas.microsoft.com/office/drawing/2014/main" id="{897D0B7E-1A60-DA52-6965-92412B1C2F9F}"/>
              </a:ext>
            </a:extLst>
          </p:cNvPr>
          <p:cNvSpPr>
            <a:spLocks noGrp="1"/>
          </p:cNvSpPr>
          <p:nvPr>
            <p:ph type="dt" sz="half" idx="10"/>
          </p:nvPr>
        </p:nvSpPr>
        <p:spPr>
          <a:xfrm>
            <a:off x="10048450" y="6400800"/>
            <a:ext cx="995575" cy="457200"/>
          </a:xfrm>
        </p:spPr>
        <p:txBody>
          <a:bodyPr rtlCol="0"/>
          <a:lstStyle>
            <a:lvl1pPr>
              <a:defRPr>
                <a:solidFill>
                  <a:schemeClr val="tx1"/>
                </a:solidFill>
                <a:effectLst/>
              </a:defRPr>
            </a:lvl1pPr>
          </a:lstStyle>
          <a:p>
            <a:pPr rtl="0"/>
            <a:r>
              <a:rPr lang="en-US"/>
              <a:t>30/10/2025</a:t>
            </a:r>
            <a:endParaRPr lang="en-US" dirty="0"/>
          </a:p>
        </p:txBody>
      </p:sp>
      <p:sp>
        <p:nvSpPr>
          <p:cNvPr id="7" name="Numer slajdu — symbol zastępczy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4025" y="6400800"/>
            <a:ext cx="995575" cy="457200"/>
          </a:xfrm>
        </p:spPr>
        <p:txBody>
          <a:bodyPr rtlCol="0"/>
          <a:lstStyle/>
          <a:p>
            <a:pPr rtl="0"/>
            <a:fld id="{AEAA3239-9EA4-4A65-A281-97F994456D9F}" type="slidenum">
              <a:rPr lang="en-US" smtClean="0"/>
              <a:t>‹#›</a:t>
            </a:fld>
            <a:endParaRPr lang="en-US" dirty="0"/>
          </a:p>
        </p:txBody>
      </p:sp>
      <p:cxnSp>
        <p:nvCxnSpPr>
          <p:cNvPr id="3" name="Łącznik prosty 2">
            <a:extLst>
              <a:ext uri="{FF2B5EF4-FFF2-40B4-BE49-F238E27FC236}">
                <a16:creationId xmlns:a16="http://schemas.microsoft.com/office/drawing/2014/main" id="{C1AC5C24-4394-5215-8F84-119942C28BC5}"/>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78316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Zawartość z obrazem 2">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AF3BB49-A328-F121-7F27-DEB7C3CC2B0F}"/>
              </a:ext>
            </a:extLst>
          </p:cNvPr>
          <p:cNvSpPr>
            <a:spLocks noGrp="1"/>
          </p:cNvSpPr>
          <p:nvPr>
            <p:ph type="title"/>
          </p:nvPr>
        </p:nvSpPr>
        <p:spPr>
          <a:xfrm>
            <a:off x="1143000" y="685801"/>
            <a:ext cx="2717067" cy="1892277"/>
          </a:xfrm>
        </p:spPr>
        <p:txBody>
          <a:bodyPr rtlCol="0" anchor="t"/>
          <a:lstStyle/>
          <a:p>
            <a:pPr rtl="0"/>
            <a:r>
              <a:rPr lang="pl"/>
              <a:t>Kliknij, aby edytować styl wzorca tytułu</a:t>
            </a:r>
          </a:p>
        </p:txBody>
      </p:sp>
      <p:sp>
        <p:nvSpPr>
          <p:cNvPr id="11" name="Zawartość — symbol zastępczy 7">
            <a:extLst>
              <a:ext uri="{FF2B5EF4-FFF2-40B4-BE49-F238E27FC236}">
                <a16:creationId xmlns:a16="http://schemas.microsoft.com/office/drawing/2014/main" id="{B3FABB3D-30D3-4F01-12AE-0D7193700279}"/>
              </a:ext>
            </a:extLst>
          </p:cNvPr>
          <p:cNvSpPr>
            <a:spLocks noGrp="1"/>
          </p:cNvSpPr>
          <p:nvPr>
            <p:ph sz="quarter" idx="16"/>
          </p:nvPr>
        </p:nvSpPr>
        <p:spPr>
          <a:xfrm>
            <a:off x="1143000" y="2793033"/>
            <a:ext cx="2717068" cy="2833042"/>
          </a:xfrm>
        </p:spPr>
        <p:txBody>
          <a:bodyPr vert="horz" lIns="91440" tIns="45720" rIns="91440" bIns="45720" rtlCol="0">
            <a:normAutofit/>
          </a:bodyPr>
          <a:lstStyle>
            <a:lvl1pPr marL="0" indent="0">
              <a:spcBef>
                <a:spcPts val="0"/>
              </a:spcBef>
              <a:buNone/>
              <a:defRPr lang="en-US" dirty="0"/>
            </a:lvl1pPr>
            <a:lvl2pPr marL="228600" indent="0">
              <a:spcBef>
                <a:spcPts val="0"/>
              </a:spcBef>
              <a:buNone/>
              <a:defRPr lang="en-US" dirty="0"/>
            </a:lvl2pPr>
            <a:lvl3pPr marL="457200" indent="0">
              <a:spcBef>
                <a:spcPts val="0"/>
              </a:spcBef>
              <a:buNone/>
              <a:defRPr lang="en-US" dirty="0"/>
            </a:lvl3pPr>
            <a:lvl4pPr marL="685800" indent="0">
              <a:spcBef>
                <a:spcPts val="0"/>
              </a:spcBef>
              <a:buNone/>
              <a:defRPr lang="en-US" dirty="0"/>
            </a:lvl4pPr>
            <a:lvl5pPr marL="914400" indent="0">
              <a:spcBef>
                <a:spcPts val="0"/>
              </a:spcBef>
              <a:buNone/>
              <a:defRPr lang="en-US" dirty="0"/>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3" name="Obraz — symbol zastępczy 9">
            <a:extLst>
              <a:ext uri="{FF2B5EF4-FFF2-40B4-BE49-F238E27FC236}">
                <a16:creationId xmlns:a16="http://schemas.microsoft.com/office/drawing/2014/main" id="{DF247FF5-7041-6BAC-2B24-D38B5823FDD0}"/>
              </a:ext>
            </a:extLst>
          </p:cNvPr>
          <p:cNvSpPr>
            <a:spLocks noGrp="1"/>
          </p:cNvSpPr>
          <p:nvPr>
            <p:ph type="pic" sz="quarter" idx="15" hasCustomPrompt="1"/>
          </p:nvPr>
        </p:nvSpPr>
        <p:spPr>
          <a:xfrm>
            <a:off x="4572085" y="685800"/>
            <a:ext cx="647691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Autofit/>
          </a:bodyPr>
          <a:lstStyle>
            <a:lvl1pPr marL="0" indent="0">
              <a:buNone/>
              <a:defRPr/>
            </a:lvl1pPr>
          </a:lstStyle>
          <a:p>
            <a:pPr rtl="0"/>
            <a:r>
              <a:rPr lang="pl"/>
              <a:t>   </a:t>
            </a:r>
          </a:p>
        </p:txBody>
      </p:sp>
      <p:sp>
        <p:nvSpPr>
          <p:cNvPr id="6" name="Stopka — symbol zastępczy 5">
            <a:extLst>
              <a:ext uri="{FF2B5EF4-FFF2-40B4-BE49-F238E27FC236}">
                <a16:creationId xmlns:a16="http://schemas.microsoft.com/office/drawing/2014/main" id="{C2BDD5A2-CE3E-3215-6DAA-F75C0D1229DA}"/>
              </a:ext>
            </a:extLst>
          </p:cNvPr>
          <p:cNvSpPr>
            <a:spLocks noGrp="1"/>
          </p:cNvSpPr>
          <p:nvPr>
            <p:ph type="ftr" sz="quarter" idx="11"/>
          </p:nvPr>
        </p:nvSpPr>
        <p:spPr>
          <a:xfrm>
            <a:off x="152400" y="6400800"/>
            <a:ext cx="5943600" cy="457200"/>
          </a:xfrm>
        </p:spPr>
        <p:txBody>
          <a:bodyPr rtlCol="0"/>
          <a:lstStyle/>
          <a:p>
            <a:pPr rtl="0"/>
            <a:r>
              <a:rPr lang="pl"/>
              <a:t>Przykładowy tekst stopki</a:t>
            </a:r>
          </a:p>
        </p:txBody>
      </p:sp>
      <p:sp>
        <p:nvSpPr>
          <p:cNvPr id="5" name="Data — symbol zastępczy 4">
            <a:extLst>
              <a:ext uri="{FF2B5EF4-FFF2-40B4-BE49-F238E27FC236}">
                <a16:creationId xmlns:a16="http://schemas.microsoft.com/office/drawing/2014/main" id="{897D0B7E-1A60-DA52-6965-92412B1C2F9F}"/>
              </a:ext>
            </a:extLst>
          </p:cNvPr>
          <p:cNvSpPr>
            <a:spLocks noGrp="1"/>
          </p:cNvSpPr>
          <p:nvPr>
            <p:ph type="dt" sz="half" idx="10"/>
          </p:nvPr>
        </p:nvSpPr>
        <p:spPr>
          <a:xfrm>
            <a:off x="10058399" y="6400800"/>
            <a:ext cx="990600" cy="457200"/>
          </a:xfrm>
        </p:spPr>
        <p:txBody>
          <a:bodyPr rtlCol="0"/>
          <a:lstStyle>
            <a:lvl1pPr>
              <a:defRPr>
                <a:solidFill>
                  <a:schemeClr val="tx1"/>
                </a:solidFill>
                <a:effectLst/>
              </a:defRPr>
            </a:lvl1pPr>
          </a:lstStyle>
          <a:p>
            <a:pPr rtl="0"/>
            <a:r>
              <a:rPr lang="en-US"/>
              <a:t>30/10/2025</a:t>
            </a:r>
            <a:endParaRPr lang="en-US" dirty="0"/>
          </a:p>
        </p:txBody>
      </p:sp>
      <p:sp>
        <p:nvSpPr>
          <p:cNvPr id="7" name="Numer slajdu — symbol zastępczy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9000" y="6400800"/>
            <a:ext cx="990600" cy="457200"/>
          </a:xfrm>
        </p:spPr>
        <p:txBody>
          <a:bodyPr rtlCol="0"/>
          <a:lstStyle/>
          <a:p>
            <a:pPr rtl="0"/>
            <a:fld id="{AEAA3239-9EA4-4A65-A281-97F994456D9F}" type="slidenum">
              <a:rPr lang="en-US" smtClean="0"/>
              <a:t>‹#›</a:t>
            </a:fld>
            <a:endParaRPr lang="en-US" dirty="0"/>
          </a:p>
        </p:txBody>
      </p:sp>
      <p:cxnSp>
        <p:nvCxnSpPr>
          <p:cNvPr id="4" name="Łącznik prosty 3">
            <a:extLst>
              <a:ext uri="{FF2B5EF4-FFF2-40B4-BE49-F238E27FC236}">
                <a16:creationId xmlns:a16="http://schemas.microsoft.com/office/drawing/2014/main" id="{722B7EA7-2EEF-FFC6-041D-2A5C43637244}"/>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841250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Zawartość z obrazem 3">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AF3BB49-A328-F121-7F27-DEB7C3CC2B0F}"/>
              </a:ext>
            </a:extLst>
          </p:cNvPr>
          <p:cNvSpPr>
            <a:spLocks noGrp="1"/>
          </p:cNvSpPr>
          <p:nvPr>
            <p:ph type="title"/>
          </p:nvPr>
        </p:nvSpPr>
        <p:spPr>
          <a:xfrm>
            <a:off x="1147762" y="4495800"/>
            <a:ext cx="3209368" cy="1447800"/>
          </a:xfrm>
        </p:spPr>
        <p:txBody>
          <a:bodyPr rtlCol="0" anchor="t">
            <a:normAutofit/>
          </a:bodyPr>
          <a:lstStyle>
            <a:lvl1pPr>
              <a:defRPr sz="3600"/>
            </a:lvl1pPr>
          </a:lstStyle>
          <a:p>
            <a:pPr rtl="0"/>
            <a:r>
              <a:rPr lang="pl"/>
              <a:t>Kliknij, aby edytować styl wzorca tytułu</a:t>
            </a:r>
          </a:p>
        </p:txBody>
      </p:sp>
      <p:sp>
        <p:nvSpPr>
          <p:cNvPr id="11" name="Obraz — symbol zastępczy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3000" y="685799"/>
            <a:ext cx="9901238" cy="3595045"/>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pl"/>
              <a:t>   </a:t>
            </a:r>
          </a:p>
        </p:txBody>
      </p:sp>
      <p:sp>
        <p:nvSpPr>
          <p:cNvPr id="8" name="Zawartość — symbol zastępczy 7">
            <a:extLst>
              <a:ext uri="{FF2B5EF4-FFF2-40B4-BE49-F238E27FC236}">
                <a16:creationId xmlns:a16="http://schemas.microsoft.com/office/drawing/2014/main" id="{C3D15418-1E32-0501-0E66-54FC2DD08E39}"/>
              </a:ext>
            </a:extLst>
          </p:cNvPr>
          <p:cNvSpPr>
            <a:spLocks noGrp="1"/>
          </p:cNvSpPr>
          <p:nvPr>
            <p:ph sz="quarter" idx="14"/>
          </p:nvPr>
        </p:nvSpPr>
        <p:spPr>
          <a:xfrm>
            <a:off x="4572087" y="4495800"/>
            <a:ext cx="6476914" cy="1430536"/>
          </a:xfrm>
        </p:spPr>
        <p:txBody>
          <a:bodyPr vert="horz" lIns="91440" tIns="45720" rIns="91440" bIns="45720" rtlCol="0">
            <a:normAutofit/>
          </a:bodyPr>
          <a:lstStyle>
            <a:lvl1pPr marL="0" indent="0">
              <a:spcBef>
                <a:spcPts val="0"/>
              </a:spcBef>
              <a:buNone/>
              <a:defRPr lang="en-US" dirty="0"/>
            </a:lvl1pPr>
            <a:lvl2pPr marL="228600" indent="0">
              <a:spcBef>
                <a:spcPts val="0"/>
              </a:spcBef>
              <a:buNone/>
              <a:defRPr lang="en-US" dirty="0"/>
            </a:lvl2pPr>
            <a:lvl3pPr marL="457200" indent="0">
              <a:spcBef>
                <a:spcPts val="0"/>
              </a:spcBef>
              <a:buNone/>
              <a:defRPr lang="en-US" dirty="0"/>
            </a:lvl3pPr>
            <a:lvl4pPr marL="685800" indent="0">
              <a:spcBef>
                <a:spcPts val="0"/>
              </a:spcBef>
              <a:buNone/>
              <a:defRPr lang="en-US" dirty="0"/>
            </a:lvl4pPr>
            <a:lvl5pPr marL="914400" indent="0">
              <a:spcBef>
                <a:spcPts val="0"/>
              </a:spcBef>
              <a:buNone/>
              <a:defRPr lang="en-US" dirty="0"/>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6" name="Stopka — symbol zastępczy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pl"/>
              <a:t>Przykładowy tekst stopki</a:t>
            </a:r>
          </a:p>
        </p:txBody>
      </p:sp>
      <p:sp>
        <p:nvSpPr>
          <p:cNvPr id="5" name="Data — symbol zastępczy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7" name="Numer slajdu — symbol zastępczy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3" name="Łącznik prosty 2">
            <a:extLst>
              <a:ext uri="{FF2B5EF4-FFF2-40B4-BE49-F238E27FC236}">
                <a16:creationId xmlns:a16="http://schemas.microsoft.com/office/drawing/2014/main" id="{C9A47364-66B2-3B4D-6600-100245734C9A}"/>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41075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Zawartość z obrazem 4">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AF3BB49-A328-F121-7F27-DEB7C3CC2B0F}"/>
              </a:ext>
            </a:extLst>
          </p:cNvPr>
          <p:cNvSpPr>
            <a:spLocks noGrp="1"/>
          </p:cNvSpPr>
          <p:nvPr>
            <p:ph type="title"/>
          </p:nvPr>
        </p:nvSpPr>
        <p:spPr>
          <a:xfrm>
            <a:off x="7417489" y="685799"/>
            <a:ext cx="3620525" cy="927545"/>
          </a:xfrm>
        </p:spPr>
        <p:txBody>
          <a:bodyPr rtlCol="0" anchor="t">
            <a:normAutofit/>
          </a:bodyPr>
          <a:lstStyle>
            <a:lvl1pPr>
              <a:defRPr sz="3600"/>
            </a:lvl1pPr>
          </a:lstStyle>
          <a:p>
            <a:pPr rtl="0"/>
            <a:r>
              <a:rPr lang="pl"/>
              <a:t>Kliknij, aby edytować styl wzorca tytułu</a:t>
            </a:r>
          </a:p>
        </p:txBody>
      </p:sp>
      <p:sp>
        <p:nvSpPr>
          <p:cNvPr id="11" name="Obraz — symbol zastępczy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3000" y="685800"/>
            <a:ext cx="5562600"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pl"/>
              <a:t>   </a:t>
            </a:r>
          </a:p>
        </p:txBody>
      </p:sp>
      <p:sp>
        <p:nvSpPr>
          <p:cNvPr id="8" name="Zawartość — symbol zastępczy 7">
            <a:extLst>
              <a:ext uri="{FF2B5EF4-FFF2-40B4-BE49-F238E27FC236}">
                <a16:creationId xmlns:a16="http://schemas.microsoft.com/office/drawing/2014/main" id="{747AED59-1A26-9C13-8482-7857E7DEFE52}"/>
              </a:ext>
            </a:extLst>
          </p:cNvPr>
          <p:cNvSpPr>
            <a:spLocks noGrp="1"/>
          </p:cNvSpPr>
          <p:nvPr>
            <p:ph sz="quarter" idx="14"/>
          </p:nvPr>
        </p:nvSpPr>
        <p:spPr>
          <a:xfrm>
            <a:off x="7417617" y="1828299"/>
            <a:ext cx="3620524" cy="4115301"/>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p>
        </p:txBody>
      </p:sp>
      <p:sp>
        <p:nvSpPr>
          <p:cNvPr id="9" name="Stopka — symbol zastępczy 8">
            <a:extLst>
              <a:ext uri="{FF2B5EF4-FFF2-40B4-BE49-F238E27FC236}">
                <a16:creationId xmlns:a16="http://schemas.microsoft.com/office/drawing/2014/main" id="{B09198F5-FF38-389C-E060-120AC6301809}"/>
              </a:ext>
            </a:extLst>
          </p:cNvPr>
          <p:cNvSpPr>
            <a:spLocks noGrp="1"/>
          </p:cNvSpPr>
          <p:nvPr>
            <p:ph type="ftr" sz="quarter" idx="16"/>
          </p:nvPr>
        </p:nvSpPr>
        <p:spPr>
          <a:xfrm>
            <a:off x="152401" y="6400800"/>
            <a:ext cx="5943599" cy="457200"/>
          </a:xfrm>
        </p:spPr>
        <p:txBody>
          <a:bodyPr rtlCol="0"/>
          <a:lstStyle/>
          <a:p>
            <a:pPr rtl="0"/>
            <a:r>
              <a:rPr lang="pl"/>
              <a:t>Przykładowy tekst stopki</a:t>
            </a:r>
          </a:p>
        </p:txBody>
      </p:sp>
      <p:sp>
        <p:nvSpPr>
          <p:cNvPr id="4" name="Data — symbol zastępczy 3">
            <a:extLst>
              <a:ext uri="{FF2B5EF4-FFF2-40B4-BE49-F238E27FC236}">
                <a16:creationId xmlns:a16="http://schemas.microsoft.com/office/drawing/2014/main" id="{15305F20-8340-4F06-2EA5-4D05FFED4587}"/>
              </a:ext>
            </a:extLst>
          </p:cNvPr>
          <p:cNvSpPr>
            <a:spLocks noGrp="1"/>
          </p:cNvSpPr>
          <p:nvPr>
            <p:ph type="dt" sz="half" idx="15"/>
          </p:nvPr>
        </p:nvSpPr>
        <p:spPr>
          <a:xfrm>
            <a:off x="10036428" y="6400800"/>
            <a:ext cx="1001586" cy="457200"/>
          </a:xfrm>
        </p:spPr>
        <p:txBody>
          <a:bodyPr rtlCol="0"/>
          <a:lstStyle/>
          <a:p>
            <a:pPr rtl="0"/>
            <a:r>
              <a:rPr lang="en-US"/>
              <a:t>30/10/2025</a:t>
            </a:r>
            <a:endParaRPr lang="en-US" dirty="0"/>
          </a:p>
        </p:txBody>
      </p:sp>
      <p:sp>
        <p:nvSpPr>
          <p:cNvPr id="10" name="Numer slajdu — symbol zastępczy 9">
            <a:extLst>
              <a:ext uri="{FF2B5EF4-FFF2-40B4-BE49-F238E27FC236}">
                <a16:creationId xmlns:a16="http://schemas.microsoft.com/office/drawing/2014/main" id="{4963CA08-6B63-DC1E-8CB3-C323C9040122}"/>
              </a:ext>
            </a:extLst>
          </p:cNvPr>
          <p:cNvSpPr>
            <a:spLocks noGrp="1"/>
          </p:cNvSpPr>
          <p:nvPr>
            <p:ph type="sldNum" sz="quarter" idx="17"/>
          </p:nvPr>
        </p:nvSpPr>
        <p:spPr>
          <a:xfrm>
            <a:off x="11038014" y="6400800"/>
            <a:ext cx="1001586" cy="457200"/>
          </a:xfrm>
        </p:spPr>
        <p:txBody>
          <a:bodyPr rtlCol="0"/>
          <a:lstStyle/>
          <a:p>
            <a:pPr rtl="0"/>
            <a:fld id="{AEAA3239-9EA4-4A65-A281-97F994456D9F}" type="slidenum">
              <a:rPr lang="en-US" smtClean="0"/>
              <a:t>‹#›</a:t>
            </a:fld>
            <a:endParaRPr lang="en-US" dirty="0"/>
          </a:p>
        </p:txBody>
      </p:sp>
      <p:cxnSp>
        <p:nvCxnSpPr>
          <p:cNvPr id="3" name="Łącznik prosty 2">
            <a:extLst>
              <a:ext uri="{FF2B5EF4-FFF2-40B4-BE49-F238E27FC236}">
                <a16:creationId xmlns:a16="http://schemas.microsoft.com/office/drawing/2014/main" id="{CA7BBF56-9F54-91F7-8B07-3836137799C1}"/>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712650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Zawartość z obrazem 5">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AF3BB49-A328-F121-7F27-DEB7C3CC2B0F}"/>
              </a:ext>
            </a:extLst>
          </p:cNvPr>
          <p:cNvSpPr>
            <a:spLocks noGrp="1"/>
          </p:cNvSpPr>
          <p:nvPr>
            <p:ph type="title"/>
          </p:nvPr>
        </p:nvSpPr>
        <p:spPr>
          <a:xfrm>
            <a:off x="1142999" y="685800"/>
            <a:ext cx="3620524" cy="927544"/>
          </a:xfrm>
        </p:spPr>
        <p:txBody>
          <a:bodyPr rtlCol="0" anchor="t">
            <a:normAutofit/>
          </a:bodyPr>
          <a:lstStyle>
            <a:lvl1pPr>
              <a:defRPr sz="3600"/>
            </a:lvl1pPr>
          </a:lstStyle>
          <a:p>
            <a:pPr rtl="0"/>
            <a:r>
              <a:rPr lang="pl"/>
              <a:t>Kliknij, aby edytować styl wzorca tytułu</a:t>
            </a:r>
          </a:p>
        </p:txBody>
      </p:sp>
      <p:sp>
        <p:nvSpPr>
          <p:cNvPr id="7" name="Zawartość — symbol zastępczy 7">
            <a:extLst>
              <a:ext uri="{FF2B5EF4-FFF2-40B4-BE49-F238E27FC236}">
                <a16:creationId xmlns:a16="http://schemas.microsoft.com/office/drawing/2014/main" id="{A46DECC9-7986-BB68-7725-C840C27A8E91}"/>
              </a:ext>
            </a:extLst>
          </p:cNvPr>
          <p:cNvSpPr>
            <a:spLocks noGrp="1"/>
          </p:cNvSpPr>
          <p:nvPr>
            <p:ph sz="quarter" idx="18"/>
          </p:nvPr>
        </p:nvSpPr>
        <p:spPr>
          <a:xfrm>
            <a:off x="1143000" y="1828299"/>
            <a:ext cx="3620524" cy="4115301"/>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p>
        </p:txBody>
      </p:sp>
      <p:sp>
        <p:nvSpPr>
          <p:cNvPr id="6" name="Obraz — symbol zastępczy 10">
            <a:extLst>
              <a:ext uri="{FF2B5EF4-FFF2-40B4-BE49-F238E27FC236}">
                <a16:creationId xmlns:a16="http://schemas.microsoft.com/office/drawing/2014/main" id="{47AACE2C-717B-D303-9874-EEBCB1CCD937}"/>
              </a:ext>
            </a:extLst>
          </p:cNvPr>
          <p:cNvSpPr>
            <a:spLocks noGrp="1"/>
          </p:cNvSpPr>
          <p:nvPr>
            <p:ph type="pic" sz="quarter" idx="13" hasCustomPrompt="1"/>
          </p:nvPr>
        </p:nvSpPr>
        <p:spPr>
          <a:xfrm>
            <a:off x="5486400" y="685800"/>
            <a:ext cx="5562600"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pl"/>
              <a:t>   </a:t>
            </a:r>
          </a:p>
        </p:txBody>
      </p:sp>
      <p:sp>
        <p:nvSpPr>
          <p:cNvPr id="9" name="Stopka — symbol zastępczy 8">
            <a:extLst>
              <a:ext uri="{FF2B5EF4-FFF2-40B4-BE49-F238E27FC236}">
                <a16:creationId xmlns:a16="http://schemas.microsoft.com/office/drawing/2014/main" id="{B09198F5-FF38-389C-E060-120AC6301809}"/>
              </a:ext>
            </a:extLst>
          </p:cNvPr>
          <p:cNvSpPr>
            <a:spLocks noGrp="1"/>
          </p:cNvSpPr>
          <p:nvPr>
            <p:ph type="ftr" sz="quarter" idx="16"/>
          </p:nvPr>
        </p:nvSpPr>
        <p:spPr>
          <a:xfrm>
            <a:off x="152400" y="6400800"/>
            <a:ext cx="5943599" cy="457200"/>
          </a:xfrm>
        </p:spPr>
        <p:txBody>
          <a:bodyPr rtlCol="0"/>
          <a:lstStyle/>
          <a:p>
            <a:pPr rtl="0"/>
            <a:r>
              <a:rPr lang="pl"/>
              <a:t>Przykładowy tekst stopki</a:t>
            </a:r>
          </a:p>
        </p:txBody>
      </p:sp>
      <p:sp>
        <p:nvSpPr>
          <p:cNvPr id="4" name="Data — symbol zastępczy 3">
            <a:extLst>
              <a:ext uri="{FF2B5EF4-FFF2-40B4-BE49-F238E27FC236}">
                <a16:creationId xmlns:a16="http://schemas.microsoft.com/office/drawing/2014/main" id="{15305F20-8340-4F06-2EA5-4D05FFED4587}"/>
              </a:ext>
            </a:extLst>
          </p:cNvPr>
          <p:cNvSpPr>
            <a:spLocks noGrp="1"/>
          </p:cNvSpPr>
          <p:nvPr>
            <p:ph type="dt" sz="half" idx="15"/>
          </p:nvPr>
        </p:nvSpPr>
        <p:spPr>
          <a:xfrm>
            <a:off x="10058401" y="6400800"/>
            <a:ext cx="990598" cy="457200"/>
          </a:xfrm>
        </p:spPr>
        <p:txBody>
          <a:bodyPr rtlCol="0"/>
          <a:lstStyle/>
          <a:p>
            <a:pPr rtl="0"/>
            <a:r>
              <a:rPr lang="en-US"/>
              <a:t>30/10/2025</a:t>
            </a:r>
            <a:endParaRPr lang="en-US" dirty="0"/>
          </a:p>
        </p:txBody>
      </p:sp>
      <p:sp>
        <p:nvSpPr>
          <p:cNvPr id="10" name="Numer slajdu — symbol zastępczy 9">
            <a:extLst>
              <a:ext uri="{FF2B5EF4-FFF2-40B4-BE49-F238E27FC236}">
                <a16:creationId xmlns:a16="http://schemas.microsoft.com/office/drawing/2014/main" id="{4963CA08-6B63-DC1E-8CB3-C323C9040122}"/>
              </a:ext>
            </a:extLst>
          </p:cNvPr>
          <p:cNvSpPr>
            <a:spLocks noGrp="1"/>
          </p:cNvSpPr>
          <p:nvPr>
            <p:ph type="sldNum" sz="quarter" idx="17"/>
          </p:nvPr>
        </p:nvSpPr>
        <p:spPr>
          <a:xfrm>
            <a:off x="11049000" y="6400800"/>
            <a:ext cx="990598" cy="457200"/>
          </a:xfrm>
        </p:spPr>
        <p:txBody>
          <a:bodyPr rtlCol="0"/>
          <a:lstStyle/>
          <a:p>
            <a:pPr rtl="0"/>
            <a:fld id="{AEAA3239-9EA4-4A65-A281-97F994456D9F}" type="slidenum">
              <a:rPr lang="en-US" smtClean="0"/>
              <a:t>‹#›</a:t>
            </a:fld>
            <a:endParaRPr lang="en-US" dirty="0"/>
          </a:p>
        </p:txBody>
      </p:sp>
      <p:cxnSp>
        <p:nvCxnSpPr>
          <p:cNvPr id="3" name="Łącznik prosty 2">
            <a:extLst>
              <a:ext uri="{FF2B5EF4-FFF2-40B4-BE49-F238E27FC236}">
                <a16:creationId xmlns:a16="http://schemas.microsoft.com/office/drawing/2014/main" id="{A1B0D76A-CF8F-ABF7-FD42-BC815738E31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02868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Zawartość z obrazem 6">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AF3BB49-A328-F121-7F27-DEB7C3CC2B0F}"/>
              </a:ext>
            </a:extLst>
          </p:cNvPr>
          <p:cNvSpPr>
            <a:spLocks noGrp="1"/>
          </p:cNvSpPr>
          <p:nvPr>
            <p:ph type="title"/>
          </p:nvPr>
        </p:nvSpPr>
        <p:spPr>
          <a:xfrm>
            <a:off x="6492241" y="685800"/>
            <a:ext cx="4546423" cy="914400"/>
          </a:xfrm>
        </p:spPr>
        <p:txBody>
          <a:bodyPr rtlCol="0" anchor="t">
            <a:normAutofit/>
          </a:bodyPr>
          <a:lstStyle>
            <a:lvl1pPr>
              <a:defRPr sz="3600"/>
            </a:lvl1pPr>
          </a:lstStyle>
          <a:p>
            <a:pPr rtl="0"/>
            <a:r>
              <a:rPr lang="pl"/>
              <a:t>Kliknij, aby edytować styl wzorca tytułu</a:t>
            </a:r>
          </a:p>
        </p:txBody>
      </p:sp>
      <p:sp>
        <p:nvSpPr>
          <p:cNvPr id="13" name="Obraz — symbol zastępczy 10">
            <a:extLst>
              <a:ext uri="{FF2B5EF4-FFF2-40B4-BE49-F238E27FC236}">
                <a16:creationId xmlns:a16="http://schemas.microsoft.com/office/drawing/2014/main" id="{373F0A7D-AD36-9BC0-CF3C-1985F174509D}"/>
              </a:ext>
            </a:extLst>
          </p:cNvPr>
          <p:cNvSpPr>
            <a:spLocks noGrp="1"/>
          </p:cNvSpPr>
          <p:nvPr>
            <p:ph type="pic" sz="quarter" idx="15" hasCustomPrompt="1"/>
          </p:nvPr>
        </p:nvSpPr>
        <p:spPr>
          <a:xfrm>
            <a:off x="1153336" y="685800"/>
            <a:ext cx="463722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pl"/>
              <a:t>   </a:t>
            </a:r>
          </a:p>
        </p:txBody>
      </p:sp>
      <p:sp>
        <p:nvSpPr>
          <p:cNvPr id="8" name="Zawartość — symbol zastępczy 7">
            <a:extLst>
              <a:ext uri="{FF2B5EF4-FFF2-40B4-BE49-F238E27FC236}">
                <a16:creationId xmlns:a16="http://schemas.microsoft.com/office/drawing/2014/main" id="{7FF0220E-48F8-B4D9-19DE-7B457C3C221C}"/>
              </a:ext>
            </a:extLst>
          </p:cNvPr>
          <p:cNvSpPr>
            <a:spLocks noGrp="1"/>
          </p:cNvSpPr>
          <p:nvPr>
            <p:ph sz="quarter" idx="14"/>
          </p:nvPr>
        </p:nvSpPr>
        <p:spPr>
          <a:xfrm>
            <a:off x="6492241" y="1828300"/>
            <a:ext cx="4556759" cy="4115300"/>
          </a:xfrm>
        </p:spPr>
        <p:txBody>
          <a:bodyPr rtlCol="0"/>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p>
        </p:txBody>
      </p:sp>
      <p:sp>
        <p:nvSpPr>
          <p:cNvPr id="6" name="Stopka — symbol zastępczy 5">
            <a:extLst>
              <a:ext uri="{FF2B5EF4-FFF2-40B4-BE49-F238E27FC236}">
                <a16:creationId xmlns:a16="http://schemas.microsoft.com/office/drawing/2014/main" id="{C2BDD5A2-CE3E-3215-6DAA-F75C0D1229DA}"/>
              </a:ext>
            </a:extLst>
          </p:cNvPr>
          <p:cNvSpPr>
            <a:spLocks noGrp="1"/>
          </p:cNvSpPr>
          <p:nvPr>
            <p:ph type="ftr" sz="quarter" idx="11"/>
          </p:nvPr>
        </p:nvSpPr>
        <p:spPr>
          <a:xfrm>
            <a:off x="152401" y="6404316"/>
            <a:ext cx="5943600" cy="453684"/>
          </a:xfrm>
        </p:spPr>
        <p:txBody>
          <a:bodyPr rtlCol="0"/>
          <a:lstStyle/>
          <a:p>
            <a:pPr rtl="0"/>
            <a:r>
              <a:rPr lang="pl"/>
              <a:t>Przykładowy tekst stopki</a:t>
            </a:r>
          </a:p>
        </p:txBody>
      </p:sp>
      <p:sp>
        <p:nvSpPr>
          <p:cNvPr id="5" name="Data — symbol zastępczy 4">
            <a:extLst>
              <a:ext uri="{FF2B5EF4-FFF2-40B4-BE49-F238E27FC236}">
                <a16:creationId xmlns:a16="http://schemas.microsoft.com/office/drawing/2014/main" id="{897D0B7E-1A60-DA52-6965-92412B1C2F9F}"/>
              </a:ext>
            </a:extLst>
          </p:cNvPr>
          <p:cNvSpPr>
            <a:spLocks noGrp="1"/>
          </p:cNvSpPr>
          <p:nvPr>
            <p:ph type="dt" sz="half" idx="10"/>
          </p:nvPr>
        </p:nvSpPr>
        <p:spPr>
          <a:xfrm>
            <a:off x="10058400" y="6404316"/>
            <a:ext cx="990600" cy="453684"/>
          </a:xfrm>
        </p:spPr>
        <p:txBody>
          <a:bodyPr rtlCol="0"/>
          <a:lstStyle>
            <a:lvl1pPr>
              <a:defRPr>
                <a:solidFill>
                  <a:schemeClr val="tx1"/>
                </a:solidFill>
                <a:effectLst/>
              </a:defRPr>
            </a:lvl1pPr>
          </a:lstStyle>
          <a:p>
            <a:pPr rtl="0"/>
            <a:r>
              <a:rPr lang="en-US"/>
              <a:t>30/10/2025</a:t>
            </a:r>
            <a:endParaRPr lang="en-US" dirty="0"/>
          </a:p>
        </p:txBody>
      </p:sp>
      <p:sp>
        <p:nvSpPr>
          <p:cNvPr id="7" name="Numer slajdu — symbol zastępczy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9000" y="6404316"/>
            <a:ext cx="990600" cy="453684"/>
          </a:xfrm>
        </p:spPr>
        <p:txBody>
          <a:bodyPr rtlCol="0"/>
          <a:lstStyle/>
          <a:p>
            <a:pPr rtl="0"/>
            <a:fld id="{AEAA3239-9EA4-4A65-A281-97F994456D9F}" type="slidenum">
              <a:rPr lang="en-US" smtClean="0"/>
              <a:t>‹#›</a:t>
            </a:fld>
            <a:endParaRPr lang="en-US" dirty="0"/>
          </a:p>
        </p:txBody>
      </p:sp>
      <p:cxnSp>
        <p:nvCxnSpPr>
          <p:cNvPr id="3" name="Łącznik prosty 2">
            <a:extLst>
              <a:ext uri="{FF2B5EF4-FFF2-40B4-BE49-F238E27FC236}">
                <a16:creationId xmlns:a16="http://schemas.microsoft.com/office/drawing/2014/main" id="{520D0403-0661-B304-FC30-17B8CEC938C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59894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Zawartość z obrazem 7">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AF3BB49-A328-F121-7F27-DEB7C3CC2B0F}"/>
              </a:ext>
            </a:extLst>
          </p:cNvPr>
          <p:cNvSpPr>
            <a:spLocks noGrp="1"/>
          </p:cNvSpPr>
          <p:nvPr>
            <p:ph type="title"/>
          </p:nvPr>
        </p:nvSpPr>
        <p:spPr>
          <a:xfrm>
            <a:off x="1164740" y="685800"/>
            <a:ext cx="4513154" cy="914400"/>
          </a:xfrm>
        </p:spPr>
        <p:txBody>
          <a:bodyPr rtlCol="0" anchor="t">
            <a:normAutofit/>
          </a:bodyPr>
          <a:lstStyle>
            <a:lvl1pPr>
              <a:defRPr sz="3600"/>
            </a:lvl1pPr>
          </a:lstStyle>
          <a:p>
            <a:pPr rtl="0"/>
            <a:r>
              <a:rPr lang="pl"/>
              <a:t>Kliknij, aby edytować styl wzorca tytułu</a:t>
            </a:r>
            <a:endParaRPr lang="en-US" dirty="0"/>
          </a:p>
        </p:txBody>
      </p:sp>
      <p:sp>
        <p:nvSpPr>
          <p:cNvPr id="16" name="Zawartość — symbol zastępczy 7">
            <a:extLst>
              <a:ext uri="{FF2B5EF4-FFF2-40B4-BE49-F238E27FC236}">
                <a16:creationId xmlns:a16="http://schemas.microsoft.com/office/drawing/2014/main" id="{08C86B72-855F-890D-47EC-5A46EA634C56}"/>
              </a:ext>
            </a:extLst>
          </p:cNvPr>
          <p:cNvSpPr>
            <a:spLocks noGrp="1"/>
          </p:cNvSpPr>
          <p:nvPr>
            <p:ph sz="quarter" idx="14"/>
          </p:nvPr>
        </p:nvSpPr>
        <p:spPr>
          <a:xfrm>
            <a:off x="1164740" y="1828300"/>
            <a:ext cx="4513154" cy="4115300"/>
          </a:xfrm>
        </p:spPr>
        <p:txBody>
          <a:bodyPr rtlCol="0"/>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p>
        </p:txBody>
      </p:sp>
      <p:sp>
        <p:nvSpPr>
          <p:cNvPr id="18" name="Obraz — symbol zastępczy 10">
            <a:extLst>
              <a:ext uri="{FF2B5EF4-FFF2-40B4-BE49-F238E27FC236}">
                <a16:creationId xmlns:a16="http://schemas.microsoft.com/office/drawing/2014/main" id="{CBB37A90-5561-8836-19D2-B4DFB635D8F9}"/>
              </a:ext>
            </a:extLst>
          </p:cNvPr>
          <p:cNvSpPr>
            <a:spLocks noGrp="1"/>
          </p:cNvSpPr>
          <p:nvPr>
            <p:ph type="pic" sz="quarter" idx="15" hasCustomPrompt="1"/>
          </p:nvPr>
        </p:nvSpPr>
        <p:spPr>
          <a:xfrm>
            <a:off x="6389910" y="685800"/>
            <a:ext cx="463722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pl"/>
              <a:t>   </a:t>
            </a:r>
          </a:p>
        </p:txBody>
      </p:sp>
      <p:sp>
        <p:nvSpPr>
          <p:cNvPr id="6" name="Stopka — symbol zastępczy 5">
            <a:extLst>
              <a:ext uri="{FF2B5EF4-FFF2-40B4-BE49-F238E27FC236}">
                <a16:creationId xmlns:a16="http://schemas.microsoft.com/office/drawing/2014/main" id="{C2BDD5A2-CE3E-3215-6DAA-F75C0D1229DA}"/>
              </a:ext>
            </a:extLst>
          </p:cNvPr>
          <p:cNvSpPr>
            <a:spLocks noGrp="1"/>
          </p:cNvSpPr>
          <p:nvPr>
            <p:ph type="ftr" sz="quarter" idx="11"/>
          </p:nvPr>
        </p:nvSpPr>
        <p:spPr>
          <a:xfrm>
            <a:off x="152401" y="6400800"/>
            <a:ext cx="5943599" cy="457200"/>
          </a:xfrm>
        </p:spPr>
        <p:txBody>
          <a:bodyPr rtlCol="0"/>
          <a:lstStyle>
            <a:lvl1pPr>
              <a:defRPr>
                <a:solidFill>
                  <a:schemeClr val="tx1"/>
                </a:solidFill>
                <a:effectLst/>
              </a:defRPr>
            </a:lvl1pPr>
          </a:lstStyle>
          <a:p>
            <a:pPr rtl="0"/>
            <a:r>
              <a:rPr lang="pl"/>
              <a:t>Przykładowy tekst stopki</a:t>
            </a:r>
          </a:p>
        </p:txBody>
      </p:sp>
      <p:sp>
        <p:nvSpPr>
          <p:cNvPr id="5" name="Data — symbol zastępczy 4">
            <a:extLst>
              <a:ext uri="{FF2B5EF4-FFF2-40B4-BE49-F238E27FC236}">
                <a16:creationId xmlns:a16="http://schemas.microsoft.com/office/drawing/2014/main" id="{897D0B7E-1A60-DA52-6965-92412B1C2F9F}"/>
              </a:ext>
            </a:extLst>
          </p:cNvPr>
          <p:cNvSpPr>
            <a:spLocks noGrp="1"/>
          </p:cNvSpPr>
          <p:nvPr>
            <p:ph type="dt" sz="half" idx="10"/>
          </p:nvPr>
        </p:nvSpPr>
        <p:spPr>
          <a:xfrm>
            <a:off x="10036535" y="6400800"/>
            <a:ext cx="990600" cy="457200"/>
          </a:xfrm>
        </p:spPr>
        <p:txBody>
          <a:bodyPr rtlCol="0"/>
          <a:lstStyle/>
          <a:p>
            <a:pPr rtl="0"/>
            <a:r>
              <a:rPr lang="en-US"/>
              <a:t>30/10/2025</a:t>
            </a:r>
            <a:endParaRPr lang="en-US" dirty="0"/>
          </a:p>
        </p:txBody>
      </p:sp>
      <p:sp>
        <p:nvSpPr>
          <p:cNvPr id="7" name="Numer slajdu — symbol zastępczy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9000" y="6400800"/>
            <a:ext cx="990599" cy="457200"/>
          </a:xfrm>
        </p:spPr>
        <p:txBody>
          <a:bodyPr rtlCol="0"/>
          <a:lstStyle>
            <a:lvl1pPr>
              <a:defRPr>
                <a:solidFill>
                  <a:schemeClr val="accent1"/>
                </a:solidFill>
                <a:effectLst/>
              </a:defRPr>
            </a:lvl1pPr>
          </a:lstStyle>
          <a:p>
            <a:pPr rtl="0"/>
            <a:fld id="{AEAA3239-9EA4-4A65-A281-97F994456D9F}" type="slidenum">
              <a:rPr lang="en-US" smtClean="0"/>
              <a:pPr/>
              <a:t>‹#›</a:t>
            </a:fld>
            <a:endParaRPr lang="en-US" dirty="0"/>
          </a:p>
        </p:txBody>
      </p:sp>
      <p:cxnSp>
        <p:nvCxnSpPr>
          <p:cNvPr id="3" name="Łącznik prosty 2">
            <a:extLst>
              <a:ext uri="{FF2B5EF4-FFF2-40B4-BE49-F238E27FC236}">
                <a16:creationId xmlns:a16="http://schemas.microsoft.com/office/drawing/2014/main" id="{10804DAD-5BC0-9FC5-EC18-CDBE0EE36A9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67245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Zawartość z obrazem 8">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AF3BB49-A328-F121-7F27-DEB7C3CC2B0F}"/>
              </a:ext>
            </a:extLst>
          </p:cNvPr>
          <p:cNvSpPr>
            <a:spLocks noGrp="1"/>
          </p:cNvSpPr>
          <p:nvPr>
            <p:ph type="title"/>
          </p:nvPr>
        </p:nvSpPr>
        <p:spPr>
          <a:xfrm>
            <a:off x="1142999" y="3662043"/>
            <a:ext cx="2667001" cy="2281557"/>
          </a:xfrm>
        </p:spPr>
        <p:txBody>
          <a:bodyPr rtlCol="0" anchor="t">
            <a:normAutofit/>
          </a:bodyPr>
          <a:lstStyle>
            <a:lvl1pPr>
              <a:defRPr sz="3600"/>
            </a:lvl1pPr>
          </a:lstStyle>
          <a:p>
            <a:pPr rtl="0"/>
            <a:r>
              <a:rPr lang="pl"/>
              <a:t>Kliknij, aby edytować styl wzorca tytułu</a:t>
            </a:r>
            <a:endParaRPr lang="en-US" dirty="0"/>
          </a:p>
        </p:txBody>
      </p:sp>
      <p:sp>
        <p:nvSpPr>
          <p:cNvPr id="11" name="Obraz — symbol zastępczy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2999" y="685800"/>
            <a:ext cx="9906001" cy="2757531"/>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pl"/>
              <a:t>   </a:t>
            </a:r>
          </a:p>
        </p:txBody>
      </p:sp>
      <p:sp>
        <p:nvSpPr>
          <p:cNvPr id="8" name="Zawartość — symbol zastępczy 7">
            <a:extLst>
              <a:ext uri="{FF2B5EF4-FFF2-40B4-BE49-F238E27FC236}">
                <a16:creationId xmlns:a16="http://schemas.microsoft.com/office/drawing/2014/main" id="{C3D15418-1E32-0501-0E66-54FC2DD08E39}"/>
              </a:ext>
            </a:extLst>
          </p:cNvPr>
          <p:cNvSpPr>
            <a:spLocks noGrp="1"/>
          </p:cNvSpPr>
          <p:nvPr>
            <p:ph sz="quarter" idx="14"/>
          </p:nvPr>
        </p:nvSpPr>
        <p:spPr>
          <a:xfrm>
            <a:off x="4024956" y="3662043"/>
            <a:ext cx="7024044" cy="228155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6" name="Stopka — symbol zastępczy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pl"/>
              <a:t>Przykładowy tekst stopki</a:t>
            </a:r>
          </a:p>
        </p:txBody>
      </p:sp>
      <p:sp>
        <p:nvSpPr>
          <p:cNvPr id="5" name="Data — symbol zastępczy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7" name="Numer slajdu — symbol zastępczy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3" name="Łącznik prosty 2">
            <a:extLst>
              <a:ext uri="{FF2B5EF4-FFF2-40B4-BE49-F238E27FC236}">
                <a16:creationId xmlns:a16="http://schemas.microsoft.com/office/drawing/2014/main" id="{F1B40F4D-4FD2-324C-CFF2-ADA23A35CFB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985757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Zawartość z obrazem 9">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AF3BB49-A328-F121-7F27-DEB7C3CC2B0F}"/>
              </a:ext>
            </a:extLst>
          </p:cNvPr>
          <p:cNvSpPr>
            <a:spLocks noGrp="1"/>
          </p:cNvSpPr>
          <p:nvPr>
            <p:ph type="title"/>
          </p:nvPr>
        </p:nvSpPr>
        <p:spPr>
          <a:xfrm>
            <a:off x="1143001" y="707477"/>
            <a:ext cx="2743106" cy="2330454"/>
          </a:xfrm>
        </p:spPr>
        <p:txBody>
          <a:bodyPr rtlCol="0" anchor="t">
            <a:normAutofit/>
          </a:bodyPr>
          <a:lstStyle>
            <a:lvl1pPr>
              <a:defRPr sz="3600"/>
            </a:lvl1pPr>
          </a:lstStyle>
          <a:p>
            <a:pPr rtl="0"/>
            <a:r>
              <a:rPr lang="pl"/>
              <a:t>Kliknij, aby edytować styl wzorca tytułu</a:t>
            </a:r>
            <a:endParaRPr lang="en-US" dirty="0"/>
          </a:p>
        </p:txBody>
      </p:sp>
      <p:sp>
        <p:nvSpPr>
          <p:cNvPr id="8" name="Zawartość — symbol zastępczy 7">
            <a:extLst>
              <a:ext uri="{FF2B5EF4-FFF2-40B4-BE49-F238E27FC236}">
                <a16:creationId xmlns:a16="http://schemas.microsoft.com/office/drawing/2014/main" id="{C3D15418-1E32-0501-0E66-54FC2DD08E39}"/>
              </a:ext>
            </a:extLst>
          </p:cNvPr>
          <p:cNvSpPr>
            <a:spLocks noGrp="1"/>
          </p:cNvSpPr>
          <p:nvPr>
            <p:ph sz="quarter" idx="14"/>
          </p:nvPr>
        </p:nvSpPr>
        <p:spPr>
          <a:xfrm>
            <a:off x="4101063" y="707476"/>
            <a:ext cx="6947938" cy="2685824"/>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4" name="Obraz — symbol zastępczy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142999" y="3607498"/>
            <a:ext cx="9906001" cy="2330455"/>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Autofit/>
          </a:bodyPr>
          <a:lstStyle>
            <a:lvl1pPr marL="0" indent="0">
              <a:buNone/>
              <a:defRPr/>
            </a:lvl1pPr>
          </a:lstStyle>
          <a:p>
            <a:pPr rtl="0"/>
            <a:r>
              <a:rPr lang="pl"/>
              <a:t>   </a:t>
            </a:r>
          </a:p>
        </p:txBody>
      </p:sp>
      <p:sp>
        <p:nvSpPr>
          <p:cNvPr id="6" name="Stopka — symbol zastępczy 5">
            <a:extLst>
              <a:ext uri="{FF2B5EF4-FFF2-40B4-BE49-F238E27FC236}">
                <a16:creationId xmlns:a16="http://schemas.microsoft.com/office/drawing/2014/main" id="{C2BDD5A2-CE3E-3215-6DAA-F75C0D1229DA}"/>
              </a:ext>
            </a:extLst>
          </p:cNvPr>
          <p:cNvSpPr>
            <a:spLocks noGrp="1"/>
          </p:cNvSpPr>
          <p:nvPr>
            <p:ph type="ftr" sz="quarter" idx="11"/>
          </p:nvPr>
        </p:nvSpPr>
        <p:spPr>
          <a:xfrm>
            <a:off x="152400" y="6400800"/>
            <a:ext cx="5943600" cy="457200"/>
          </a:xfrm>
        </p:spPr>
        <p:txBody>
          <a:bodyPr rtlCol="0"/>
          <a:lstStyle/>
          <a:p>
            <a:pPr rtl="0"/>
            <a:r>
              <a:rPr lang="pl"/>
              <a:t>Przykładowy tekst stopki</a:t>
            </a:r>
          </a:p>
        </p:txBody>
      </p:sp>
      <p:sp>
        <p:nvSpPr>
          <p:cNvPr id="5" name="Data — symbol zastępczy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600" cy="457200"/>
          </a:xfrm>
        </p:spPr>
        <p:txBody>
          <a:bodyPr rtlCol="0"/>
          <a:lstStyle/>
          <a:p>
            <a:pPr rtl="0"/>
            <a:r>
              <a:rPr lang="en-US"/>
              <a:t>30/10/2025</a:t>
            </a:r>
            <a:endParaRPr lang="en-US" dirty="0"/>
          </a:p>
        </p:txBody>
      </p:sp>
      <p:sp>
        <p:nvSpPr>
          <p:cNvPr id="7" name="Numer slajdu — symbol zastępczy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9000" y="6400800"/>
            <a:ext cx="990599" cy="457200"/>
          </a:xfrm>
        </p:spPr>
        <p:txBody>
          <a:bodyPr rtlCol="0"/>
          <a:lstStyle/>
          <a:p>
            <a:pPr rtl="0"/>
            <a:fld id="{AEAA3239-9EA4-4A65-A281-97F994456D9F}" type="slidenum">
              <a:rPr lang="en-US" smtClean="0"/>
              <a:t>‹#›</a:t>
            </a:fld>
            <a:endParaRPr lang="en-US" dirty="0"/>
          </a:p>
        </p:txBody>
      </p:sp>
      <p:cxnSp>
        <p:nvCxnSpPr>
          <p:cNvPr id="3" name="Łącznik prosty 2">
            <a:extLst>
              <a:ext uri="{FF2B5EF4-FFF2-40B4-BE49-F238E27FC236}">
                <a16:creationId xmlns:a16="http://schemas.microsoft.com/office/drawing/2014/main" id="{0F6F4162-8B6A-031F-A186-63503EB5CF2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75560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Zawartość z obrazem 10">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AF3BB49-A328-F121-7F27-DEB7C3CC2B0F}"/>
              </a:ext>
            </a:extLst>
          </p:cNvPr>
          <p:cNvSpPr>
            <a:spLocks noGrp="1"/>
          </p:cNvSpPr>
          <p:nvPr>
            <p:ph type="title"/>
          </p:nvPr>
        </p:nvSpPr>
        <p:spPr>
          <a:xfrm>
            <a:off x="1142999" y="685801"/>
            <a:ext cx="2667001" cy="5257800"/>
          </a:xfrm>
        </p:spPr>
        <p:txBody>
          <a:bodyPr rtlCol="0" anchor="ctr">
            <a:normAutofit/>
          </a:bodyPr>
          <a:lstStyle>
            <a:lvl1pPr>
              <a:defRPr sz="3600"/>
            </a:lvl1pPr>
          </a:lstStyle>
          <a:p>
            <a:pPr rtl="0"/>
            <a:r>
              <a:rPr lang="pl"/>
              <a:t>Kliknij, aby edytować styl wzorca tytułu</a:t>
            </a:r>
            <a:endParaRPr lang="en-US" dirty="0"/>
          </a:p>
        </p:txBody>
      </p:sp>
      <p:sp>
        <p:nvSpPr>
          <p:cNvPr id="11" name="Obraz — symbol zastępczy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024956" y="685800"/>
            <a:ext cx="7024044" cy="2757531"/>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pl"/>
              <a:t>   </a:t>
            </a:r>
          </a:p>
        </p:txBody>
      </p:sp>
      <p:sp>
        <p:nvSpPr>
          <p:cNvPr id="8" name="Zawartość — symbol zastępczy 7">
            <a:extLst>
              <a:ext uri="{FF2B5EF4-FFF2-40B4-BE49-F238E27FC236}">
                <a16:creationId xmlns:a16="http://schemas.microsoft.com/office/drawing/2014/main" id="{C3D15418-1E32-0501-0E66-54FC2DD08E39}"/>
              </a:ext>
            </a:extLst>
          </p:cNvPr>
          <p:cNvSpPr>
            <a:spLocks noGrp="1"/>
          </p:cNvSpPr>
          <p:nvPr>
            <p:ph sz="quarter" idx="14"/>
          </p:nvPr>
        </p:nvSpPr>
        <p:spPr>
          <a:xfrm>
            <a:off x="4024956" y="3662043"/>
            <a:ext cx="7024044" cy="228155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6" name="Stopka — symbol zastępczy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pl"/>
              <a:t>Przykładowy tekst stopki</a:t>
            </a:r>
          </a:p>
        </p:txBody>
      </p:sp>
      <p:sp>
        <p:nvSpPr>
          <p:cNvPr id="5" name="Data — symbol zastępczy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7" name="Numer slajdu — symbol zastępczy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3" name="Łącznik prosty 2">
            <a:extLst>
              <a:ext uri="{FF2B5EF4-FFF2-40B4-BE49-F238E27FC236}">
                <a16:creationId xmlns:a16="http://schemas.microsoft.com/office/drawing/2014/main" id="{D12BAF7E-DB4B-FC77-1D4B-2907E790CFE1}"/>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393297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Zawartość z obrazem 11">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AF3BB49-A328-F121-7F27-DEB7C3CC2B0F}"/>
              </a:ext>
            </a:extLst>
          </p:cNvPr>
          <p:cNvSpPr>
            <a:spLocks noGrp="1"/>
          </p:cNvSpPr>
          <p:nvPr>
            <p:ph type="title"/>
          </p:nvPr>
        </p:nvSpPr>
        <p:spPr>
          <a:xfrm>
            <a:off x="5304553" y="702859"/>
            <a:ext cx="5744447" cy="909869"/>
          </a:xfrm>
        </p:spPr>
        <p:txBody>
          <a:bodyPr rtlCol="0" anchor="t"/>
          <a:lstStyle/>
          <a:p>
            <a:pPr rtl="0"/>
            <a:r>
              <a:rPr lang="pl"/>
              <a:t>Kliknij, aby edytować styl wzorca tytułu</a:t>
            </a:r>
            <a:endParaRPr lang="en-US" dirty="0"/>
          </a:p>
        </p:txBody>
      </p:sp>
      <p:sp>
        <p:nvSpPr>
          <p:cNvPr id="14" name="Obraz — symbol zastępczy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1143000" y="702859"/>
            <a:ext cx="3417453" cy="5240741"/>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Autofit/>
          </a:bodyPr>
          <a:lstStyle>
            <a:lvl1pPr marL="0" indent="0">
              <a:buNone/>
              <a:defRPr/>
            </a:lvl1pPr>
          </a:lstStyle>
          <a:p>
            <a:pPr rtl="0"/>
            <a:r>
              <a:rPr lang="pl"/>
              <a:t>   </a:t>
            </a:r>
          </a:p>
        </p:txBody>
      </p:sp>
      <p:sp>
        <p:nvSpPr>
          <p:cNvPr id="8" name="Zawartość — symbol zastępczy 7">
            <a:extLst>
              <a:ext uri="{FF2B5EF4-FFF2-40B4-BE49-F238E27FC236}">
                <a16:creationId xmlns:a16="http://schemas.microsoft.com/office/drawing/2014/main" id="{818B74D6-CD72-B859-C229-60DB988B25E3}"/>
              </a:ext>
            </a:extLst>
          </p:cNvPr>
          <p:cNvSpPr>
            <a:spLocks noGrp="1"/>
          </p:cNvSpPr>
          <p:nvPr>
            <p:ph sz="quarter" idx="14"/>
          </p:nvPr>
        </p:nvSpPr>
        <p:spPr>
          <a:xfrm>
            <a:off x="5305739" y="1828299"/>
            <a:ext cx="5737784" cy="4115301"/>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9" name="Stopka — symbol zastępczy 8">
            <a:extLst>
              <a:ext uri="{FF2B5EF4-FFF2-40B4-BE49-F238E27FC236}">
                <a16:creationId xmlns:a16="http://schemas.microsoft.com/office/drawing/2014/main" id="{C65BFCB1-FAA8-D03A-3B62-DCB2CF1CA112}"/>
              </a:ext>
            </a:extLst>
          </p:cNvPr>
          <p:cNvSpPr>
            <a:spLocks noGrp="1"/>
          </p:cNvSpPr>
          <p:nvPr>
            <p:ph type="ftr" sz="quarter" idx="16"/>
          </p:nvPr>
        </p:nvSpPr>
        <p:spPr>
          <a:xfrm>
            <a:off x="152401" y="6400800"/>
            <a:ext cx="5943600" cy="457200"/>
          </a:xfrm>
        </p:spPr>
        <p:txBody>
          <a:bodyPr rtlCol="0"/>
          <a:lstStyle/>
          <a:p>
            <a:pPr rtl="0"/>
            <a:r>
              <a:rPr lang="pl"/>
              <a:t>Przykładowy tekst stopki</a:t>
            </a:r>
          </a:p>
        </p:txBody>
      </p:sp>
      <p:sp>
        <p:nvSpPr>
          <p:cNvPr id="4" name="Data — symbol zastępczy 3">
            <a:extLst>
              <a:ext uri="{FF2B5EF4-FFF2-40B4-BE49-F238E27FC236}">
                <a16:creationId xmlns:a16="http://schemas.microsoft.com/office/drawing/2014/main" id="{1E742B5C-5438-96A4-4A2A-AE939906F8A4}"/>
              </a:ext>
            </a:extLst>
          </p:cNvPr>
          <p:cNvSpPr>
            <a:spLocks noGrp="1"/>
          </p:cNvSpPr>
          <p:nvPr>
            <p:ph type="dt" sz="half" idx="15"/>
          </p:nvPr>
        </p:nvSpPr>
        <p:spPr>
          <a:xfrm>
            <a:off x="10052921" y="6400800"/>
            <a:ext cx="990601" cy="457200"/>
          </a:xfrm>
        </p:spPr>
        <p:txBody>
          <a:bodyPr rtlCol="0"/>
          <a:lstStyle/>
          <a:p>
            <a:pPr rtl="0"/>
            <a:r>
              <a:rPr lang="en-US"/>
              <a:t>30/10/2025</a:t>
            </a:r>
            <a:endParaRPr lang="en-US" dirty="0"/>
          </a:p>
        </p:txBody>
      </p:sp>
      <p:sp>
        <p:nvSpPr>
          <p:cNvPr id="10" name="Numer slajdu — symbol zastępczy 9">
            <a:extLst>
              <a:ext uri="{FF2B5EF4-FFF2-40B4-BE49-F238E27FC236}">
                <a16:creationId xmlns:a16="http://schemas.microsoft.com/office/drawing/2014/main" id="{0A608994-46CD-AAE0-DCC4-A59D26254D84}"/>
              </a:ext>
            </a:extLst>
          </p:cNvPr>
          <p:cNvSpPr>
            <a:spLocks noGrp="1"/>
          </p:cNvSpPr>
          <p:nvPr>
            <p:ph type="sldNum" sz="quarter" idx="17"/>
          </p:nvPr>
        </p:nvSpPr>
        <p:spPr>
          <a:xfrm>
            <a:off x="11049000" y="6400800"/>
            <a:ext cx="990600" cy="457200"/>
          </a:xfrm>
        </p:spPr>
        <p:txBody>
          <a:bodyPr rtlCol="0"/>
          <a:lstStyle/>
          <a:p>
            <a:pPr rtl="0"/>
            <a:fld id="{AEAA3239-9EA4-4A65-A281-97F994456D9F}" type="slidenum">
              <a:rPr lang="en-US" smtClean="0"/>
              <a:t>‹#›</a:t>
            </a:fld>
            <a:endParaRPr lang="en-US" dirty="0"/>
          </a:p>
        </p:txBody>
      </p:sp>
      <p:cxnSp>
        <p:nvCxnSpPr>
          <p:cNvPr id="3" name="Łącznik prosty 2">
            <a:extLst>
              <a:ext uri="{FF2B5EF4-FFF2-40B4-BE49-F238E27FC236}">
                <a16:creationId xmlns:a16="http://schemas.microsoft.com/office/drawing/2014/main" id="{0234F062-E526-E361-D4BD-72E769199F9A}"/>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07997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Zawartość z obrazem 12">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AF3BB49-A328-F121-7F27-DEB7C3CC2B0F}"/>
              </a:ext>
            </a:extLst>
          </p:cNvPr>
          <p:cNvSpPr>
            <a:spLocks noGrp="1"/>
          </p:cNvSpPr>
          <p:nvPr>
            <p:ph type="title"/>
          </p:nvPr>
        </p:nvSpPr>
        <p:spPr>
          <a:xfrm>
            <a:off x="1143000" y="702859"/>
            <a:ext cx="5744448" cy="894860"/>
          </a:xfrm>
        </p:spPr>
        <p:txBody>
          <a:bodyPr rtlCol="0" anchor="b"/>
          <a:lstStyle/>
          <a:p>
            <a:pPr rtl="0"/>
            <a:r>
              <a:rPr lang="pl"/>
              <a:t>Kliknij, aby edytować styl wzorca tytułu</a:t>
            </a:r>
          </a:p>
        </p:txBody>
      </p:sp>
      <p:sp>
        <p:nvSpPr>
          <p:cNvPr id="8" name="Zawartość — symbol zastępczy 7">
            <a:extLst>
              <a:ext uri="{FF2B5EF4-FFF2-40B4-BE49-F238E27FC236}">
                <a16:creationId xmlns:a16="http://schemas.microsoft.com/office/drawing/2014/main" id="{07755DB3-9272-8E5E-039F-AC14A2C07898}"/>
              </a:ext>
            </a:extLst>
          </p:cNvPr>
          <p:cNvSpPr>
            <a:spLocks noGrp="1"/>
          </p:cNvSpPr>
          <p:nvPr>
            <p:ph sz="quarter" idx="14"/>
          </p:nvPr>
        </p:nvSpPr>
        <p:spPr>
          <a:xfrm>
            <a:off x="1143000" y="1843924"/>
            <a:ext cx="5744447" cy="4099676"/>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p>
        </p:txBody>
      </p:sp>
      <p:sp>
        <p:nvSpPr>
          <p:cNvPr id="3" name="Obraz — symbol zastępczy 13">
            <a:extLst>
              <a:ext uri="{FF2B5EF4-FFF2-40B4-BE49-F238E27FC236}">
                <a16:creationId xmlns:a16="http://schemas.microsoft.com/office/drawing/2014/main" id="{D5B6C620-74FA-0279-5BC5-97091F2D268B}"/>
              </a:ext>
            </a:extLst>
          </p:cNvPr>
          <p:cNvSpPr>
            <a:spLocks noGrp="1"/>
          </p:cNvSpPr>
          <p:nvPr>
            <p:ph type="pic" sz="quarter" idx="13" hasCustomPrompt="1"/>
          </p:nvPr>
        </p:nvSpPr>
        <p:spPr>
          <a:xfrm>
            <a:off x="7631547" y="702859"/>
            <a:ext cx="3417453" cy="5240741"/>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Autofit/>
          </a:bodyPr>
          <a:lstStyle>
            <a:lvl1pPr marL="0" indent="0">
              <a:buNone/>
              <a:defRPr/>
            </a:lvl1pPr>
          </a:lstStyle>
          <a:p>
            <a:pPr rtl="0"/>
            <a:r>
              <a:rPr lang="pl"/>
              <a:t>   </a:t>
            </a:r>
          </a:p>
        </p:txBody>
      </p:sp>
      <p:sp>
        <p:nvSpPr>
          <p:cNvPr id="10" name="Stopka — symbol zastępczy 9">
            <a:extLst>
              <a:ext uri="{FF2B5EF4-FFF2-40B4-BE49-F238E27FC236}">
                <a16:creationId xmlns:a16="http://schemas.microsoft.com/office/drawing/2014/main" id="{4515DEC4-C967-ABFB-73CF-0A90335332A4}"/>
              </a:ext>
            </a:extLst>
          </p:cNvPr>
          <p:cNvSpPr>
            <a:spLocks noGrp="1"/>
          </p:cNvSpPr>
          <p:nvPr>
            <p:ph type="ftr" sz="quarter" idx="16"/>
          </p:nvPr>
        </p:nvSpPr>
        <p:spPr>
          <a:xfrm>
            <a:off x="152400" y="6400800"/>
            <a:ext cx="5943600" cy="457200"/>
          </a:xfrm>
        </p:spPr>
        <p:txBody>
          <a:bodyPr rtlCol="0"/>
          <a:lstStyle/>
          <a:p>
            <a:pPr rtl="0"/>
            <a:r>
              <a:rPr lang="pl"/>
              <a:t>Przykładowy tekst stopki</a:t>
            </a:r>
          </a:p>
        </p:txBody>
      </p:sp>
      <p:sp>
        <p:nvSpPr>
          <p:cNvPr id="9" name="Data — symbol zastępczy 8">
            <a:extLst>
              <a:ext uri="{FF2B5EF4-FFF2-40B4-BE49-F238E27FC236}">
                <a16:creationId xmlns:a16="http://schemas.microsoft.com/office/drawing/2014/main" id="{81177663-FC76-DF36-EEB7-5BE4C6C82F3A}"/>
              </a:ext>
            </a:extLst>
          </p:cNvPr>
          <p:cNvSpPr>
            <a:spLocks noGrp="1"/>
          </p:cNvSpPr>
          <p:nvPr>
            <p:ph type="dt" sz="half" idx="15"/>
          </p:nvPr>
        </p:nvSpPr>
        <p:spPr>
          <a:xfrm>
            <a:off x="10058399" y="6400800"/>
            <a:ext cx="990600" cy="457200"/>
          </a:xfrm>
        </p:spPr>
        <p:txBody>
          <a:bodyPr rtlCol="0"/>
          <a:lstStyle/>
          <a:p>
            <a:pPr rtl="0"/>
            <a:r>
              <a:rPr lang="en-US"/>
              <a:t>30/10/2025</a:t>
            </a:r>
            <a:endParaRPr lang="en-US" dirty="0"/>
          </a:p>
        </p:txBody>
      </p:sp>
      <p:sp>
        <p:nvSpPr>
          <p:cNvPr id="12" name="Numer slajdu — symbol zastępczy 11">
            <a:extLst>
              <a:ext uri="{FF2B5EF4-FFF2-40B4-BE49-F238E27FC236}">
                <a16:creationId xmlns:a16="http://schemas.microsoft.com/office/drawing/2014/main" id="{A5A5085F-BE80-B110-AA1F-9DD0919E27D7}"/>
              </a:ext>
            </a:extLst>
          </p:cNvPr>
          <p:cNvSpPr>
            <a:spLocks noGrp="1"/>
          </p:cNvSpPr>
          <p:nvPr>
            <p:ph type="sldNum" sz="quarter" idx="17"/>
          </p:nvPr>
        </p:nvSpPr>
        <p:spPr>
          <a:xfrm>
            <a:off x="11049000" y="6400800"/>
            <a:ext cx="990600" cy="457200"/>
          </a:xfrm>
        </p:spPr>
        <p:txBody>
          <a:bodyPr rtlCol="0"/>
          <a:lstStyle/>
          <a:p>
            <a:pPr rtl="0"/>
            <a:fld id="{AEAA3239-9EA4-4A65-A281-97F994456D9F}" type="slidenum">
              <a:rPr lang="en-US" smtClean="0"/>
              <a:t>‹#›</a:t>
            </a:fld>
            <a:endParaRPr lang="en-US" dirty="0"/>
          </a:p>
        </p:txBody>
      </p:sp>
      <p:cxnSp>
        <p:nvCxnSpPr>
          <p:cNvPr id="4" name="Łącznik prosty 3">
            <a:extLst>
              <a:ext uri="{FF2B5EF4-FFF2-40B4-BE49-F238E27FC236}">
                <a16:creationId xmlns:a16="http://schemas.microsoft.com/office/drawing/2014/main" id="{7CD60DA1-4793-4BB1-35F1-0A144685020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638577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Zawartość z obrazem 13">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AF3BB49-A328-F121-7F27-DEB7C3CC2B0F}"/>
              </a:ext>
            </a:extLst>
          </p:cNvPr>
          <p:cNvSpPr>
            <a:spLocks noGrp="1"/>
          </p:cNvSpPr>
          <p:nvPr>
            <p:ph type="title"/>
          </p:nvPr>
        </p:nvSpPr>
        <p:spPr>
          <a:xfrm>
            <a:off x="1143001" y="685799"/>
            <a:ext cx="9905999" cy="948457"/>
          </a:xfrm>
        </p:spPr>
        <p:txBody>
          <a:bodyPr rtlCol="0" anchor="t"/>
          <a:lstStyle/>
          <a:p>
            <a:pPr rtl="0"/>
            <a:r>
              <a:rPr lang="pl"/>
              <a:t>Kliknij, aby edytować styl wzorca tytułu</a:t>
            </a:r>
            <a:endParaRPr lang="en-US" dirty="0"/>
          </a:p>
        </p:txBody>
      </p:sp>
      <p:sp>
        <p:nvSpPr>
          <p:cNvPr id="8" name="Zawartość — symbol zastępczy 7">
            <a:extLst>
              <a:ext uri="{FF2B5EF4-FFF2-40B4-BE49-F238E27FC236}">
                <a16:creationId xmlns:a16="http://schemas.microsoft.com/office/drawing/2014/main" id="{07755DB3-9272-8E5E-039F-AC14A2C07898}"/>
              </a:ext>
            </a:extLst>
          </p:cNvPr>
          <p:cNvSpPr>
            <a:spLocks noGrp="1"/>
          </p:cNvSpPr>
          <p:nvPr>
            <p:ph sz="quarter" idx="14"/>
          </p:nvPr>
        </p:nvSpPr>
        <p:spPr>
          <a:xfrm>
            <a:off x="1170936" y="1849212"/>
            <a:ext cx="4569056" cy="4094387"/>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12" name="Obraz — symbol zastępczy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6452008" y="1849212"/>
            <a:ext cx="4596992" cy="4094388"/>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a:defRPr lang="en-US" dirty="0"/>
            </a:lvl1pPr>
          </a:lstStyle>
          <a:p>
            <a:pPr marL="0" lvl="0" indent="0" rtl="0">
              <a:buNone/>
            </a:pPr>
            <a:r>
              <a:rPr lang="pl"/>
              <a:t>   </a:t>
            </a:r>
          </a:p>
        </p:txBody>
      </p:sp>
      <p:sp>
        <p:nvSpPr>
          <p:cNvPr id="9" name="Stopka — symbol zastępczy 8">
            <a:extLst>
              <a:ext uri="{FF2B5EF4-FFF2-40B4-BE49-F238E27FC236}">
                <a16:creationId xmlns:a16="http://schemas.microsoft.com/office/drawing/2014/main" id="{820916D3-99FA-E971-607F-14E290E58854}"/>
              </a:ext>
            </a:extLst>
          </p:cNvPr>
          <p:cNvSpPr>
            <a:spLocks noGrp="1"/>
          </p:cNvSpPr>
          <p:nvPr>
            <p:ph type="ftr" sz="quarter" idx="16"/>
          </p:nvPr>
        </p:nvSpPr>
        <p:spPr>
          <a:xfrm>
            <a:off x="152401" y="6400800"/>
            <a:ext cx="5943599" cy="457200"/>
          </a:xfrm>
        </p:spPr>
        <p:txBody>
          <a:bodyPr rtlCol="0"/>
          <a:lstStyle/>
          <a:p>
            <a:pPr rtl="0"/>
            <a:r>
              <a:rPr lang="pl"/>
              <a:t>Przykładowy tekst stopki</a:t>
            </a:r>
          </a:p>
        </p:txBody>
      </p:sp>
      <p:sp>
        <p:nvSpPr>
          <p:cNvPr id="4" name="Data — symbol zastępczy 3">
            <a:extLst>
              <a:ext uri="{FF2B5EF4-FFF2-40B4-BE49-F238E27FC236}">
                <a16:creationId xmlns:a16="http://schemas.microsoft.com/office/drawing/2014/main" id="{9F3CAD5B-18BB-E21E-3A4C-7BAACB8519A4}"/>
              </a:ext>
            </a:extLst>
          </p:cNvPr>
          <p:cNvSpPr>
            <a:spLocks noGrp="1"/>
          </p:cNvSpPr>
          <p:nvPr>
            <p:ph type="dt" sz="half" idx="15"/>
          </p:nvPr>
        </p:nvSpPr>
        <p:spPr>
          <a:xfrm>
            <a:off x="10058401" y="6400800"/>
            <a:ext cx="990599" cy="457200"/>
          </a:xfrm>
        </p:spPr>
        <p:txBody>
          <a:bodyPr rtlCol="0"/>
          <a:lstStyle/>
          <a:p>
            <a:pPr rtl="0"/>
            <a:r>
              <a:rPr lang="en-US"/>
              <a:t>30/10/2025</a:t>
            </a:r>
            <a:endParaRPr lang="en-US" dirty="0"/>
          </a:p>
        </p:txBody>
      </p:sp>
      <p:sp>
        <p:nvSpPr>
          <p:cNvPr id="10" name="Numer slajdu — symbol zastępczy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49000" y="6400800"/>
            <a:ext cx="990599" cy="457200"/>
          </a:xfrm>
        </p:spPr>
        <p:txBody>
          <a:bodyPr rtlCol="0"/>
          <a:lstStyle/>
          <a:p>
            <a:pPr rtl="0"/>
            <a:fld id="{AEAA3239-9EA4-4A65-A281-97F994456D9F}" type="slidenum">
              <a:rPr lang="en-US" smtClean="0"/>
              <a:t>‹#›</a:t>
            </a:fld>
            <a:endParaRPr lang="en-US" dirty="0"/>
          </a:p>
        </p:txBody>
      </p:sp>
      <p:cxnSp>
        <p:nvCxnSpPr>
          <p:cNvPr id="3" name="Łącznik prosty 2">
            <a:extLst>
              <a:ext uri="{FF2B5EF4-FFF2-40B4-BE49-F238E27FC236}">
                <a16:creationId xmlns:a16="http://schemas.microsoft.com/office/drawing/2014/main" id="{9177AF9D-3C1B-C06E-8ED0-0E93CB299E0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4594919"/>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Zawartość z obrazem 14">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AF3BB49-A328-F121-7F27-DEB7C3CC2B0F}"/>
              </a:ext>
            </a:extLst>
          </p:cNvPr>
          <p:cNvSpPr>
            <a:spLocks noGrp="1"/>
          </p:cNvSpPr>
          <p:nvPr>
            <p:ph type="title"/>
          </p:nvPr>
        </p:nvSpPr>
        <p:spPr>
          <a:xfrm>
            <a:off x="1143000" y="685800"/>
            <a:ext cx="9906000" cy="948458"/>
          </a:xfrm>
        </p:spPr>
        <p:txBody>
          <a:bodyPr rtlCol="0" anchor="t"/>
          <a:lstStyle/>
          <a:p>
            <a:pPr rtl="0"/>
            <a:r>
              <a:rPr lang="pl"/>
              <a:t>Kliknij, aby edytować styl wzorca tytułu</a:t>
            </a:r>
            <a:endParaRPr lang="en-US" dirty="0"/>
          </a:p>
        </p:txBody>
      </p:sp>
      <p:sp>
        <p:nvSpPr>
          <p:cNvPr id="8" name="Zawartość — symbol zastępczy 7">
            <a:extLst>
              <a:ext uri="{FF2B5EF4-FFF2-40B4-BE49-F238E27FC236}">
                <a16:creationId xmlns:a16="http://schemas.microsoft.com/office/drawing/2014/main" id="{07755DB3-9272-8E5E-039F-AC14A2C07898}"/>
              </a:ext>
            </a:extLst>
          </p:cNvPr>
          <p:cNvSpPr>
            <a:spLocks noGrp="1"/>
          </p:cNvSpPr>
          <p:nvPr>
            <p:ph sz="quarter" idx="14"/>
          </p:nvPr>
        </p:nvSpPr>
        <p:spPr>
          <a:xfrm>
            <a:off x="1143000" y="1849213"/>
            <a:ext cx="3886200" cy="4094387"/>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6" name="Obraz — symbol zastępczy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5741216" y="1849213"/>
            <a:ext cx="5307785" cy="4094387"/>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a:defRPr lang="en-US" dirty="0"/>
            </a:lvl1pPr>
          </a:lstStyle>
          <a:p>
            <a:pPr marL="0" lvl="0" indent="0" rtl="0">
              <a:buNone/>
            </a:pPr>
            <a:r>
              <a:rPr lang="pl"/>
              <a:t>   </a:t>
            </a:r>
          </a:p>
        </p:txBody>
      </p:sp>
      <p:sp>
        <p:nvSpPr>
          <p:cNvPr id="9" name="Stopka — symbol zastępczy 8">
            <a:extLst>
              <a:ext uri="{FF2B5EF4-FFF2-40B4-BE49-F238E27FC236}">
                <a16:creationId xmlns:a16="http://schemas.microsoft.com/office/drawing/2014/main" id="{820916D3-99FA-E971-607F-14E290E58854}"/>
              </a:ext>
            </a:extLst>
          </p:cNvPr>
          <p:cNvSpPr>
            <a:spLocks noGrp="1"/>
          </p:cNvSpPr>
          <p:nvPr>
            <p:ph type="ftr" sz="quarter" idx="16"/>
          </p:nvPr>
        </p:nvSpPr>
        <p:spPr>
          <a:xfrm>
            <a:off x="152400" y="6400800"/>
            <a:ext cx="5943600" cy="457200"/>
          </a:xfrm>
        </p:spPr>
        <p:txBody>
          <a:bodyPr rtlCol="0"/>
          <a:lstStyle/>
          <a:p>
            <a:pPr rtl="0"/>
            <a:r>
              <a:rPr lang="pl"/>
              <a:t>Przykładowy tekst stopki</a:t>
            </a:r>
          </a:p>
        </p:txBody>
      </p:sp>
      <p:sp>
        <p:nvSpPr>
          <p:cNvPr id="4" name="Data — symbol zastępczy 3">
            <a:extLst>
              <a:ext uri="{FF2B5EF4-FFF2-40B4-BE49-F238E27FC236}">
                <a16:creationId xmlns:a16="http://schemas.microsoft.com/office/drawing/2014/main" id="{9F3CAD5B-18BB-E21E-3A4C-7BAACB8519A4}"/>
              </a:ext>
            </a:extLst>
          </p:cNvPr>
          <p:cNvSpPr>
            <a:spLocks noGrp="1"/>
          </p:cNvSpPr>
          <p:nvPr>
            <p:ph type="dt" sz="half" idx="15"/>
          </p:nvPr>
        </p:nvSpPr>
        <p:spPr>
          <a:xfrm>
            <a:off x="10058401" y="6400800"/>
            <a:ext cx="990599" cy="457200"/>
          </a:xfrm>
        </p:spPr>
        <p:txBody>
          <a:bodyPr rtlCol="0"/>
          <a:lstStyle/>
          <a:p>
            <a:pPr rtl="0"/>
            <a:r>
              <a:rPr lang="en-US"/>
              <a:t>30/10/2025</a:t>
            </a:r>
            <a:endParaRPr lang="en-US" dirty="0"/>
          </a:p>
        </p:txBody>
      </p:sp>
      <p:sp>
        <p:nvSpPr>
          <p:cNvPr id="10" name="Numer slajdu — symbol zastępczy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49000" y="6400800"/>
            <a:ext cx="990599" cy="457200"/>
          </a:xfrm>
        </p:spPr>
        <p:txBody>
          <a:bodyPr rtlCol="0"/>
          <a:lstStyle/>
          <a:p>
            <a:pPr rtl="0"/>
            <a:fld id="{AEAA3239-9EA4-4A65-A281-97F994456D9F}" type="slidenum">
              <a:rPr lang="en-US" smtClean="0"/>
              <a:t>‹#›</a:t>
            </a:fld>
            <a:endParaRPr lang="en-US" dirty="0"/>
          </a:p>
        </p:txBody>
      </p:sp>
      <p:cxnSp>
        <p:nvCxnSpPr>
          <p:cNvPr id="3" name="Łącznik prosty 2">
            <a:extLst>
              <a:ext uri="{FF2B5EF4-FFF2-40B4-BE49-F238E27FC236}">
                <a16:creationId xmlns:a16="http://schemas.microsoft.com/office/drawing/2014/main" id="{3068E299-4F76-11A9-0401-93911962B31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28494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Zawartość z obrazem 15">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AF3BB49-A328-F121-7F27-DEB7C3CC2B0F}"/>
              </a:ext>
            </a:extLst>
          </p:cNvPr>
          <p:cNvSpPr>
            <a:spLocks noGrp="1"/>
          </p:cNvSpPr>
          <p:nvPr>
            <p:ph type="title"/>
          </p:nvPr>
        </p:nvSpPr>
        <p:spPr>
          <a:xfrm>
            <a:off x="1143000" y="685800"/>
            <a:ext cx="9906000" cy="941832"/>
          </a:xfrm>
        </p:spPr>
        <p:txBody>
          <a:bodyPr rtlCol="0" anchor="t"/>
          <a:lstStyle/>
          <a:p>
            <a:pPr rtl="0"/>
            <a:r>
              <a:rPr lang="pl"/>
              <a:t>Kliknij, aby edytować styl wzorca tytułu</a:t>
            </a:r>
          </a:p>
        </p:txBody>
      </p:sp>
      <p:sp>
        <p:nvSpPr>
          <p:cNvPr id="12" name="Obraz — symbol zastępczy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1143000" y="1855838"/>
            <a:ext cx="4678055" cy="4087762"/>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a:defRPr lang="en-US" dirty="0"/>
            </a:lvl1pPr>
          </a:lstStyle>
          <a:p>
            <a:pPr marL="0" lvl="0" indent="0" rtl="0">
              <a:buNone/>
            </a:pPr>
            <a:r>
              <a:rPr lang="pl"/>
              <a:t>   </a:t>
            </a:r>
          </a:p>
        </p:txBody>
      </p:sp>
      <p:sp>
        <p:nvSpPr>
          <p:cNvPr id="8" name="Zawartość — symbol zastępczy 7">
            <a:extLst>
              <a:ext uri="{FF2B5EF4-FFF2-40B4-BE49-F238E27FC236}">
                <a16:creationId xmlns:a16="http://schemas.microsoft.com/office/drawing/2014/main" id="{07755DB3-9272-8E5E-039F-AC14A2C07898}"/>
              </a:ext>
            </a:extLst>
          </p:cNvPr>
          <p:cNvSpPr>
            <a:spLocks noGrp="1"/>
          </p:cNvSpPr>
          <p:nvPr>
            <p:ph sz="quarter" idx="14"/>
          </p:nvPr>
        </p:nvSpPr>
        <p:spPr>
          <a:xfrm>
            <a:off x="6569855" y="1855839"/>
            <a:ext cx="4479145" cy="4087762"/>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9" name="Stopka — symbol zastępczy 8">
            <a:extLst>
              <a:ext uri="{FF2B5EF4-FFF2-40B4-BE49-F238E27FC236}">
                <a16:creationId xmlns:a16="http://schemas.microsoft.com/office/drawing/2014/main" id="{820916D3-99FA-E971-607F-14E290E58854}"/>
              </a:ext>
            </a:extLst>
          </p:cNvPr>
          <p:cNvSpPr>
            <a:spLocks noGrp="1"/>
          </p:cNvSpPr>
          <p:nvPr>
            <p:ph type="ftr" sz="quarter" idx="16"/>
          </p:nvPr>
        </p:nvSpPr>
        <p:spPr>
          <a:xfrm flipH="1">
            <a:off x="152400" y="6400800"/>
            <a:ext cx="5943600" cy="457200"/>
          </a:xfrm>
        </p:spPr>
        <p:txBody>
          <a:bodyPr rtlCol="0"/>
          <a:lstStyle/>
          <a:p>
            <a:pPr rtl="0"/>
            <a:r>
              <a:rPr lang="pl"/>
              <a:t>Przykładowy tekst stopki</a:t>
            </a:r>
          </a:p>
        </p:txBody>
      </p:sp>
      <p:sp>
        <p:nvSpPr>
          <p:cNvPr id="4" name="Data — symbol zastępczy 3">
            <a:extLst>
              <a:ext uri="{FF2B5EF4-FFF2-40B4-BE49-F238E27FC236}">
                <a16:creationId xmlns:a16="http://schemas.microsoft.com/office/drawing/2014/main" id="{9F3CAD5B-18BB-E21E-3A4C-7BAACB8519A4}"/>
              </a:ext>
            </a:extLst>
          </p:cNvPr>
          <p:cNvSpPr>
            <a:spLocks noGrp="1"/>
          </p:cNvSpPr>
          <p:nvPr>
            <p:ph type="dt" sz="half" idx="15"/>
          </p:nvPr>
        </p:nvSpPr>
        <p:spPr>
          <a:xfrm>
            <a:off x="10058400" y="6400800"/>
            <a:ext cx="990600" cy="457200"/>
          </a:xfrm>
        </p:spPr>
        <p:txBody>
          <a:bodyPr rtlCol="0"/>
          <a:lstStyle/>
          <a:p>
            <a:pPr rtl="0"/>
            <a:r>
              <a:rPr lang="en-US"/>
              <a:t>30/10/2025</a:t>
            </a:r>
            <a:endParaRPr lang="en-US" dirty="0"/>
          </a:p>
        </p:txBody>
      </p:sp>
      <p:sp>
        <p:nvSpPr>
          <p:cNvPr id="10" name="Numer slajdu — symbol zastępczy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49000" y="6400800"/>
            <a:ext cx="990600" cy="457200"/>
          </a:xfrm>
        </p:spPr>
        <p:txBody>
          <a:bodyPr rtlCol="0"/>
          <a:lstStyle/>
          <a:p>
            <a:pPr rtl="0"/>
            <a:fld id="{AEAA3239-9EA4-4A65-A281-97F994456D9F}" type="slidenum">
              <a:rPr lang="en-US" smtClean="0"/>
              <a:t>‹#›</a:t>
            </a:fld>
            <a:endParaRPr lang="en-US" dirty="0"/>
          </a:p>
        </p:txBody>
      </p:sp>
      <p:cxnSp>
        <p:nvCxnSpPr>
          <p:cNvPr id="3" name="Łącznik prosty 2">
            <a:extLst>
              <a:ext uri="{FF2B5EF4-FFF2-40B4-BE49-F238E27FC236}">
                <a16:creationId xmlns:a16="http://schemas.microsoft.com/office/drawing/2014/main" id="{495B70AA-3B93-7622-1DFB-94A2304AD14A}"/>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109403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Zawartość z obrazem 16">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AF3BB49-A328-F121-7F27-DEB7C3CC2B0F}"/>
              </a:ext>
            </a:extLst>
          </p:cNvPr>
          <p:cNvSpPr>
            <a:spLocks noGrp="1"/>
          </p:cNvSpPr>
          <p:nvPr>
            <p:ph type="title"/>
          </p:nvPr>
        </p:nvSpPr>
        <p:spPr>
          <a:xfrm>
            <a:off x="4632168" y="685801"/>
            <a:ext cx="6416832" cy="914400"/>
          </a:xfrm>
        </p:spPr>
        <p:txBody>
          <a:bodyPr rtlCol="0" anchor="t"/>
          <a:lstStyle/>
          <a:p>
            <a:pPr rtl="0"/>
            <a:r>
              <a:rPr lang="pl"/>
              <a:t>Kliknij, aby edytować styl wzorca tytułu</a:t>
            </a:r>
          </a:p>
        </p:txBody>
      </p:sp>
      <p:sp>
        <p:nvSpPr>
          <p:cNvPr id="11" name="Obraz — symbol zastępczy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3000" y="685800"/>
            <a:ext cx="2777152"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pl"/>
              <a:t>   </a:t>
            </a:r>
          </a:p>
        </p:txBody>
      </p:sp>
      <p:sp>
        <p:nvSpPr>
          <p:cNvPr id="8" name="Zawartość — symbol zastępczy 7">
            <a:extLst>
              <a:ext uri="{FF2B5EF4-FFF2-40B4-BE49-F238E27FC236}">
                <a16:creationId xmlns:a16="http://schemas.microsoft.com/office/drawing/2014/main" id="{818B74D6-CD72-B859-C229-60DB988B25E3}"/>
              </a:ext>
            </a:extLst>
          </p:cNvPr>
          <p:cNvSpPr>
            <a:spLocks noGrp="1"/>
          </p:cNvSpPr>
          <p:nvPr>
            <p:ph sz="quarter" idx="14"/>
          </p:nvPr>
        </p:nvSpPr>
        <p:spPr>
          <a:xfrm>
            <a:off x="4632168" y="1828299"/>
            <a:ext cx="6416832" cy="4115300"/>
          </a:xfrm>
        </p:spPr>
        <p:txBody>
          <a:bodyPr rtlCol="0"/>
          <a:lstStyle>
            <a:lvl1pPr>
              <a:spcBef>
                <a:spcPts val="400"/>
              </a:spcBef>
              <a:defRPr/>
            </a:lvl1pPr>
            <a:lvl2pPr>
              <a:spcBef>
                <a:spcPts val="400"/>
              </a:spcBef>
              <a:defRPr/>
            </a:lvl2pPr>
            <a:lvl3pPr>
              <a:spcBef>
                <a:spcPts val="400"/>
              </a:spcBef>
              <a:defRPr/>
            </a:lvl3pPr>
            <a:lvl4pPr>
              <a:spcBef>
                <a:spcPts val="400"/>
              </a:spcBef>
              <a:defRPr/>
            </a:lvl4pPr>
            <a:lvl5pPr>
              <a:spcBef>
                <a:spcPts val="400"/>
              </a:spcBef>
              <a:defRPr/>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4" name="Stopka — symbol zastępczy 3">
            <a:extLst>
              <a:ext uri="{FF2B5EF4-FFF2-40B4-BE49-F238E27FC236}">
                <a16:creationId xmlns:a16="http://schemas.microsoft.com/office/drawing/2014/main" id="{5446E4B5-B423-4137-0255-D68BAC85BE95}"/>
              </a:ext>
            </a:extLst>
          </p:cNvPr>
          <p:cNvSpPr>
            <a:spLocks noGrp="1"/>
          </p:cNvSpPr>
          <p:nvPr>
            <p:ph type="ftr" sz="quarter" idx="16"/>
          </p:nvPr>
        </p:nvSpPr>
        <p:spPr>
          <a:xfrm>
            <a:off x="152400" y="6400800"/>
            <a:ext cx="5943600" cy="457200"/>
          </a:xfrm>
        </p:spPr>
        <p:txBody>
          <a:bodyPr rtlCol="0"/>
          <a:lstStyle/>
          <a:p>
            <a:pPr rtl="0"/>
            <a:r>
              <a:rPr lang="pl"/>
              <a:t>Przykładowy tekst stopki</a:t>
            </a:r>
          </a:p>
        </p:txBody>
      </p:sp>
      <p:sp>
        <p:nvSpPr>
          <p:cNvPr id="3" name="Data — symbol zastępczy 2">
            <a:extLst>
              <a:ext uri="{FF2B5EF4-FFF2-40B4-BE49-F238E27FC236}">
                <a16:creationId xmlns:a16="http://schemas.microsoft.com/office/drawing/2014/main" id="{F0BFB53A-8FDF-F131-DCF2-D7BECE95381F}"/>
              </a:ext>
            </a:extLst>
          </p:cNvPr>
          <p:cNvSpPr>
            <a:spLocks noGrp="1"/>
          </p:cNvSpPr>
          <p:nvPr>
            <p:ph type="dt" sz="half" idx="15"/>
          </p:nvPr>
        </p:nvSpPr>
        <p:spPr>
          <a:xfrm>
            <a:off x="10058400" y="6400800"/>
            <a:ext cx="990600" cy="457200"/>
          </a:xfrm>
        </p:spPr>
        <p:txBody>
          <a:bodyPr rtlCol="0"/>
          <a:lstStyle/>
          <a:p>
            <a:pPr rtl="0"/>
            <a:r>
              <a:rPr lang="en-US"/>
              <a:t>30/10/2025</a:t>
            </a:r>
            <a:endParaRPr lang="en-US" dirty="0"/>
          </a:p>
        </p:txBody>
      </p:sp>
      <p:sp>
        <p:nvSpPr>
          <p:cNvPr id="9" name="Numer slajdu — symbol zastępczy 8">
            <a:extLst>
              <a:ext uri="{FF2B5EF4-FFF2-40B4-BE49-F238E27FC236}">
                <a16:creationId xmlns:a16="http://schemas.microsoft.com/office/drawing/2014/main" id="{79FEC5A8-0DCB-9EEB-83E2-0411804C543D}"/>
              </a:ext>
            </a:extLst>
          </p:cNvPr>
          <p:cNvSpPr>
            <a:spLocks noGrp="1"/>
          </p:cNvSpPr>
          <p:nvPr>
            <p:ph type="sldNum" sz="quarter" idx="17"/>
          </p:nvPr>
        </p:nvSpPr>
        <p:spPr>
          <a:xfrm>
            <a:off x="11049000" y="6400800"/>
            <a:ext cx="990600" cy="457200"/>
          </a:xfrm>
        </p:spPr>
        <p:txBody>
          <a:bodyPr rtlCol="0"/>
          <a:lstStyle/>
          <a:p>
            <a:pPr rtl="0"/>
            <a:fld id="{AEAA3239-9EA4-4A65-A281-97F994456D9F}" type="slidenum">
              <a:rPr lang="en-US" smtClean="0"/>
              <a:t>‹#›</a:t>
            </a:fld>
            <a:endParaRPr lang="en-US" dirty="0"/>
          </a:p>
        </p:txBody>
      </p:sp>
      <p:cxnSp>
        <p:nvCxnSpPr>
          <p:cNvPr id="5" name="Łącznik prosty 4">
            <a:extLst>
              <a:ext uri="{FF2B5EF4-FFF2-40B4-BE49-F238E27FC236}">
                <a16:creationId xmlns:a16="http://schemas.microsoft.com/office/drawing/2014/main" id="{5239A83E-B0F1-03F6-74AC-D67E31FB986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890184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Zawartość z obrazem 17">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AF3BB49-A328-F121-7F27-DEB7C3CC2B0F}"/>
              </a:ext>
            </a:extLst>
          </p:cNvPr>
          <p:cNvSpPr>
            <a:spLocks noGrp="1"/>
          </p:cNvSpPr>
          <p:nvPr>
            <p:ph type="title"/>
          </p:nvPr>
        </p:nvSpPr>
        <p:spPr>
          <a:xfrm>
            <a:off x="1143000" y="694998"/>
            <a:ext cx="6407304" cy="914400"/>
          </a:xfrm>
        </p:spPr>
        <p:txBody>
          <a:bodyPr rtlCol="0" anchor="t"/>
          <a:lstStyle/>
          <a:p>
            <a:pPr rtl="0"/>
            <a:r>
              <a:rPr lang="pl"/>
              <a:t>Kliknij, aby edytować styl wzorca tytułu</a:t>
            </a:r>
          </a:p>
        </p:txBody>
      </p:sp>
      <p:sp>
        <p:nvSpPr>
          <p:cNvPr id="8" name="Zawartość — symbol zastępczy 7">
            <a:extLst>
              <a:ext uri="{FF2B5EF4-FFF2-40B4-BE49-F238E27FC236}">
                <a16:creationId xmlns:a16="http://schemas.microsoft.com/office/drawing/2014/main" id="{07755DB3-9272-8E5E-039F-AC14A2C07898}"/>
              </a:ext>
            </a:extLst>
          </p:cNvPr>
          <p:cNvSpPr>
            <a:spLocks noGrp="1"/>
          </p:cNvSpPr>
          <p:nvPr>
            <p:ph sz="quarter" idx="14"/>
          </p:nvPr>
        </p:nvSpPr>
        <p:spPr>
          <a:xfrm>
            <a:off x="1142999" y="1828299"/>
            <a:ext cx="6407305" cy="4115302"/>
          </a:xfrm>
        </p:spPr>
        <p:txBody>
          <a:bodyPr rtlCol="0"/>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6" name="Obraz — symbol zastępczy 10">
            <a:extLst>
              <a:ext uri="{FF2B5EF4-FFF2-40B4-BE49-F238E27FC236}">
                <a16:creationId xmlns:a16="http://schemas.microsoft.com/office/drawing/2014/main" id="{A0F08A51-DDF0-F904-C832-37321BA8D046}"/>
              </a:ext>
            </a:extLst>
          </p:cNvPr>
          <p:cNvSpPr>
            <a:spLocks noGrp="1"/>
          </p:cNvSpPr>
          <p:nvPr>
            <p:ph type="pic" sz="quarter" idx="13" hasCustomPrompt="1"/>
          </p:nvPr>
        </p:nvSpPr>
        <p:spPr>
          <a:xfrm>
            <a:off x="8271848" y="685800"/>
            <a:ext cx="2777152"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pl"/>
              <a:t>   </a:t>
            </a:r>
          </a:p>
        </p:txBody>
      </p:sp>
      <p:sp>
        <p:nvSpPr>
          <p:cNvPr id="9" name="Stopka — symbol zastępczy 8">
            <a:extLst>
              <a:ext uri="{FF2B5EF4-FFF2-40B4-BE49-F238E27FC236}">
                <a16:creationId xmlns:a16="http://schemas.microsoft.com/office/drawing/2014/main" id="{820916D3-99FA-E971-607F-14E290E58854}"/>
              </a:ext>
            </a:extLst>
          </p:cNvPr>
          <p:cNvSpPr>
            <a:spLocks noGrp="1"/>
          </p:cNvSpPr>
          <p:nvPr>
            <p:ph type="ftr" sz="quarter" idx="16"/>
          </p:nvPr>
        </p:nvSpPr>
        <p:spPr>
          <a:xfrm>
            <a:off x="152400" y="6400800"/>
            <a:ext cx="5943599" cy="457200"/>
          </a:xfrm>
        </p:spPr>
        <p:txBody>
          <a:bodyPr rtlCol="0"/>
          <a:lstStyle/>
          <a:p>
            <a:pPr rtl="0"/>
            <a:r>
              <a:rPr lang="pl"/>
              <a:t>Przykładowy tekst stopki</a:t>
            </a:r>
          </a:p>
        </p:txBody>
      </p:sp>
      <p:sp>
        <p:nvSpPr>
          <p:cNvPr id="4" name="Data — symbol zastępczy 3">
            <a:extLst>
              <a:ext uri="{FF2B5EF4-FFF2-40B4-BE49-F238E27FC236}">
                <a16:creationId xmlns:a16="http://schemas.microsoft.com/office/drawing/2014/main" id="{9F3CAD5B-18BB-E21E-3A4C-7BAACB8519A4}"/>
              </a:ext>
            </a:extLst>
          </p:cNvPr>
          <p:cNvSpPr>
            <a:spLocks noGrp="1"/>
          </p:cNvSpPr>
          <p:nvPr>
            <p:ph type="dt" sz="half" idx="15"/>
          </p:nvPr>
        </p:nvSpPr>
        <p:spPr>
          <a:xfrm>
            <a:off x="10058400" y="6400800"/>
            <a:ext cx="990600" cy="457200"/>
          </a:xfrm>
        </p:spPr>
        <p:txBody>
          <a:bodyPr rtlCol="0"/>
          <a:lstStyle/>
          <a:p>
            <a:pPr rtl="0"/>
            <a:r>
              <a:rPr lang="en-US"/>
              <a:t>30/10/2025</a:t>
            </a:r>
            <a:endParaRPr lang="en-US" dirty="0"/>
          </a:p>
        </p:txBody>
      </p:sp>
      <p:sp>
        <p:nvSpPr>
          <p:cNvPr id="10" name="Numer slajdu — symbol zastępczy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49000" y="6400800"/>
            <a:ext cx="990600" cy="457200"/>
          </a:xfrm>
        </p:spPr>
        <p:txBody>
          <a:bodyPr rtlCol="0"/>
          <a:lstStyle/>
          <a:p>
            <a:pPr rtl="0"/>
            <a:fld id="{AEAA3239-9EA4-4A65-A281-97F994456D9F}" type="slidenum">
              <a:rPr lang="en-US" smtClean="0"/>
              <a:t>‹#›</a:t>
            </a:fld>
            <a:endParaRPr lang="en-US" dirty="0"/>
          </a:p>
        </p:txBody>
      </p:sp>
      <p:cxnSp>
        <p:nvCxnSpPr>
          <p:cNvPr id="3" name="Łącznik prosty 2">
            <a:extLst>
              <a:ext uri="{FF2B5EF4-FFF2-40B4-BE49-F238E27FC236}">
                <a16:creationId xmlns:a16="http://schemas.microsoft.com/office/drawing/2014/main" id="{2500A44A-2759-A2C2-08DC-0AAFC6B55096}"/>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474152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Zawartość z obrazem 18">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AF3BB49-A328-F121-7F27-DEB7C3CC2B0F}"/>
              </a:ext>
            </a:extLst>
          </p:cNvPr>
          <p:cNvSpPr>
            <a:spLocks noGrp="1"/>
          </p:cNvSpPr>
          <p:nvPr>
            <p:ph type="title"/>
          </p:nvPr>
        </p:nvSpPr>
        <p:spPr>
          <a:xfrm>
            <a:off x="1143001" y="720467"/>
            <a:ext cx="3517146" cy="1628481"/>
          </a:xfrm>
        </p:spPr>
        <p:txBody>
          <a:bodyPr rtlCol="0" anchor="t">
            <a:normAutofit/>
          </a:bodyPr>
          <a:lstStyle>
            <a:lvl1pPr>
              <a:defRPr sz="3600"/>
            </a:lvl1pPr>
          </a:lstStyle>
          <a:p>
            <a:pPr rtl="0"/>
            <a:r>
              <a:rPr lang="pl"/>
              <a:t>Kliknij, aby edytować styl wzorca tytułu</a:t>
            </a:r>
          </a:p>
        </p:txBody>
      </p:sp>
      <p:sp>
        <p:nvSpPr>
          <p:cNvPr id="11" name="Obraz — symbol zastępczy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3001" y="2563904"/>
            <a:ext cx="3517146" cy="3379695"/>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pl"/>
              <a:t>   </a:t>
            </a:r>
          </a:p>
        </p:txBody>
      </p:sp>
      <p:sp>
        <p:nvSpPr>
          <p:cNvPr id="8" name="Zawartość — symbol zastępczy 7">
            <a:extLst>
              <a:ext uri="{FF2B5EF4-FFF2-40B4-BE49-F238E27FC236}">
                <a16:creationId xmlns:a16="http://schemas.microsoft.com/office/drawing/2014/main" id="{8BAC3300-BF12-B200-9F06-8D5AC45CB7EF}"/>
              </a:ext>
            </a:extLst>
          </p:cNvPr>
          <p:cNvSpPr>
            <a:spLocks noGrp="1"/>
          </p:cNvSpPr>
          <p:nvPr>
            <p:ph sz="quarter" idx="14"/>
          </p:nvPr>
        </p:nvSpPr>
        <p:spPr>
          <a:xfrm>
            <a:off x="5372162" y="685801"/>
            <a:ext cx="5676838" cy="5257800"/>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6" name="Stopka — symbol zastępczy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pl"/>
              <a:t>Przykładowy tekst stopki</a:t>
            </a:r>
          </a:p>
        </p:txBody>
      </p:sp>
      <p:sp>
        <p:nvSpPr>
          <p:cNvPr id="5" name="Data — symbol zastępczy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7" name="Numer slajdu — symbol zastępczy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3" name="Łącznik prosty 2">
            <a:extLst>
              <a:ext uri="{FF2B5EF4-FFF2-40B4-BE49-F238E27FC236}">
                <a16:creationId xmlns:a16="http://schemas.microsoft.com/office/drawing/2014/main" id="{BEC98E67-C3DE-1B21-ADC4-8C5E2F6367F0}"/>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798117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Zawartość z obrazem 19">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AF3BB49-A328-F121-7F27-DEB7C3CC2B0F}"/>
              </a:ext>
            </a:extLst>
          </p:cNvPr>
          <p:cNvSpPr>
            <a:spLocks noGrp="1"/>
          </p:cNvSpPr>
          <p:nvPr>
            <p:ph type="title"/>
          </p:nvPr>
        </p:nvSpPr>
        <p:spPr>
          <a:xfrm>
            <a:off x="1172129" y="709098"/>
            <a:ext cx="2491239" cy="1639852"/>
          </a:xfrm>
        </p:spPr>
        <p:txBody>
          <a:bodyPr rtlCol="0" anchor="t">
            <a:normAutofit/>
          </a:bodyPr>
          <a:lstStyle>
            <a:lvl1pPr>
              <a:defRPr sz="3600"/>
            </a:lvl1pPr>
          </a:lstStyle>
          <a:p>
            <a:pPr rtl="0"/>
            <a:r>
              <a:rPr lang="pl"/>
              <a:t>Kliknij, aby edytować styl wzorca tytułu</a:t>
            </a:r>
          </a:p>
        </p:txBody>
      </p:sp>
      <p:sp>
        <p:nvSpPr>
          <p:cNvPr id="11" name="Obraz — symbol zastępczy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72128" y="2563905"/>
            <a:ext cx="2491239" cy="3379695"/>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pl"/>
              <a:t>   </a:t>
            </a:r>
          </a:p>
        </p:txBody>
      </p:sp>
      <p:sp>
        <p:nvSpPr>
          <p:cNvPr id="8" name="Zawartość — symbol zastępczy 7">
            <a:extLst>
              <a:ext uri="{FF2B5EF4-FFF2-40B4-BE49-F238E27FC236}">
                <a16:creationId xmlns:a16="http://schemas.microsoft.com/office/drawing/2014/main" id="{83F7B03F-5EDA-605B-1A2E-F48896E48939}"/>
              </a:ext>
            </a:extLst>
          </p:cNvPr>
          <p:cNvSpPr>
            <a:spLocks noGrp="1"/>
          </p:cNvSpPr>
          <p:nvPr>
            <p:ph sz="quarter" idx="14"/>
          </p:nvPr>
        </p:nvSpPr>
        <p:spPr>
          <a:xfrm>
            <a:off x="4375384" y="685800"/>
            <a:ext cx="6673616" cy="5257800"/>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6" name="Stopka — symbol zastępczy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pl"/>
              <a:t>Przykładowy tekst stopki</a:t>
            </a:r>
          </a:p>
        </p:txBody>
      </p:sp>
      <p:sp>
        <p:nvSpPr>
          <p:cNvPr id="5" name="Data — symbol zastępczy 4">
            <a:extLst>
              <a:ext uri="{FF2B5EF4-FFF2-40B4-BE49-F238E27FC236}">
                <a16:creationId xmlns:a16="http://schemas.microsoft.com/office/drawing/2014/main" id="{897D0B7E-1A60-DA52-6965-92412B1C2F9F}"/>
              </a:ext>
            </a:extLst>
          </p:cNvPr>
          <p:cNvSpPr>
            <a:spLocks noGrp="1"/>
          </p:cNvSpPr>
          <p:nvPr>
            <p:ph type="dt" sz="half" idx="10"/>
          </p:nvPr>
        </p:nvSpPr>
        <p:spPr>
          <a:xfrm>
            <a:off x="10058400" y="6400800"/>
            <a:ext cx="990599" cy="457200"/>
          </a:xfrm>
        </p:spPr>
        <p:txBody>
          <a:bodyPr rtlCol="0"/>
          <a:lstStyle/>
          <a:p>
            <a:pPr rtl="0"/>
            <a:r>
              <a:rPr lang="en-US"/>
              <a:t>30/10/2025</a:t>
            </a:r>
            <a:endParaRPr lang="en-US" dirty="0"/>
          </a:p>
        </p:txBody>
      </p:sp>
      <p:sp>
        <p:nvSpPr>
          <p:cNvPr id="7" name="Numer slajdu — symbol zastępczy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3" name="Łącznik prosty 2">
            <a:extLst>
              <a:ext uri="{FF2B5EF4-FFF2-40B4-BE49-F238E27FC236}">
                <a16:creationId xmlns:a16="http://schemas.microsoft.com/office/drawing/2014/main" id="{E70BF570-92F5-4B04-EE32-8093EAC2D175}"/>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58935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Duża liczba">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756306E-B77F-CE22-FA8C-F08F17B5E9B4}"/>
              </a:ext>
            </a:extLst>
          </p:cNvPr>
          <p:cNvSpPr>
            <a:spLocks noGrp="1"/>
          </p:cNvSpPr>
          <p:nvPr>
            <p:ph type="title"/>
          </p:nvPr>
        </p:nvSpPr>
        <p:spPr>
          <a:xfrm>
            <a:off x="1143000" y="5243865"/>
            <a:ext cx="9906000" cy="709673"/>
          </a:xfrm>
        </p:spPr>
        <p:txBody>
          <a:bodyPr rtlCol="0" anchor="b">
            <a:normAutofit/>
          </a:bodyPr>
          <a:lstStyle>
            <a:lvl1pPr algn="ctr">
              <a:lnSpc>
                <a:spcPct val="110000"/>
              </a:lnSpc>
              <a:defRPr sz="2600" b="1" i="0">
                <a:solidFill>
                  <a:schemeClr val="bg1"/>
                </a:solidFill>
                <a:latin typeface="+mn-lt"/>
              </a:defRPr>
            </a:lvl1pPr>
          </a:lstStyle>
          <a:p>
            <a:pPr rtl="0"/>
            <a:r>
              <a:rPr lang="pl"/>
              <a:t>Kliknij, aby edytować styl wzorca tytułu</a:t>
            </a:r>
          </a:p>
        </p:txBody>
      </p:sp>
      <p:sp>
        <p:nvSpPr>
          <p:cNvPr id="7" name="Zawartość — symbol zastępczy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143000" y="685801"/>
            <a:ext cx="9906000" cy="4329860"/>
          </a:xfrm>
        </p:spPr>
        <p:txBody>
          <a:bodyPr rtlCol="0" anchor="t">
            <a:normAutofit/>
          </a:bodyPr>
          <a:lstStyle>
            <a:lvl1pPr marL="0" indent="0" algn="ctr">
              <a:lnSpc>
                <a:spcPct val="90000"/>
              </a:lnSpc>
              <a:buNone/>
              <a:defRPr sz="25000" b="0">
                <a:solidFill>
                  <a:schemeClr val="bg1"/>
                </a:solidFill>
                <a:latin typeface="+mj-lt"/>
                <a:cs typeface="Mongolian Baiti" panose="03000500000000000000" pitchFamily="66" charset="0"/>
              </a:defRPr>
            </a:lvl1pPr>
          </a:lstStyle>
          <a:p>
            <a:pPr lvl="0" rtl="0"/>
            <a:r>
              <a:rPr lang="pl"/>
              <a:t>##%</a:t>
            </a:r>
          </a:p>
        </p:txBody>
      </p:sp>
      <p:sp>
        <p:nvSpPr>
          <p:cNvPr id="4" name="Stopka — symbol zastępczy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lstStyle>
            <a:lvl1pPr>
              <a:defRPr>
                <a:solidFill>
                  <a:schemeClr val="bg1"/>
                </a:solidFill>
              </a:defRPr>
            </a:lvl1pPr>
          </a:lstStyle>
          <a:p>
            <a:pPr rtl="0"/>
            <a:r>
              <a:rPr lang="pl"/>
              <a:t>Przykładowy tekst stopki</a:t>
            </a:r>
            <a:endParaRPr lang="en-US" dirty="0">
              <a:solidFill>
                <a:schemeClr val="bg1"/>
              </a:solidFill>
            </a:endParaRPr>
          </a:p>
        </p:txBody>
      </p:sp>
      <p:sp>
        <p:nvSpPr>
          <p:cNvPr id="3" name="Data — symbol zastępczy 2">
            <a:extLst>
              <a:ext uri="{FF2B5EF4-FFF2-40B4-BE49-F238E27FC236}">
                <a16:creationId xmlns:a16="http://schemas.microsoft.com/office/drawing/2014/main" id="{4A591E5F-EDEF-7D02-30E6-B960B5E45903}"/>
              </a:ext>
            </a:extLst>
          </p:cNvPr>
          <p:cNvSpPr>
            <a:spLocks noGrp="1"/>
          </p:cNvSpPr>
          <p:nvPr>
            <p:ph type="dt" sz="half" idx="10"/>
          </p:nvPr>
        </p:nvSpPr>
        <p:spPr>
          <a:xfrm>
            <a:off x="10058401" y="6400800"/>
            <a:ext cx="990599" cy="457200"/>
          </a:xfrm>
        </p:spPr>
        <p:txBody>
          <a:bodyPr rtlCol="0"/>
          <a:lstStyle>
            <a:lvl1pPr>
              <a:defRPr>
                <a:solidFill>
                  <a:schemeClr val="bg1"/>
                </a:solidFill>
              </a:defRPr>
            </a:lvl1pPr>
          </a:lstStyle>
          <a:p>
            <a:pPr rtl="0"/>
            <a:r>
              <a:rPr lang="en-US"/>
              <a:t>30/10/2025</a:t>
            </a:r>
            <a:endParaRPr lang="en-US" dirty="0"/>
          </a:p>
        </p:txBody>
      </p:sp>
      <p:sp>
        <p:nvSpPr>
          <p:cNvPr id="5" name="Numer slajdu — symbol zastępczy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lvl1pPr>
              <a:defRPr>
                <a:solidFill>
                  <a:schemeClr val="bg1"/>
                </a:solidFill>
              </a:defRPr>
            </a:lvl1pPr>
          </a:lstStyle>
          <a:p>
            <a:pPr rtl="0"/>
            <a:fld id="{AEAA3239-9EA4-4A65-A281-97F994456D9F}" type="slidenum">
              <a:rPr lang="en-US" smtClean="0"/>
              <a:pPr/>
              <a:t>‹#›</a:t>
            </a:fld>
            <a:endParaRPr lang="en-US" dirty="0"/>
          </a:p>
        </p:txBody>
      </p:sp>
      <p:cxnSp>
        <p:nvCxnSpPr>
          <p:cNvPr id="6" name="Łącznik prosty 5">
            <a:extLst>
              <a:ext uri="{FF2B5EF4-FFF2-40B4-BE49-F238E27FC236}">
                <a16:creationId xmlns:a16="http://schemas.microsoft.com/office/drawing/2014/main" id="{5FA7AB40-CE07-6773-F477-107BB694C7B9}"/>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7362639"/>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Liczba duża 2">
    <p:bg>
      <p:bgPr>
        <a:solidFill>
          <a:schemeClr val="bg2"/>
        </a:solidFill>
        <a:effectLst/>
      </p:bgPr>
    </p:bg>
    <p:spTree>
      <p:nvGrpSpPr>
        <p:cNvPr id="1" name=""/>
        <p:cNvGrpSpPr/>
        <p:nvPr/>
      </p:nvGrpSpPr>
      <p:grpSpPr>
        <a:xfrm>
          <a:off x="0" y="0"/>
          <a:ext cx="0" cy="0"/>
          <a:chOff x="0" y="0"/>
          <a:chExt cx="0" cy="0"/>
        </a:xfrm>
      </p:grpSpPr>
      <p:sp>
        <p:nvSpPr>
          <p:cNvPr id="10" name="Tytuł 10">
            <a:extLst>
              <a:ext uri="{FF2B5EF4-FFF2-40B4-BE49-F238E27FC236}">
                <a16:creationId xmlns:a16="http://schemas.microsoft.com/office/drawing/2014/main" id="{3CD651BA-50FB-2DF6-3F6E-69C4FCD7BA80}"/>
              </a:ext>
            </a:extLst>
          </p:cNvPr>
          <p:cNvSpPr>
            <a:spLocks noGrp="1"/>
          </p:cNvSpPr>
          <p:nvPr>
            <p:ph type="title"/>
          </p:nvPr>
        </p:nvSpPr>
        <p:spPr>
          <a:xfrm>
            <a:off x="6095999" y="4609809"/>
            <a:ext cx="4953001" cy="1343730"/>
          </a:xfrm>
        </p:spPr>
        <p:txBody>
          <a:bodyPr rtlCol="0" anchor="b"/>
          <a:lstStyle>
            <a:lvl1pPr>
              <a:lnSpc>
                <a:spcPct val="110000"/>
              </a:lnSpc>
              <a:defRPr sz="2600" b="1">
                <a:solidFill>
                  <a:schemeClr val="accent1"/>
                </a:solidFill>
                <a:latin typeface="+mn-lt"/>
              </a:defRPr>
            </a:lvl1pPr>
          </a:lstStyle>
          <a:p>
            <a:pPr rtl="0"/>
            <a:r>
              <a:rPr lang="pl"/>
              <a:t>Kliknij, aby edytować styl wzorca tytułu</a:t>
            </a:r>
          </a:p>
        </p:txBody>
      </p:sp>
      <p:sp>
        <p:nvSpPr>
          <p:cNvPr id="9" name="Zawartość — symbol zastępczy 9">
            <a:extLst>
              <a:ext uri="{FF2B5EF4-FFF2-40B4-BE49-F238E27FC236}">
                <a16:creationId xmlns:a16="http://schemas.microsoft.com/office/drawing/2014/main" id="{FCA4E528-A76C-88B7-F866-78D030A514D8}"/>
              </a:ext>
            </a:extLst>
          </p:cNvPr>
          <p:cNvSpPr>
            <a:spLocks noGrp="1"/>
          </p:cNvSpPr>
          <p:nvPr>
            <p:ph sz="quarter" idx="14" hasCustomPrompt="1"/>
          </p:nvPr>
        </p:nvSpPr>
        <p:spPr>
          <a:xfrm>
            <a:off x="1143000" y="685801"/>
            <a:ext cx="9906000" cy="3276600"/>
          </a:xfrm>
        </p:spPr>
        <p:txBody>
          <a:bodyPr rtlCol="0" anchor="b"/>
          <a:lstStyle>
            <a:lvl1pPr>
              <a:lnSpc>
                <a:spcPct val="90000"/>
              </a:lnSpc>
              <a:buNone/>
              <a:defRPr sz="27000">
                <a:solidFill>
                  <a:schemeClr val="tx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rtl="0"/>
            <a:r>
              <a:rPr lang="pl"/>
              <a:t>##%</a:t>
            </a:r>
          </a:p>
        </p:txBody>
      </p:sp>
      <p:sp>
        <p:nvSpPr>
          <p:cNvPr id="4" name="Stopka — symbol zastępczy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lstStyle>
            <a:lvl1pPr>
              <a:defRPr>
                <a:solidFill>
                  <a:schemeClr val="tx1"/>
                </a:solidFill>
              </a:defRPr>
            </a:lvl1pPr>
          </a:lstStyle>
          <a:p>
            <a:pPr rtl="0"/>
            <a:r>
              <a:rPr lang="pl"/>
              <a:t>Przykładowy tekst stopki</a:t>
            </a:r>
          </a:p>
        </p:txBody>
      </p:sp>
      <p:sp>
        <p:nvSpPr>
          <p:cNvPr id="3" name="Data — symbol zastępczy 2">
            <a:extLst>
              <a:ext uri="{FF2B5EF4-FFF2-40B4-BE49-F238E27FC236}">
                <a16:creationId xmlns:a16="http://schemas.microsoft.com/office/drawing/2014/main" id="{4A591E5F-EDEF-7D02-30E6-B960B5E45903}"/>
              </a:ext>
            </a:extLst>
          </p:cNvPr>
          <p:cNvSpPr>
            <a:spLocks noGrp="1"/>
          </p:cNvSpPr>
          <p:nvPr>
            <p:ph type="dt" sz="half" idx="10"/>
          </p:nvPr>
        </p:nvSpPr>
        <p:spPr>
          <a:xfrm>
            <a:off x="10058401" y="6400800"/>
            <a:ext cx="990599" cy="457200"/>
          </a:xfrm>
        </p:spPr>
        <p:txBody>
          <a:bodyPr rtlCol="0"/>
          <a:lstStyle>
            <a:lvl1pPr>
              <a:defRPr>
                <a:solidFill>
                  <a:schemeClr val="tx1"/>
                </a:solidFill>
              </a:defRPr>
            </a:lvl1pPr>
          </a:lstStyle>
          <a:p>
            <a:pPr rtl="0"/>
            <a:r>
              <a:rPr lang="en-US"/>
              <a:t>30/10/2025</a:t>
            </a:r>
            <a:endParaRPr lang="en-US" dirty="0"/>
          </a:p>
        </p:txBody>
      </p:sp>
      <p:sp>
        <p:nvSpPr>
          <p:cNvPr id="5" name="Numer slajdu — symbol zastępczy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lvl1pPr>
              <a:defRPr>
                <a:solidFill>
                  <a:schemeClr val="tx1"/>
                </a:solidFill>
              </a:defRPr>
            </a:lvl1pPr>
          </a:lstStyle>
          <a:p>
            <a:pPr rtl="0"/>
            <a:fld id="{AEAA3239-9EA4-4A65-A281-97F994456D9F}" type="slidenum">
              <a:rPr lang="en-US" smtClean="0"/>
              <a:pPr/>
              <a:t>‹#›</a:t>
            </a:fld>
            <a:endParaRPr lang="en-US" dirty="0"/>
          </a:p>
        </p:txBody>
      </p:sp>
      <p:cxnSp>
        <p:nvCxnSpPr>
          <p:cNvPr id="6" name="Łącznik prosty 5">
            <a:extLst>
              <a:ext uri="{FF2B5EF4-FFF2-40B4-BE49-F238E27FC236}">
                <a16:creationId xmlns:a16="http://schemas.microsoft.com/office/drawing/2014/main" id="{50EA5BF1-23C2-0F30-7510-43650AEC4DE0}"/>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726789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Liczba duża 3">
    <p:bg>
      <p:bgPr>
        <a:solidFill>
          <a:schemeClr val="bg2"/>
        </a:solidFill>
        <a:effectLst/>
      </p:bgPr>
    </p:bg>
    <p:spTree>
      <p:nvGrpSpPr>
        <p:cNvPr id="1" name=""/>
        <p:cNvGrpSpPr/>
        <p:nvPr/>
      </p:nvGrpSpPr>
      <p:grpSpPr>
        <a:xfrm>
          <a:off x="0" y="0"/>
          <a:ext cx="0" cy="0"/>
          <a:chOff x="0" y="0"/>
          <a:chExt cx="0" cy="0"/>
        </a:xfrm>
      </p:grpSpPr>
      <p:sp>
        <p:nvSpPr>
          <p:cNvPr id="10" name="Tytuł 10">
            <a:extLst>
              <a:ext uri="{FF2B5EF4-FFF2-40B4-BE49-F238E27FC236}">
                <a16:creationId xmlns:a16="http://schemas.microsoft.com/office/drawing/2014/main" id="{C3DADE7F-E67E-CAEA-8072-B9514E6E1175}"/>
              </a:ext>
            </a:extLst>
          </p:cNvPr>
          <p:cNvSpPr>
            <a:spLocks noGrp="1"/>
          </p:cNvSpPr>
          <p:nvPr>
            <p:ph type="title"/>
          </p:nvPr>
        </p:nvSpPr>
        <p:spPr>
          <a:xfrm>
            <a:off x="8153399" y="685800"/>
            <a:ext cx="2895601" cy="5267739"/>
          </a:xfrm>
        </p:spPr>
        <p:txBody>
          <a:bodyPr rtlCol="0" anchor="ctr"/>
          <a:lstStyle>
            <a:lvl1pPr>
              <a:lnSpc>
                <a:spcPct val="110000"/>
              </a:lnSpc>
              <a:defRPr sz="2600" b="1">
                <a:solidFill>
                  <a:schemeClr val="accent1"/>
                </a:solidFill>
                <a:latin typeface="+mn-lt"/>
              </a:defRPr>
            </a:lvl1pPr>
          </a:lstStyle>
          <a:p>
            <a:pPr rtl="0"/>
            <a:r>
              <a:rPr lang="pl"/>
              <a:t>Kliknij, aby edytować styl wzorca tytułu</a:t>
            </a:r>
          </a:p>
        </p:txBody>
      </p:sp>
      <p:sp>
        <p:nvSpPr>
          <p:cNvPr id="9" name="Zawartość — symbol zastępczy 9">
            <a:extLst>
              <a:ext uri="{FF2B5EF4-FFF2-40B4-BE49-F238E27FC236}">
                <a16:creationId xmlns:a16="http://schemas.microsoft.com/office/drawing/2014/main" id="{64D4B29D-DD33-F8A0-6077-D56DBC08D2DB}"/>
              </a:ext>
            </a:extLst>
          </p:cNvPr>
          <p:cNvSpPr>
            <a:spLocks noGrp="1"/>
          </p:cNvSpPr>
          <p:nvPr>
            <p:ph sz="quarter" idx="14" hasCustomPrompt="1"/>
          </p:nvPr>
        </p:nvSpPr>
        <p:spPr>
          <a:xfrm>
            <a:off x="1143000" y="685800"/>
            <a:ext cx="6781800" cy="4191001"/>
          </a:xfrm>
        </p:spPr>
        <p:txBody>
          <a:bodyPr rtlCol="0" anchor="b"/>
          <a:lstStyle>
            <a:lvl1pPr>
              <a:lnSpc>
                <a:spcPct val="90000"/>
              </a:lnSpc>
              <a:buNone/>
              <a:defRPr sz="20000">
                <a:solidFill>
                  <a:schemeClr val="accent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rtl="0"/>
            <a:r>
              <a:rPr lang="pl"/>
              <a:t>##%</a:t>
            </a:r>
          </a:p>
        </p:txBody>
      </p:sp>
      <p:sp>
        <p:nvSpPr>
          <p:cNvPr id="4" name="Stopka — symbol zastępczy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lstStyle/>
          <a:p>
            <a:pPr rtl="0"/>
            <a:r>
              <a:rPr lang="pl"/>
              <a:t>Przykładowy tekst stopki</a:t>
            </a:r>
          </a:p>
        </p:txBody>
      </p:sp>
      <p:sp>
        <p:nvSpPr>
          <p:cNvPr id="3" name="Data — symbol zastępczy 2">
            <a:extLst>
              <a:ext uri="{FF2B5EF4-FFF2-40B4-BE49-F238E27FC236}">
                <a16:creationId xmlns:a16="http://schemas.microsoft.com/office/drawing/2014/main" id="{4A591E5F-EDEF-7D02-30E6-B960B5E45903}"/>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5" name="Numer slajdu — symbol zastępczy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6" name="Łącznik prosty 5">
            <a:extLst>
              <a:ext uri="{FF2B5EF4-FFF2-40B4-BE49-F238E27FC236}">
                <a16:creationId xmlns:a16="http://schemas.microsoft.com/office/drawing/2014/main" id="{D002FC57-F63B-DF9D-9ACC-AC4696C03769}"/>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623795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Duża liczba 4">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0" name="Zawartość — symbol zastępczy 9">
            <a:extLst>
              <a:ext uri="{FF2B5EF4-FFF2-40B4-BE49-F238E27FC236}">
                <a16:creationId xmlns:a16="http://schemas.microsoft.com/office/drawing/2014/main" id="{81D15B53-A6D4-5307-3354-15A2A777AAD6}"/>
              </a:ext>
            </a:extLst>
          </p:cNvPr>
          <p:cNvSpPr>
            <a:spLocks noGrp="1"/>
          </p:cNvSpPr>
          <p:nvPr>
            <p:ph sz="quarter" idx="14" hasCustomPrompt="1"/>
          </p:nvPr>
        </p:nvSpPr>
        <p:spPr>
          <a:xfrm>
            <a:off x="1143000" y="715425"/>
            <a:ext cx="9906000" cy="4217987"/>
          </a:xfrm>
        </p:spPr>
        <p:txBody>
          <a:bodyPr rtlCol="0"/>
          <a:lstStyle>
            <a:lvl1pPr>
              <a:lnSpc>
                <a:spcPct val="90000"/>
              </a:lnSpc>
              <a:buNone/>
              <a:defRPr sz="27000">
                <a:solidFill>
                  <a:schemeClr val="bg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rtl="0"/>
            <a:r>
              <a:rPr lang="pl"/>
              <a:t>##%</a:t>
            </a:r>
          </a:p>
        </p:txBody>
      </p:sp>
      <p:sp>
        <p:nvSpPr>
          <p:cNvPr id="4" name="Stopka — symbol zastępczy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lstStyle>
            <a:lvl1pPr>
              <a:defRPr>
                <a:solidFill>
                  <a:schemeClr val="bg1"/>
                </a:solidFill>
              </a:defRPr>
            </a:lvl1pPr>
          </a:lstStyle>
          <a:p>
            <a:pPr rtl="0"/>
            <a:r>
              <a:rPr lang="pl"/>
              <a:t>Przykładowy tekst stopki</a:t>
            </a:r>
            <a:endParaRPr lang="en-US" dirty="0">
              <a:solidFill>
                <a:schemeClr val="bg1"/>
              </a:solidFill>
            </a:endParaRPr>
          </a:p>
        </p:txBody>
      </p:sp>
      <p:sp>
        <p:nvSpPr>
          <p:cNvPr id="3" name="Data — symbol zastępczy 2">
            <a:extLst>
              <a:ext uri="{FF2B5EF4-FFF2-40B4-BE49-F238E27FC236}">
                <a16:creationId xmlns:a16="http://schemas.microsoft.com/office/drawing/2014/main" id="{4A591E5F-EDEF-7D02-30E6-B960B5E45903}"/>
              </a:ext>
            </a:extLst>
          </p:cNvPr>
          <p:cNvSpPr>
            <a:spLocks noGrp="1"/>
          </p:cNvSpPr>
          <p:nvPr>
            <p:ph type="dt" sz="half" idx="10"/>
          </p:nvPr>
        </p:nvSpPr>
        <p:spPr>
          <a:xfrm>
            <a:off x="10058400" y="6400800"/>
            <a:ext cx="990600" cy="457200"/>
          </a:xfrm>
        </p:spPr>
        <p:txBody>
          <a:bodyPr rtlCol="0"/>
          <a:lstStyle>
            <a:lvl1pPr>
              <a:defRPr>
                <a:solidFill>
                  <a:schemeClr val="bg1"/>
                </a:solidFill>
              </a:defRPr>
            </a:lvl1pPr>
          </a:lstStyle>
          <a:p>
            <a:pPr rtl="0"/>
            <a:r>
              <a:rPr lang="en-US"/>
              <a:t>30/10/2025</a:t>
            </a:r>
            <a:endParaRPr lang="en-US" dirty="0"/>
          </a:p>
        </p:txBody>
      </p:sp>
      <p:sp>
        <p:nvSpPr>
          <p:cNvPr id="5" name="Numer slajdu — symbol zastępczy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lvl1pPr>
              <a:defRPr>
                <a:solidFill>
                  <a:schemeClr val="bg1"/>
                </a:solidFill>
              </a:defRPr>
            </a:lvl1pPr>
          </a:lstStyle>
          <a:p>
            <a:pPr rtl="0"/>
            <a:fld id="{AEAA3239-9EA4-4A65-A281-97F994456D9F}" type="slidenum">
              <a:rPr lang="en-US" smtClean="0"/>
              <a:pPr/>
              <a:t>‹#›</a:t>
            </a:fld>
            <a:endParaRPr lang="en-US" dirty="0"/>
          </a:p>
        </p:txBody>
      </p:sp>
      <p:cxnSp>
        <p:nvCxnSpPr>
          <p:cNvPr id="6" name="Łącznik prosty 5">
            <a:extLst>
              <a:ext uri="{FF2B5EF4-FFF2-40B4-BE49-F238E27FC236}">
                <a16:creationId xmlns:a16="http://schemas.microsoft.com/office/drawing/2014/main" id="{99D6B5B7-21A5-3BED-394A-5383E64E7DF5}"/>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ytuł 10">
            <a:extLst>
              <a:ext uri="{FF2B5EF4-FFF2-40B4-BE49-F238E27FC236}">
                <a16:creationId xmlns:a16="http://schemas.microsoft.com/office/drawing/2014/main" id="{53B1AF28-7C69-5D76-E7F7-FF9768CC36DF}"/>
              </a:ext>
            </a:extLst>
          </p:cNvPr>
          <p:cNvSpPr>
            <a:spLocks noGrp="1"/>
          </p:cNvSpPr>
          <p:nvPr>
            <p:ph type="title"/>
          </p:nvPr>
        </p:nvSpPr>
        <p:spPr>
          <a:xfrm>
            <a:off x="1143001" y="5166360"/>
            <a:ext cx="8759952" cy="786384"/>
          </a:xfrm>
        </p:spPr>
        <p:txBody>
          <a:bodyPr rtlCol="0"/>
          <a:lstStyle>
            <a:lvl1pPr>
              <a:lnSpc>
                <a:spcPct val="110000"/>
              </a:lnSpc>
              <a:defRPr sz="2800" b="1">
                <a:solidFill>
                  <a:schemeClr val="bg1"/>
                </a:solidFill>
                <a:latin typeface="+mn-lt"/>
              </a:defRPr>
            </a:lvl1pPr>
          </a:lstStyle>
          <a:p>
            <a:pPr rtl="0"/>
            <a:r>
              <a:rPr lang="pl"/>
              <a:t>Kliknij, aby edytować styl wzorca tytułu</a:t>
            </a:r>
          </a:p>
        </p:txBody>
      </p:sp>
    </p:spTree>
    <p:extLst>
      <p:ext uri="{BB962C8B-B14F-4D97-AF65-F5344CB8AC3E}">
        <p14:creationId xmlns:p14="http://schemas.microsoft.com/office/powerpoint/2010/main" val="3859893637"/>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wierdzenie">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p>
            <a:pPr rtl="0"/>
            <a:r>
              <a:rPr lang="pl"/>
              <a:t>Kliknij, aby edytować styl wzorca tytułu</a:t>
            </a:r>
            <a:endParaRPr lang="en-US" dirty="0"/>
          </a:p>
        </p:txBody>
      </p:sp>
      <p:sp>
        <p:nvSpPr>
          <p:cNvPr id="7" name="Zawartość — symbol zastępczy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143000" y="685800"/>
            <a:ext cx="9906000" cy="5257800"/>
          </a:xfrm>
        </p:spPr>
        <p:txBody>
          <a:bodyPr rtlCol="0" anchor="t">
            <a:normAutofit/>
          </a:bodyPr>
          <a:lstStyle>
            <a:lvl1pPr marL="0" indent="0">
              <a:lnSpc>
                <a:spcPct val="90000"/>
              </a:lnSpc>
              <a:buNone/>
              <a:defRPr sz="5400" b="0">
                <a:solidFill>
                  <a:schemeClr val="bg1"/>
                </a:solidFill>
                <a:latin typeface="+mj-lt"/>
                <a:cs typeface="Mongolian Baiti" panose="03000500000000000000" pitchFamily="66" charset="0"/>
              </a:defRPr>
            </a:lvl1pPr>
            <a:lvl2pPr marL="228600" indent="0">
              <a:lnSpc>
                <a:spcPct val="90000"/>
              </a:lnSpc>
              <a:buNone/>
              <a:defRPr sz="5400" b="0">
                <a:solidFill>
                  <a:schemeClr val="bg1"/>
                </a:solidFill>
                <a:latin typeface="+mj-lt"/>
                <a:cs typeface="Mongolian Baiti" panose="03000500000000000000" pitchFamily="66" charset="0"/>
              </a:defRPr>
            </a:lvl2pPr>
            <a:lvl3pPr marL="457200" indent="0">
              <a:lnSpc>
                <a:spcPct val="90000"/>
              </a:lnSpc>
              <a:buNone/>
              <a:defRPr sz="5400" b="0">
                <a:solidFill>
                  <a:schemeClr val="bg1"/>
                </a:solidFill>
                <a:latin typeface="+mj-lt"/>
                <a:cs typeface="Mongolian Baiti" panose="03000500000000000000" pitchFamily="66" charset="0"/>
              </a:defRPr>
            </a:lvl3pPr>
            <a:lvl4pPr marL="685800" indent="0">
              <a:lnSpc>
                <a:spcPct val="90000"/>
              </a:lnSpc>
              <a:buNone/>
              <a:defRPr sz="5400" b="0">
                <a:solidFill>
                  <a:schemeClr val="bg1"/>
                </a:solidFill>
                <a:latin typeface="+mj-lt"/>
                <a:cs typeface="Mongolian Baiti" panose="03000500000000000000" pitchFamily="66" charset="0"/>
              </a:defRPr>
            </a:lvl4pPr>
            <a:lvl5pPr marL="914400" indent="0">
              <a:lnSpc>
                <a:spcPct val="90000"/>
              </a:lnSpc>
              <a:buNone/>
              <a:defRPr sz="5400" b="0">
                <a:solidFill>
                  <a:schemeClr val="bg1"/>
                </a:solidFill>
                <a:latin typeface="+mj-lt"/>
                <a:cs typeface="Mongolian Baiti" panose="03000500000000000000" pitchFamily="66" charset="0"/>
              </a:defRPr>
            </a:lvl5pPr>
          </a:lstStyle>
          <a:p>
            <a:pPr lvl="0" rtl="0"/>
            <a:r>
              <a:rPr lang="pl"/>
              <a:t>Kliknij, aby dodać stwierdzenie</a:t>
            </a:r>
          </a:p>
          <a:p>
            <a:pPr lvl="1" rtl="0"/>
            <a:r>
              <a:rPr lang="pl"/>
              <a:t>Drugi poziom</a:t>
            </a:r>
          </a:p>
          <a:p>
            <a:pPr lvl="2" rtl="0"/>
            <a:r>
              <a:rPr lang="pl"/>
              <a:t>Trzeci poziom</a:t>
            </a:r>
          </a:p>
          <a:p>
            <a:pPr lvl="3" rtl="0"/>
            <a:r>
              <a:rPr lang="pl"/>
              <a:t>Czwarty poziom</a:t>
            </a:r>
          </a:p>
          <a:p>
            <a:pPr lvl="4" rtl="0"/>
            <a:r>
              <a:rPr lang="pl"/>
              <a:t>Piąty poziom</a:t>
            </a:r>
          </a:p>
        </p:txBody>
      </p:sp>
      <p:sp>
        <p:nvSpPr>
          <p:cNvPr id="4" name="Stopka — symbol zastępczy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lvl1pPr>
              <a:defRPr>
                <a:solidFill>
                  <a:schemeClr val="bg1"/>
                </a:solidFill>
              </a:defRPr>
            </a:lvl1pPr>
          </a:lstStyle>
          <a:p>
            <a:pPr rtl="0"/>
            <a:r>
              <a:rPr lang="pl"/>
              <a:t>Przykładowy tekst stopki</a:t>
            </a:r>
            <a:endParaRPr lang="en-US" dirty="0">
              <a:solidFill>
                <a:schemeClr val="bg1"/>
              </a:solidFill>
            </a:endParaRPr>
          </a:p>
        </p:txBody>
      </p:sp>
      <p:sp>
        <p:nvSpPr>
          <p:cNvPr id="3" name="Data — symbol zastępczy 2">
            <a:extLst>
              <a:ext uri="{FF2B5EF4-FFF2-40B4-BE49-F238E27FC236}">
                <a16:creationId xmlns:a16="http://schemas.microsoft.com/office/drawing/2014/main" id="{67F688C7-1128-9027-65E4-A17BBE7DDDF0}"/>
              </a:ext>
            </a:extLst>
          </p:cNvPr>
          <p:cNvSpPr>
            <a:spLocks noGrp="1"/>
          </p:cNvSpPr>
          <p:nvPr>
            <p:ph type="dt" sz="half" idx="10"/>
          </p:nvPr>
        </p:nvSpPr>
        <p:spPr>
          <a:xfrm>
            <a:off x="10058401" y="6400800"/>
            <a:ext cx="990599" cy="457200"/>
          </a:xfrm>
        </p:spPr>
        <p:txBody>
          <a:bodyPr rtlCol="0"/>
          <a:lstStyle>
            <a:lvl1pPr>
              <a:defRPr>
                <a:solidFill>
                  <a:schemeClr val="bg1"/>
                </a:solidFill>
              </a:defRPr>
            </a:lvl1pPr>
          </a:lstStyle>
          <a:p>
            <a:pPr rtl="0"/>
            <a:r>
              <a:rPr lang="en-US"/>
              <a:t>30/10/2025</a:t>
            </a:r>
            <a:endParaRPr lang="en-US" dirty="0"/>
          </a:p>
        </p:txBody>
      </p:sp>
      <p:sp>
        <p:nvSpPr>
          <p:cNvPr id="5" name="Numer slajdu — symbol zastępczy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lvl1pPr>
              <a:defRPr>
                <a:solidFill>
                  <a:schemeClr val="bg1"/>
                </a:solidFill>
              </a:defRPr>
            </a:lvl1pPr>
          </a:lstStyle>
          <a:p>
            <a:pPr rtl="0"/>
            <a:fld id="{AEAA3239-9EA4-4A65-A281-97F994456D9F}" type="slidenum">
              <a:rPr lang="en-US" smtClean="0"/>
              <a:pPr/>
              <a:t>‹#›</a:t>
            </a:fld>
            <a:endParaRPr lang="en-US" dirty="0"/>
          </a:p>
        </p:txBody>
      </p:sp>
      <p:cxnSp>
        <p:nvCxnSpPr>
          <p:cNvPr id="6" name="Łącznik prosty 5">
            <a:extLst>
              <a:ext uri="{FF2B5EF4-FFF2-40B4-BE49-F238E27FC236}">
                <a16:creationId xmlns:a16="http://schemas.microsoft.com/office/drawing/2014/main" id="{D9E59E0B-DA31-573A-9F4C-606FE4AAB022}"/>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1073548"/>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wierdzenie 2">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p>
            <a:pPr rtl="0"/>
            <a:r>
              <a:rPr lang="pl"/>
              <a:t>Kliknij, aby edytować styl wzorca tytułu</a:t>
            </a:r>
            <a:endParaRPr lang="en-US" dirty="0"/>
          </a:p>
        </p:txBody>
      </p:sp>
      <p:sp>
        <p:nvSpPr>
          <p:cNvPr id="7" name="Zawartość — symbol zastępczy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143000" y="685800"/>
            <a:ext cx="10439400" cy="5257800"/>
          </a:xfrm>
        </p:spPr>
        <p:txBody>
          <a:bodyPr rtlCol="0" anchor="t">
            <a:normAutofit/>
          </a:bodyPr>
          <a:lstStyle>
            <a:lvl1pPr marL="0" indent="0">
              <a:lnSpc>
                <a:spcPct val="90000"/>
              </a:lnSpc>
              <a:buNone/>
              <a:defRPr sz="5400" b="0">
                <a:solidFill>
                  <a:schemeClr val="tx1"/>
                </a:solidFill>
                <a:latin typeface="+mj-lt"/>
                <a:cs typeface="Mongolian Baiti" panose="03000500000000000000" pitchFamily="66" charset="0"/>
              </a:defRPr>
            </a:lvl1pPr>
            <a:lvl2pPr marL="228600" indent="0">
              <a:lnSpc>
                <a:spcPct val="90000"/>
              </a:lnSpc>
              <a:buNone/>
              <a:defRPr sz="5400" b="0">
                <a:solidFill>
                  <a:schemeClr val="tx1"/>
                </a:solidFill>
                <a:latin typeface="+mj-lt"/>
                <a:cs typeface="Mongolian Baiti" panose="03000500000000000000" pitchFamily="66" charset="0"/>
              </a:defRPr>
            </a:lvl2pPr>
            <a:lvl3pPr marL="457200" indent="0">
              <a:lnSpc>
                <a:spcPct val="90000"/>
              </a:lnSpc>
              <a:buNone/>
              <a:defRPr sz="5400" b="0">
                <a:solidFill>
                  <a:schemeClr val="tx1"/>
                </a:solidFill>
                <a:latin typeface="+mj-lt"/>
                <a:cs typeface="Mongolian Baiti" panose="03000500000000000000" pitchFamily="66" charset="0"/>
              </a:defRPr>
            </a:lvl3pPr>
            <a:lvl4pPr marL="685800" indent="0">
              <a:lnSpc>
                <a:spcPct val="90000"/>
              </a:lnSpc>
              <a:buNone/>
              <a:defRPr sz="5400" b="0">
                <a:solidFill>
                  <a:schemeClr val="tx1"/>
                </a:solidFill>
                <a:latin typeface="+mj-lt"/>
                <a:cs typeface="Mongolian Baiti" panose="03000500000000000000" pitchFamily="66" charset="0"/>
              </a:defRPr>
            </a:lvl4pPr>
            <a:lvl5pPr marL="914400" indent="0">
              <a:lnSpc>
                <a:spcPct val="90000"/>
              </a:lnSpc>
              <a:buNone/>
              <a:defRPr sz="5400" b="0">
                <a:solidFill>
                  <a:schemeClr val="tx1"/>
                </a:solidFill>
                <a:latin typeface="+mj-lt"/>
                <a:cs typeface="Mongolian Baiti" panose="03000500000000000000" pitchFamily="66" charset="0"/>
              </a:defRPr>
            </a:lvl5pPr>
          </a:lstStyle>
          <a:p>
            <a:pPr lvl="0" rtl="0"/>
            <a:r>
              <a:rPr lang="pl"/>
              <a:t>Kliknij, aby dodać stwierdzenie</a:t>
            </a:r>
          </a:p>
          <a:p>
            <a:pPr lvl="1" rtl="0"/>
            <a:r>
              <a:rPr lang="pl"/>
              <a:t>Drugi poziom</a:t>
            </a:r>
          </a:p>
          <a:p>
            <a:pPr lvl="2" rtl="0"/>
            <a:r>
              <a:rPr lang="pl"/>
              <a:t>Trzeci poziom</a:t>
            </a:r>
          </a:p>
          <a:p>
            <a:pPr lvl="3" rtl="0"/>
            <a:r>
              <a:rPr lang="pl"/>
              <a:t>Czwarty poziom</a:t>
            </a:r>
          </a:p>
          <a:p>
            <a:pPr lvl="4" rtl="0"/>
            <a:r>
              <a:rPr lang="pl"/>
              <a:t>Piąty poziom</a:t>
            </a:r>
          </a:p>
        </p:txBody>
      </p:sp>
      <p:sp>
        <p:nvSpPr>
          <p:cNvPr id="4" name="Stopka — symbol zastępczy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p>
            <a:pPr rtl="0"/>
            <a:r>
              <a:rPr lang="pl"/>
              <a:t>Przykładowy tekst stopki</a:t>
            </a:r>
          </a:p>
        </p:txBody>
      </p:sp>
      <p:sp>
        <p:nvSpPr>
          <p:cNvPr id="3" name="Data — symbol zastępczy 2">
            <a:extLst>
              <a:ext uri="{FF2B5EF4-FFF2-40B4-BE49-F238E27FC236}">
                <a16:creationId xmlns:a16="http://schemas.microsoft.com/office/drawing/2014/main" id="{67F688C7-1128-9027-65E4-A17BBE7DDDF0}"/>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5" name="Numer slajdu — symbol zastępczy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6" name="Łącznik prosty 5">
            <a:extLst>
              <a:ext uri="{FF2B5EF4-FFF2-40B4-BE49-F238E27FC236}">
                <a16:creationId xmlns:a16="http://schemas.microsoft.com/office/drawing/2014/main" id="{5E01FFB5-9AC9-5608-D38C-31B179F100FD}"/>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33508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wierdzenie 3">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p>
            <a:pPr rtl="0"/>
            <a:r>
              <a:rPr lang="pl"/>
              <a:t>Kliknij, aby edytować styl wzorca tytułu</a:t>
            </a:r>
            <a:endParaRPr lang="en-US" dirty="0"/>
          </a:p>
        </p:txBody>
      </p:sp>
      <p:sp>
        <p:nvSpPr>
          <p:cNvPr id="7" name="Zawartość — symbol zastępczy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143000" y="685801"/>
            <a:ext cx="9906000" cy="5257799"/>
          </a:xfrm>
        </p:spPr>
        <p:txBody>
          <a:bodyPr rtlCol="0" anchor="b">
            <a:normAutofit/>
          </a:bodyPr>
          <a:lstStyle>
            <a:lvl1pPr marL="0" indent="0">
              <a:lnSpc>
                <a:spcPct val="90000"/>
              </a:lnSpc>
              <a:buNone/>
              <a:defRPr sz="5400" b="0">
                <a:latin typeface="+mj-lt"/>
                <a:cs typeface="Mongolian Baiti" panose="03000500000000000000" pitchFamily="66" charset="0"/>
              </a:defRPr>
            </a:lvl1pPr>
            <a:lvl2pPr marL="228600" indent="0">
              <a:lnSpc>
                <a:spcPct val="90000"/>
              </a:lnSpc>
              <a:buNone/>
              <a:defRPr sz="5400" b="0">
                <a:latin typeface="+mj-lt"/>
                <a:cs typeface="Mongolian Baiti" panose="03000500000000000000" pitchFamily="66" charset="0"/>
              </a:defRPr>
            </a:lvl2pPr>
            <a:lvl3pPr marL="457200" indent="0">
              <a:lnSpc>
                <a:spcPct val="90000"/>
              </a:lnSpc>
              <a:buNone/>
              <a:defRPr sz="5400" b="0">
                <a:latin typeface="+mj-lt"/>
                <a:cs typeface="Mongolian Baiti" panose="03000500000000000000" pitchFamily="66" charset="0"/>
              </a:defRPr>
            </a:lvl3pPr>
            <a:lvl4pPr marL="685800" indent="0">
              <a:lnSpc>
                <a:spcPct val="90000"/>
              </a:lnSpc>
              <a:buNone/>
              <a:defRPr sz="5400" b="0">
                <a:latin typeface="+mj-lt"/>
                <a:cs typeface="Mongolian Baiti" panose="03000500000000000000" pitchFamily="66" charset="0"/>
              </a:defRPr>
            </a:lvl4pPr>
            <a:lvl5pPr marL="914400" indent="0">
              <a:lnSpc>
                <a:spcPct val="90000"/>
              </a:lnSpc>
              <a:buNone/>
              <a:defRPr sz="5400" b="0">
                <a:latin typeface="+mj-lt"/>
                <a:cs typeface="Mongolian Baiti" panose="03000500000000000000" pitchFamily="66" charset="0"/>
              </a:defRPr>
            </a:lvl5pPr>
          </a:lstStyle>
          <a:p>
            <a:pPr lvl="0" rtl="0"/>
            <a:r>
              <a:rPr lang="pl"/>
              <a:t>Kliknij, aby dodać stwierdzenie</a:t>
            </a:r>
          </a:p>
          <a:p>
            <a:pPr lvl="1" rtl="0"/>
            <a:r>
              <a:rPr lang="pl"/>
              <a:t>Drugi poziom</a:t>
            </a:r>
          </a:p>
          <a:p>
            <a:pPr lvl="2" rtl="0"/>
            <a:r>
              <a:rPr lang="pl"/>
              <a:t>Trzeci poziom</a:t>
            </a:r>
          </a:p>
          <a:p>
            <a:pPr lvl="3" rtl="0"/>
            <a:r>
              <a:rPr lang="pl"/>
              <a:t>Czwarty poziom</a:t>
            </a:r>
          </a:p>
          <a:p>
            <a:pPr lvl="4" rtl="0"/>
            <a:r>
              <a:rPr lang="pl"/>
              <a:t>Piąty poziom</a:t>
            </a:r>
          </a:p>
        </p:txBody>
      </p:sp>
      <p:sp>
        <p:nvSpPr>
          <p:cNvPr id="4" name="Stopka — symbol zastępczy 3">
            <a:extLst>
              <a:ext uri="{FF2B5EF4-FFF2-40B4-BE49-F238E27FC236}">
                <a16:creationId xmlns:a16="http://schemas.microsoft.com/office/drawing/2014/main" id="{3D56E87B-2252-4382-E6E7-15A81BCC8029}"/>
              </a:ext>
            </a:extLst>
          </p:cNvPr>
          <p:cNvSpPr>
            <a:spLocks noGrp="1"/>
          </p:cNvSpPr>
          <p:nvPr>
            <p:ph type="ftr" sz="quarter" idx="11"/>
          </p:nvPr>
        </p:nvSpPr>
        <p:spPr>
          <a:xfrm>
            <a:off x="152400" y="6400800"/>
            <a:ext cx="5943599" cy="457200"/>
          </a:xfrm>
        </p:spPr>
        <p:txBody>
          <a:bodyPr rtlCol="0"/>
          <a:lstStyle/>
          <a:p>
            <a:pPr rtl="0"/>
            <a:r>
              <a:rPr lang="pl"/>
              <a:t>Przykładowy tekst stopki</a:t>
            </a:r>
          </a:p>
        </p:txBody>
      </p:sp>
      <p:sp>
        <p:nvSpPr>
          <p:cNvPr id="3" name="Data — symbol zastępczy 2">
            <a:extLst>
              <a:ext uri="{FF2B5EF4-FFF2-40B4-BE49-F238E27FC236}">
                <a16:creationId xmlns:a16="http://schemas.microsoft.com/office/drawing/2014/main" id="{67F688C7-1128-9027-65E4-A17BBE7DDDF0}"/>
              </a:ext>
            </a:extLst>
          </p:cNvPr>
          <p:cNvSpPr>
            <a:spLocks noGrp="1"/>
          </p:cNvSpPr>
          <p:nvPr>
            <p:ph type="dt" sz="half" idx="10"/>
          </p:nvPr>
        </p:nvSpPr>
        <p:spPr>
          <a:xfrm>
            <a:off x="10058400" y="6400800"/>
            <a:ext cx="990600" cy="457200"/>
          </a:xfrm>
        </p:spPr>
        <p:txBody>
          <a:bodyPr rtlCol="0"/>
          <a:lstStyle/>
          <a:p>
            <a:pPr rtl="0"/>
            <a:r>
              <a:rPr lang="en-US"/>
              <a:t>30/10/2025</a:t>
            </a:r>
            <a:endParaRPr lang="en-US" dirty="0"/>
          </a:p>
        </p:txBody>
      </p:sp>
      <p:sp>
        <p:nvSpPr>
          <p:cNvPr id="5" name="Numer slajdu — symbol zastępczy 4">
            <a:extLst>
              <a:ext uri="{FF2B5EF4-FFF2-40B4-BE49-F238E27FC236}">
                <a16:creationId xmlns:a16="http://schemas.microsoft.com/office/drawing/2014/main" id="{8C1C6A68-1AC4-7B10-CD66-D67327434E62}"/>
              </a:ext>
            </a:extLst>
          </p:cNvPr>
          <p:cNvSpPr>
            <a:spLocks noGrp="1"/>
          </p:cNvSpPr>
          <p:nvPr>
            <p:ph type="sldNum" sz="quarter" idx="12"/>
          </p:nvPr>
        </p:nvSpPr>
        <p:spPr>
          <a:xfrm>
            <a:off x="11049000" y="6400800"/>
            <a:ext cx="990600" cy="457200"/>
          </a:xfrm>
        </p:spPr>
        <p:txBody>
          <a:bodyPr rtlCol="0"/>
          <a:lstStyle/>
          <a:p>
            <a:pPr rtl="0"/>
            <a:fld id="{AEAA3239-9EA4-4A65-A281-97F994456D9F}" type="slidenum">
              <a:rPr lang="en-US" smtClean="0"/>
              <a:t>‹#›</a:t>
            </a:fld>
            <a:endParaRPr lang="en-US" dirty="0"/>
          </a:p>
        </p:txBody>
      </p:sp>
      <p:cxnSp>
        <p:nvCxnSpPr>
          <p:cNvPr id="6" name="Łącznik prosty 5">
            <a:extLst>
              <a:ext uri="{FF2B5EF4-FFF2-40B4-BE49-F238E27FC236}">
                <a16:creationId xmlns:a16="http://schemas.microsoft.com/office/drawing/2014/main" id="{816CE4C6-A657-5805-17C1-DFBE412C51BD}"/>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007536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wierdzenie 5">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p>
            <a:pPr rtl="0"/>
            <a:r>
              <a:rPr lang="pl"/>
              <a:t>Kliknij, aby edytować styl wzorca tytułu</a:t>
            </a:r>
            <a:endParaRPr lang="en-US" dirty="0"/>
          </a:p>
        </p:txBody>
      </p:sp>
      <p:sp>
        <p:nvSpPr>
          <p:cNvPr id="7" name="Zawartość — symbol zastępczy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143000" y="685800"/>
            <a:ext cx="9906000" cy="5257800"/>
          </a:xfrm>
        </p:spPr>
        <p:txBody>
          <a:bodyPr vert="horz" lIns="91440" tIns="45720" rIns="91440" bIns="45720" rtlCol="0" anchor="t">
            <a:normAutofit/>
          </a:bodyPr>
          <a:lstStyle>
            <a:lvl1pPr marL="0" indent="0">
              <a:lnSpc>
                <a:spcPct val="90000"/>
              </a:lnSpc>
              <a:buNone/>
              <a:defRPr lang="en-US" sz="5400" b="1" dirty="0">
                <a:solidFill>
                  <a:schemeClr val="bg1"/>
                </a:solidFill>
                <a:latin typeface="+mn-lt"/>
              </a:defRPr>
            </a:lvl1pPr>
            <a:lvl2pPr marL="228600" indent="0">
              <a:lnSpc>
                <a:spcPct val="90000"/>
              </a:lnSpc>
              <a:buNone/>
              <a:defRPr lang="en-US" sz="5400" b="1" dirty="0">
                <a:solidFill>
                  <a:schemeClr val="bg1"/>
                </a:solidFill>
                <a:latin typeface="+mn-lt"/>
              </a:defRPr>
            </a:lvl2pPr>
            <a:lvl3pPr marL="457200" indent="0">
              <a:lnSpc>
                <a:spcPct val="90000"/>
              </a:lnSpc>
              <a:buNone/>
              <a:defRPr lang="en-US" sz="5400" b="1" dirty="0">
                <a:solidFill>
                  <a:schemeClr val="bg1"/>
                </a:solidFill>
                <a:latin typeface="+mn-lt"/>
              </a:defRPr>
            </a:lvl3pPr>
            <a:lvl4pPr marL="685800" indent="0">
              <a:lnSpc>
                <a:spcPct val="90000"/>
              </a:lnSpc>
              <a:buNone/>
              <a:defRPr lang="en-US" sz="5400" b="1" dirty="0">
                <a:solidFill>
                  <a:schemeClr val="bg1"/>
                </a:solidFill>
                <a:latin typeface="+mn-lt"/>
              </a:defRPr>
            </a:lvl4pPr>
            <a:lvl5pPr marL="914400" indent="0">
              <a:lnSpc>
                <a:spcPct val="90000"/>
              </a:lnSpc>
              <a:buNone/>
              <a:defRPr lang="en-US" sz="5400" b="1" dirty="0">
                <a:solidFill>
                  <a:schemeClr val="bg1"/>
                </a:solidFill>
                <a:latin typeface="+mn-lt"/>
              </a:defRPr>
            </a:lvl5pPr>
          </a:lstStyle>
          <a:p>
            <a:pPr lvl="0" rtl="0"/>
            <a:r>
              <a:rPr lang="pl"/>
              <a:t>Kliknij, aby dodać stwierdzenie</a:t>
            </a:r>
          </a:p>
          <a:p>
            <a:pPr lvl="1" rtl="0"/>
            <a:r>
              <a:rPr lang="pl"/>
              <a:t>Drugi poziom</a:t>
            </a:r>
          </a:p>
          <a:p>
            <a:pPr lvl="2" rtl="0"/>
            <a:r>
              <a:rPr lang="pl"/>
              <a:t>Trzeci poziom</a:t>
            </a:r>
          </a:p>
          <a:p>
            <a:pPr lvl="3" rtl="0"/>
            <a:r>
              <a:rPr lang="pl"/>
              <a:t>Czwarty poziom</a:t>
            </a:r>
          </a:p>
          <a:p>
            <a:pPr lvl="4" rtl="0"/>
            <a:r>
              <a:rPr lang="pl"/>
              <a:t>Piąty poziom</a:t>
            </a:r>
          </a:p>
        </p:txBody>
      </p:sp>
      <p:sp>
        <p:nvSpPr>
          <p:cNvPr id="4" name="Stopka — symbol zastępczy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lvl1pPr>
              <a:defRPr>
                <a:solidFill>
                  <a:schemeClr val="bg1"/>
                </a:solidFill>
              </a:defRPr>
            </a:lvl1pPr>
          </a:lstStyle>
          <a:p>
            <a:pPr rtl="0"/>
            <a:r>
              <a:rPr lang="pl"/>
              <a:t>Przykładowy tekst stopki</a:t>
            </a:r>
            <a:endParaRPr lang="en-US" dirty="0">
              <a:solidFill>
                <a:schemeClr val="bg1"/>
              </a:solidFill>
            </a:endParaRPr>
          </a:p>
        </p:txBody>
      </p:sp>
      <p:sp>
        <p:nvSpPr>
          <p:cNvPr id="3" name="Data — symbol zastępczy 2">
            <a:extLst>
              <a:ext uri="{FF2B5EF4-FFF2-40B4-BE49-F238E27FC236}">
                <a16:creationId xmlns:a16="http://schemas.microsoft.com/office/drawing/2014/main" id="{67F688C7-1128-9027-65E4-A17BBE7DDDF0}"/>
              </a:ext>
            </a:extLst>
          </p:cNvPr>
          <p:cNvSpPr>
            <a:spLocks noGrp="1"/>
          </p:cNvSpPr>
          <p:nvPr>
            <p:ph type="dt" sz="half" idx="10"/>
          </p:nvPr>
        </p:nvSpPr>
        <p:spPr>
          <a:xfrm>
            <a:off x="10058401" y="6400800"/>
            <a:ext cx="990599" cy="457200"/>
          </a:xfrm>
        </p:spPr>
        <p:txBody>
          <a:bodyPr rtlCol="0"/>
          <a:lstStyle>
            <a:lvl1pPr>
              <a:defRPr>
                <a:solidFill>
                  <a:schemeClr val="bg1"/>
                </a:solidFill>
              </a:defRPr>
            </a:lvl1pPr>
          </a:lstStyle>
          <a:p>
            <a:pPr rtl="0"/>
            <a:r>
              <a:rPr lang="en-US"/>
              <a:t>30/10/2025</a:t>
            </a:r>
            <a:endParaRPr lang="en-US" dirty="0"/>
          </a:p>
        </p:txBody>
      </p:sp>
      <p:sp>
        <p:nvSpPr>
          <p:cNvPr id="5" name="Numer slajdu — symbol zastępczy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lvl1pPr>
              <a:defRPr>
                <a:solidFill>
                  <a:schemeClr val="bg1"/>
                </a:solidFill>
              </a:defRPr>
            </a:lvl1pPr>
          </a:lstStyle>
          <a:p>
            <a:pPr rtl="0"/>
            <a:fld id="{AEAA3239-9EA4-4A65-A281-97F994456D9F}" type="slidenum">
              <a:rPr lang="en-US" smtClean="0"/>
              <a:pPr/>
              <a:t>‹#›</a:t>
            </a:fld>
            <a:endParaRPr lang="en-US" dirty="0"/>
          </a:p>
        </p:txBody>
      </p:sp>
      <p:cxnSp>
        <p:nvCxnSpPr>
          <p:cNvPr id="6" name="Łącznik prosty 5">
            <a:extLst>
              <a:ext uri="{FF2B5EF4-FFF2-40B4-BE49-F238E27FC236}">
                <a16:creationId xmlns:a16="http://schemas.microsoft.com/office/drawing/2014/main" id="{2C45B696-5A62-5895-72D9-DC0A3B3E2F89}"/>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223204"/>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ytat">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212FA0A-1F7B-DD41-ECED-02B60BC46B10}"/>
              </a:ext>
            </a:extLst>
          </p:cNvPr>
          <p:cNvSpPr>
            <a:spLocks noGrp="1"/>
          </p:cNvSpPr>
          <p:nvPr>
            <p:ph type="title" hasCustomPrompt="1"/>
          </p:nvPr>
        </p:nvSpPr>
        <p:spPr>
          <a:xfrm>
            <a:off x="1143000" y="5029200"/>
            <a:ext cx="9906000" cy="914400"/>
          </a:xfrm>
        </p:spPr>
        <p:txBody>
          <a:bodyPr rtlCol="0" anchor="b">
            <a:normAutofit/>
          </a:bodyPr>
          <a:lstStyle>
            <a:lvl1pPr>
              <a:lnSpc>
                <a:spcPct val="120000"/>
              </a:lnSpc>
              <a:defRPr sz="2000" b="1" i="0" spc="0">
                <a:solidFill>
                  <a:schemeClr val="accent1"/>
                </a:solidFill>
                <a:latin typeface="+mn-lt"/>
              </a:defRPr>
            </a:lvl1pPr>
          </a:lstStyle>
          <a:p>
            <a:pPr rtl="0"/>
            <a:r>
              <a:rPr lang="pl"/>
              <a:t>Autor cytatu</a:t>
            </a:r>
          </a:p>
        </p:txBody>
      </p:sp>
      <p:sp>
        <p:nvSpPr>
          <p:cNvPr id="7" name="Zawartość — symbol zastępczy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143000" y="685800"/>
            <a:ext cx="9906000" cy="4114800"/>
          </a:xfrm>
        </p:spPr>
        <p:txBody>
          <a:bodyPr rtlCol="0" anchor="b">
            <a:normAutofit/>
          </a:bodyPr>
          <a:lstStyle>
            <a:lvl1pPr marL="164592" indent="-164592">
              <a:lnSpc>
                <a:spcPct val="100000"/>
              </a:lnSpc>
              <a:spcBef>
                <a:spcPts val="0"/>
              </a:spcBef>
              <a:buNone/>
              <a:defRPr sz="5400">
                <a:latin typeface="+mj-lt"/>
                <a:cs typeface="Mongolian Baiti" panose="03000500000000000000" pitchFamily="66" charset="0"/>
              </a:defRPr>
            </a:lvl1pPr>
          </a:lstStyle>
          <a:p>
            <a:pPr lvl="0" rtl="0"/>
            <a:r>
              <a:rPr lang="pl"/>
              <a:t>Kliknij, aby dodać cytat</a:t>
            </a:r>
          </a:p>
        </p:txBody>
      </p:sp>
      <p:sp>
        <p:nvSpPr>
          <p:cNvPr id="4" name="Stopka — symbol zastępczy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lstStyle/>
          <a:p>
            <a:pPr rtl="0"/>
            <a:r>
              <a:rPr lang="pl"/>
              <a:t>Przykładowy tekst stopki</a:t>
            </a:r>
          </a:p>
        </p:txBody>
      </p:sp>
      <p:sp>
        <p:nvSpPr>
          <p:cNvPr id="3" name="Data — symbol zastępczy 2">
            <a:extLst>
              <a:ext uri="{FF2B5EF4-FFF2-40B4-BE49-F238E27FC236}">
                <a16:creationId xmlns:a16="http://schemas.microsoft.com/office/drawing/2014/main" id="{C344C372-F7FA-5AA5-92C1-CF476A26623E}"/>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5" name="Numer slajdu — symbol zastępczy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6" name="Łącznik prosty 5">
            <a:extLst>
              <a:ext uri="{FF2B5EF4-FFF2-40B4-BE49-F238E27FC236}">
                <a16:creationId xmlns:a16="http://schemas.microsoft.com/office/drawing/2014/main" id="{4A33729E-38D5-A1E3-A590-6B649D520DE4}"/>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683580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ytat 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212FA0A-1F7B-DD41-ECED-02B60BC46B10}"/>
              </a:ext>
            </a:extLst>
          </p:cNvPr>
          <p:cNvSpPr>
            <a:spLocks noGrp="1"/>
          </p:cNvSpPr>
          <p:nvPr>
            <p:ph type="title" hasCustomPrompt="1"/>
          </p:nvPr>
        </p:nvSpPr>
        <p:spPr>
          <a:xfrm>
            <a:off x="1143000" y="4955722"/>
            <a:ext cx="9906000" cy="987878"/>
          </a:xfrm>
        </p:spPr>
        <p:txBody>
          <a:bodyPr rtlCol="0" anchor="ctr">
            <a:normAutofit/>
          </a:bodyPr>
          <a:lstStyle>
            <a:lvl1pPr algn="r">
              <a:lnSpc>
                <a:spcPct val="120000"/>
              </a:lnSpc>
              <a:defRPr sz="2000" b="1" i="0" spc="0">
                <a:solidFill>
                  <a:schemeClr val="bg1"/>
                </a:solidFill>
                <a:latin typeface="+mn-lt"/>
              </a:defRPr>
            </a:lvl1pPr>
          </a:lstStyle>
          <a:p>
            <a:pPr rtl="0"/>
            <a:r>
              <a:rPr lang="pl"/>
              <a:t>Autor cytatu</a:t>
            </a:r>
          </a:p>
        </p:txBody>
      </p:sp>
      <p:sp>
        <p:nvSpPr>
          <p:cNvPr id="7" name="Zawartość — symbol zastępczy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143000" y="685800"/>
            <a:ext cx="9906000" cy="3950208"/>
          </a:xfrm>
        </p:spPr>
        <p:txBody>
          <a:bodyPr rtlCol="0" anchor="t">
            <a:normAutofit/>
          </a:bodyPr>
          <a:lstStyle>
            <a:lvl1pPr marL="164592" indent="-164592">
              <a:lnSpc>
                <a:spcPct val="100000"/>
              </a:lnSpc>
              <a:spcBef>
                <a:spcPts val="0"/>
              </a:spcBef>
              <a:buNone/>
              <a:defRPr sz="4800">
                <a:solidFill>
                  <a:schemeClr val="bg1"/>
                </a:solidFill>
                <a:latin typeface="+mj-lt"/>
                <a:cs typeface="Mongolian Baiti" panose="03000500000000000000" pitchFamily="66" charset="0"/>
              </a:defRPr>
            </a:lvl1pPr>
          </a:lstStyle>
          <a:p>
            <a:pPr lvl="0" rtl="0"/>
            <a:r>
              <a:rPr lang="pl"/>
              <a:t>Kliknij, aby dodać cytat</a:t>
            </a:r>
          </a:p>
        </p:txBody>
      </p:sp>
      <p:sp>
        <p:nvSpPr>
          <p:cNvPr id="4" name="Stopka — symbol zastępczy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lstStyle>
            <a:lvl1pPr>
              <a:defRPr>
                <a:solidFill>
                  <a:schemeClr val="bg1"/>
                </a:solidFill>
              </a:defRPr>
            </a:lvl1pPr>
          </a:lstStyle>
          <a:p>
            <a:pPr rtl="0"/>
            <a:r>
              <a:rPr lang="pl"/>
              <a:t>Przykładowy tekst stopki</a:t>
            </a:r>
            <a:endParaRPr lang="en-US" dirty="0">
              <a:solidFill>
                <a:schemeClr val="bg1"/>
              </a:solidFill>
            </a:endParaRPr>
          </a:p>
        </p:txBody>
      </p:sp>
      <p:sp>
        <p:nvSpPr>
          <p:cNvPr id="3" name="Data — symbol zastępczy 2">
            <a:extLst>
              <a:ext uri="{FF2B5EF4-FFF2-40B4-BE49-F238E27FC236}">
                <a16:creationId xmlns:a16="http://schemas.microsoft.com/office/drawing/2014/main" id="{C344C372-F7FA-5AA5-92C1-CF476A26623E}"/>
              </a:ext>
            </a:extLst>
          </p:cNvPr>
          <p:cNvSpPr>
            <a:spLocks noGrp="1"/>
          </p:cNvSpPr>
          <p:nvPr>
            <p:ph type="dt" sz="half" idx="10"/>
          </p:nvPr>
        </p:nvSpPr>
        <p:spPr>
          <a:xfrm>
            <a:off x="10058401" y="6400800"/>
            <a:ext cx="990599" cy="457200"/>
          </a:xfrm>
        </p:spPr>
        <p:txBody>
          <a:bodyPr rtlCol="0"/>
          <a:lstStyle>
            <a:lvl1pPr>
              <a:defRPr>
                <a:solidFill>
                  <a:schemeClr val="bg1"/>
                </a:solidFill>
              </a:defRPr>
            </a:lvl1pPr>
          </a:lstStyle>
          <a:p>
            <a:pPr rtl="0"/>
            <a:r>
              <a:rPr lang="en-US"/>
              <a:t>30/10/2025</a:t>
            </a:r>
            <a:endParaRPr lang="en-US" dirty="0"/>
          </a:p>
        </p:txBody>
      </p:sp>
      <p:sp>
        <p:nvSpPr>
          <p:cNvPr id="5" name="Numer slajdu — symbol zastępczy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lstStyle>
            <a:lvl1pPr>
              <a:defRPr>
                <a:solidFill>
                  <a:schemeClr val="bg1"/>
                </a:solidFill>
              </a:defRPr>
            </a:lvl1pPr>
          </a:lstStyle>
          <a:p>
            <a:pPr rtl="0"/>
            <a:fld id="{AEAA3239-9EA4-4A65-A281-97F994456D9F}" type="slidenum">
              <a:rPr lang="en-US" smtClean="0"/>
              <a:pPr/>
              <a:t>‹#›</a:t>
            </a:fld>
            <a:endParaRPr lang="en-US" dirty="0"/>
          </a:p>
        </p:txBody>
      </p:sp>
      <p:cxnSp>
        <p:nvCxnSpPr>
          <p:cNvPr id="6" name="Łącznik prosty 5">
            <a:extLst>
              <a:ext uri="{FF2B5EF4-FFF2-40B4-BE49-F238E27FC236}">
                <a16:creationId xmlns:a16="http://schemas.microsoft.com/office/drawing/2014/main" id="{EAB597FC-DDBE-CAE6-D19E-43EBC6822347}"/>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3231444"/>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ytat 3">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212FA0A-1F7B-DD41-ECED-02B60BC46B10}"/>
              </a:ext>
            </a:extLst>
          </p:cNvPr>
          <p:cNvSpPr>
            <a:spLocks noGrp="1"/>
          </p:cNvSpPr>
          <p:nvPr>
            <p:ph type="title" hasCustomPrompt="1"/>
          </p:nvPr>
        </p:nvSpPr>
        <p:spPr>
          <a:xfrm>
            <a:off x="4707468" y="5029200"/>
            <a:ext cx="6341532" cy="914399"/>
          </a:xfrm>
        </p:spPr>
        <p:txBody>
          <a:bodyPr rtlCol="0" anchor="b">
            <a:normAutofit/>
          </a:bodyPr>
          <a:lstStyle>
            <a:lvl1pPr algn="r">
              <a:lnSpc>
                <a:spcPct val="120000"/>
              </a:lnSpc>
              <a:defRPr sz="2000" b="1" i="0" spc="0">
                <a:solidFill>
                  <a:schemeClr val="accent1"/>
                </a:solidFill>
                <a:latin typeface="+mn-lt"/>
              </a:defRPr>
            </a:lvl1pPr>
          </a:lstStyle>
          <a:p>
            <a:pPr rtl="0"/>
            <a:r>
              <a:rPr lang="pl"/>
              <a:t>Autor cytatu</a:t>
            </a:r>
          </a:p>
        </p:txBody>
      </p:sp>
      <p:sp>
        <p:nvSpPr>
          <p:cNvPr id="7" name="Zawartość — symbol zastępczy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143000" y="685800"/>
            <a:ext cx="9906000" cy="4073980"/>
          </a:xfrm>
        </p:spPr>
        <p:txBody>
          <a:bodyPr rtlCol="0" anchor="ctr">
            <a:normAutofit/>
          </a:bodyPr>
          <a:lstStyle>
            <a:lvl1pPr marL="164592" indent="-164592">
              <a:lnSpc>
                <a:spcPct val="110000"/>
              </a:lnSpc>
              <a:spcBef>
                <a:spcPts val="0"/>
              </a:spcBef>
              <a:buNone/>
              <a:defRPr sz="5400">
                <a:latin typeface="+mj-lt"/>
                <a:cs typeface="Mongolian Baiti" panose="03000500000000000000" pitchFamily="66" charset="0"/>
              </a:defRPr>
            </a:lvl1pPr>
          </a:lstStyle>
          <a:p>
            <a:pPr lvl="0" rtl="0"/>
            <a:r>
              <a:rPr lang="pl"/>
              <a:t>Kliknij, aby dodać cytat</a:t>
            </a:r>
          </a:p>
        </p:txBody>
      </p:sp>
      <p:sp>
        <p:nvSpPr>
          <p:cNvPr id="4" name="Stopka — symbol zastępczy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lstStyle/>
          <a:p>
            <a:pPr rtl="0"/>
            <a:r>
              <a:rPr lang="pl"/>
              <a:t>Przykładowy tekst stopki</a:t>
            </a:r>
          </a:p>
        </p:txBody>
      </p:sp>
      <p:sp>
        <p:nvSpPr>
          <p:cNvPr id="3" name="Data — symbol zastępczy 2">
            <a:extLst>
              <a:ext uri="{FF2B5EF4-FFF2-40B4-BE49-F238E27FC236}">
                <a16:creationId xmlns:a16="http://schemas.microsoft.com/office/drawing/2014/main" id="{C344C372-F7FA-5AA5-92C1-CF476A26623E}"/>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5" name="Numer slajdu — symbol zastępczy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6" name="Łącznik prosty 5">
            <a:extLst>
              <a:ext uri="{FF2B5EF4-FFF2-40B4-BE49-F238E27FC236}">
                <a16:creationId xmlns:a16="http://schemas.microsoft.com/office/drawing/2014/main" id="{FE0B72BA-2488-6234-EBE9-5F35F28FB990}"/>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645098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Podsumowanie">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C7433D9-FD02-59E2-0F81-A0B7201D2DA0}"/>
              </a:ext>
            </a:extLst>
          </p:cNvPr>
          <p:cNvSpPr>
            <a:spLocks noGrp="1"/>
          </p:cNvSpPr>
          <p:nvPr>
            <p:ph type="title"/>
          </p:nvPr>
        </p:nvSpPr>
        <p:spPr>
          <a:xfrm>
            <a:off x="1143000" y="685800"/>
            <a:ext cx="9906000" cy="1828800"/>
          </a:xfrm>
        </p:spPr>
        <p:txBody>
          <a:bodyPr rtlCol="0" anchor="b">
            <a:normAutofit/>
          </a:bodyPr>
          <a:lstStyle>
            <a:lvl1pPr>
              <a:defRPr sz="7200">
                <a:solidFill>
                  <a:schemeClr val="tx1"/>
                </a:solidFill>
              </a:defRPr>
            </a:lvl1pPr>
          </a:lstStyle>
          <a:p>
            <a:pPr rtl="0"/>
            <a:r>
              <a:rPr lang="pl"/>
              <a:t>Kliknij, aby edytować styl wzorca tytułu</a:t>
            </a:r>
          </a:p>
        </p:txBody>
      </p:sp>
      <p:sp>
        <p:nvSpPr>
          <p:cNvPr id="8" name="Zawartość — symbol zastępczy 7">
            <a:extLst>
              <a:ext uri="{FF2B5EF4-FFF2-40B4-BE49-F238E27FC236}">
                <a16:creationId xmlns:a16="http://schemas.microsoft.com/office/drawing/2014/main" id="{C7E1FCC9-2D1D-9C6B-8C9A-E3D0A77DBEF0}"/>
              </a:ext>
            </a:extLst>
          </p:cNvPr>
          <p:cNvSpPr>
            <a:spLocks noGrp="1"/>
          </p:cNvSpPr>
          <p:nvPr>
            <p:ph sz="quarter" idx="13"/>
          </p:nvPr>
        </p:nvSpPr>
        <p:spPr>
          <a:xfrm>
            <a:off x="1143000" y="2729555"/>
            <a:ext cx="9906000" cy="3214045"/>
          </a:xfrm>
        </p:spPr>
        <p:txBody>
          <a:bodyPr rtlCol="0"/>
          <a:lstStyle>
            <a:lvl1pPr marL="0" indent="0">
              <a:spcBef>
                <a:spcPts val="0"/>
              </a:spcBef>
              <a:buNone/>
              <a:defRPr>
                <a:solidFill>
                  <a:schemeClr val="tx1"/>
                </a:solidFill>
                <a:latin typeface="+mn-lt"/>
              </a:defRPr>
            </a:lvl1pPr>
            <a:lvl2pPr marL="228600" indent="0">
              <a:spcBef>
                <a:spcPts val="0"/>
              </a:spcBef>
              <a:buNone/>
              <a:defRPr>
                <a:solidFill>
                  <a:schemeClr val="tx1"/>
                </a:solidFill>
                <a:latin typeface="+mn-lt"/>
              </a:defRPr>
            </a:lvl2pPr>
            <a:lvl3pPr marL="457200" indent="0">
              <a:spcBef>
                <a:spcPts val="0"/>
              </a:spcBef>
              <a:buNone/>
              <a:defRPr>
                <a:solidFill>
                  <a:schemeClr val="tx1"/>
                </a:solidFill>
                <a:latin typeface="+mn-lt"/>
              </a:defRPr>
            </a:lvl3pPr>
            <a:lvl4pPr marL="685800" indent="0">
              <a:spcBef>
                <a:spcPts val="0"/>
              </a:spcBef>
              <a:buNone/>
              <a:defRPr>
                <a:solidFill>
                  <a:schemeClr val="tx1"/>
                </a:solidFill>
                <a:latin typeface="+mn-lt"/>
              </a:defRPr>
            </a:lvl4pPr>
            <a:lvl5pPr marL="914400" indent="0">
              <a:spcBef>
                <a:spcPts val="0"/>
              </a:spcBef>
              <a:buNone/>
              <a:defRPr>
                <a:solidFill>
                  <a:schemeClr val="tx1"/>
                </a:solidFill>
                <a:latin typeface="+mn-lt"/>
              </a:defRPr>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5" name="Stopka — symbol zastępczy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lvl1pPr>
              <a:defRPr>
                <a:solidFill>
                  <a:schemeClr val="tx1"/>
                </a:solidFill>
              </a:defRPr>
            </a:lvl1pPr>
          </a:lstStyle>
          <a:p>
            <a:pPr rtl="0"/>
            <a:r>
              <a:rPr lang="pl"/>
              <a:t>Przykładowy tekst stopki</a:t>
            </a:r>
          </a:p>
        </p:txBody>
      </p:sp>
      <p:sp>
        <p:nvSpPr>
          <p:cNvPr id="4" name="Data — symbol zastępczy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rtlCol="0"/>
          <a:lstStyle>
            <a:lvl1pPr>
              <a:defRPr>
                <a:solidFill>
                  <a:schemeClr val="tx1"/>
                </a:solidFill>
              </a:defRPr>
            </a:lvl1pPr>
          </a:lstStyle>
          <a:p>
            <a:pPr rtl="0"/>
            <a:r>
              <a:rPr lang="en-US"/>
              <a:t>30/10/2025</a:t>
            </a:r>
            <a:endParaRPr lang="en-US" dirty="0"/>
          </a:p>
        </p:txBody>
      </p:sp>
      <p:sp>
        <p:nvSpPr>
          <p:cNvPr id="6" name="Numer slajdu — symbol zastępczy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lvl1pPr>
              <a:defRPr>
                <a:solidFill>
                  <a:schemeClr val="tx1"/>
                </a:solidFill>
              </a:defRPr>
            </a:lvl1pPr>
          </a:lstStyle>
          <a:p>
            <a:pPr rtl="0"/>
            <a:fld id="{AEAA3239-9EA4-4A65-A281-97F994456D9F}" type="slidenum">
              <a:rPr lang="en-US" smtClean="0"/>
              <a:pPr/>
              <a:t>‹#›</a:t>
            </a:fld>
            <a:endParaRPr lang="en-US" dirty="0"/>
          </a:p>
        </p:txBody>
      </p:sp>
      <p:cxnSp>
        <p:nvCxnSpPr>
          <p:cNvPr id="3" name="Łącznik prosty 2">
            <a:extLst>
              <a:ext uri="{FF2B5EF4-FFF2-40B4-BE49-F238E27FC236}">
                <a16:creationId xmlns:a16="http://schemas.microsoft.com/office/drawing/2014/main" id="{597917D3-DF16-9257-206A-EC4725B68DB8}"/>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6810000"/>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Podsumowanie 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C7433D9-FD02-59E2-0F81-A0B7201D2DA0}"/>
              </a:ext>
            </a:extLst>
          </p:cNvPr>
          <p:cNvSpPr>
            <a:spLocks noGrp="1"/>
          </p:cNvSpPr>
          <p:nvPr>
            <p:ph type="title"/>
          </p:nvPr>
        </p:nvSpPr>
        <p:spPr>
          <a:xfrm>
            <a:off x="1143000" y="2278617"/>
            <a:ext cx="8430767" cy="1842020"/>
          </a:xfrm>
        </p:spPr>
        <p:txBody>
          <a:bodyPr rtlCol="0" anchor="b">
            <a:noAutofit/>
          </a:bodyPr>
          <a:lstStyle>
            <a:lvl1pPr>
              <a:defRPr sz="7200">
                <a:solidFill>
                  <a:schemeClr val="bg1"/>
                </a:solidFill>
              </a:defRPr>
            </a:lvl1pPr>
          </a:lstStyle>
          <a:p>
            <a:pPr rtl="0"/>
            <a:r>
              <a:rPr lang="pl"/>
              <a:t>Kliknij, aby edytować styl wzorca tytułu</a:t>
            </a:r>
          </a:p>
        </p:txBody>
      </p:sp>
      <p:sp>
        <p:nvSpPr>
          <p:cNvPr id="7" name="Zawartość — symbol zastępczy 6">
            <a:extLst>
              <a:ext uri="{FF2B5EF4-FFF2-40B4-BE49-F238E27FC236}">
                <a16:creationId xmlns:a16="http://schemas.microsoft.com/office/drawing/2014/main" id="{053FFEDA-E57B-DF13-2394-A1514E15F85A}"/>
              </a:ext>
            </a:extLst>
          </p:cNvPr>
          <p:cNvSpPr>
            <a:spLocks noGrp="1"/>
          </p:cNvSpPr>
          <p:nvPr>
            <p:ph sz="quarter" idx="14"/>
          </p:nvPr>
        </p:nvSpPr>
        <p:spPr>
          <a:xfrm>
            <a:off x="1143128" y="4335592"/>
            <a:ext cx="8430639" cy="1608008"/>
          </a:xfrm>
        </p:spPr>
        <p:txBody>
          <a:bodyPr rtlCol="0">
            <a:normAutofit/>
          </a:bodyPr>
          <a:lstStyle>
            <a:lvl1pPr marL="0" indent="0">
              <a:spcBef>
                <a:spcPts val="0"/>
              </a:spcBef>
              <a:buNone/>
              <a:defRPr sz="1800">
                <a:solidFill>
                  <a:schemeClr val="bg1"/>
                </a:solidFill>
              </a:defRPr>
            </a:lvl1pPr>
            <a:lvl2pPr marL="228600" indent="0">
              <a:spcBef>
                <a:spcPts val="0"/>
              </a:spcBef>
              <a:buNone/>
              <a:defRPr sz="1600">
                <a:solidFill>
                  <a:schemeClr val="bg1"/>
                </a:solidFill>
              </a:defRPr>
            </a:lvl2pPr>
            <a:lvl3pPr marL="457200" indent="0">
              <a:spcBef>
                <a:spcPts val="0"/>
              </a:spcBef>
              <a:buNone/>
              <a:defRPr sz="1400">
                <a:solidFill>
                  <a:schemeClr val="bg1"/>
                </a:solidFill>
              </a:defRPr>
            </a:lvl3pPr>
            <a:lvl4pPr marL="685800" indent="0">
              <a:spcBef>
                <a:spcPts val="0"/>
              </a:spcBef>
              <a:buNone/>
              <a:defRPr sz="1400">
                <a:solidFill>
                  <a:schemeClr val="bg1"/>
                </a:solidFill>
              </a:defRPr>
            </a:lvl4pPr>
            <a:lvl5pPr marL="914400" indent="0">
              <a:spcBef>
                <a:spcPts val="0"/>
              </a:spcBef>
              <a:buNone/>
              <a:defRPr sz="1200">
                <a:solidFill>
                  <a:schemeClr val="bg1"/>
                </a:solidFill>
              </a:defRPr>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5" name="Stopka — symbol zastępczy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lvl1pPr>
              <a:defRPr>
                <a:solidFill>
                  <a:schemeClr val="bg1"/>
                </a:solidFill>
              </a:defRPr>
            </a:lvl1pPr>
          </a:lstStyle>
          <a:p>
            <a:pPr rtl="0"/>
            <a:r>
              <a:rPr lang="pl"/>
              <a:t>Przykładowy tekst stopki</a:t>
            </a:r>
            <a:endParaRPr lang="en-US" dirty="0">
              <a:solidFill>
                <a:schemeClr val="bg1"/>
              </a:solidFill>
            </a:endParaRPr>
          </a:p>
        </p:txBody>
      </p:sp>
      <p:sp>
        <p:nvSpPr>
          <p:cNvPr id="4" name="Data — symbol zastępczy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rtlCol="0"/>
          <a:lstStyle>
            <a:lvl1pPr>
              <a:defRPr>
                <a:solidFill>
                  <a:schemeClr val="bg1"/>
                </a:solidFill>
              </a:defRPr>
            </a:lvl1pPr>
          </a:lstStyle>
          <a:p>
            <a:pPr rtl="0"/>
            <a:r>
              <a:rPr lang="en-US"/>
              <a:t>30/10/2025</a:t>
            </a:r>
            <a:endParaRPr lang="en-US" dirty="0"/>
          </a:p>
        </p:txBody>
      </p:sp>
      <p:sp>
        <p:nvSpPr>
          <p:cNvPr id="6" name="Numer slajdu — symbol zastępczy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lvl1pPr>
              <a:defRPr>
                <a:solidFill>
                  <a:schemeClr val="bg1"/>
                </a:solidFill>
              </a:defRPr>
            </a:lvl1pPr>
          </a:lstStyle>
          <a:p>
            <a:pPr rtl="0"/>
            <a:fld id="{AEAA3239-9EA4-4A65-A281-97F994456D9F}" type="slidenum">
              <a:rPr lang="en-US" smtClean="0"/>
              <a:pPr/>
              <a:t>‹#›</a:t>
            </a:fld>
            <a:endParaRPr lang="en-US" dirty="0"/>
          </a:p>
        </p:txBody>
      </p:sp>
      <p:cxnSp>
        <p:nvCxnSpPr>
          <p:cNvPr id="3" name="Łącznik prosty 2">
            <a:extLst>
              <a:ext uri="{FF2B5EF4-FFF2-40B4-BE49-F238E27FC236}">
                <a16:creationId xmlns:a16="http://schemas.microsoft.com/office/drawing/2014/main" id="{2972AAFA-E5BE-EBA1-7C6C-D6C7CA13C4A9}"/>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3208021"/>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Dwa elementy zawartośc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AF3BB49-A328-F121-7F27-DEB7C3CC2B0F}"/>
              </a:ext>
            </a:extLst>
          </p:cNvPr>
          <p:cNvSpPr>
            <a:spLocks noGrp="1"/>
          </p:cNvSpPr>
          <p:nvPr>
            <p:ph type="title"/>
          </p:nvPr>
        </p:nvSpPr>
        <p:spPr>
          <a:xfrm>
            <a:off x="1143000" y="681036"/>
            <a:ext cx="9906000" cy="999861"/>
          </a:xfrm>
        </p:spPr>
        <p:txBody>
          <a:bodyPr rtlCol="0" anchor="t"/>
          <a:lstStyle/>
          <a:p>
            <a:pPr rtl="0"/>
            <a:r>
              <a:rPr lang="pl"/>
              <a:t>Kliknij, aby edytować styl wzorca tytułu</a:t>
            </a:r>
            <a:endParaRPr lang="en-US" dirty="0"/>
          </a:p>
        </p:txBody>
      </p:sp>
      <p:sp>
        <p:nvSpPr>
          <p:cNvPr id="4" name="Zawartość — symbol zastępczy 3">
            <a:extLst>
              <a:ext uri="{FF2B5EF4-FFF2-40B4-BE49-F238E27FC236}">
                <a16:creationId xmlns:a16="http://schemas.microsoft.com/office/drawing/2014/main" id="{6627D5A5-84C3-7EDE-A8EB-2DE057DE46AB}"/>
              </a:ext>
            </a:extLst>
          </p:cNvPr>
          <p:cNvSpPr>
            <a:spLocks noGrp="1"/>
          </p:cNvSpPr>
          <p:nvPr>
            <p:ph sz="quarter" idx="15"/>
          </p:nvPr>
        </p:nvSpPr>
        <p:spPr>
          <a:xfrm>
            <a:off x="1142999" y="1825625"/>
            <a:ext cx="4544695" cy="4117975"/>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10" name="Zawartość — symbol zastępczy 9">
            <a:extLst>
              <a:ext uri="{FF2B5EF4-FFF2-40B4-BE49-F238E27FC236}">
                <a16:creationId xmlns:a16="http://schemas.microsoft.com/office/drawing/2014/main" id="{D54150AE-A7C6-D328-35D7-F5B840930E3B}"/>
              </a:ext>
            </a:extLst>
          </p:cNvPr>
          <p:cNvSpPr>
            <a:spLocks noGrp="1"/>
          </p:cNvSpPr>
          <p:nvPr>
            <p:ph sz="quarter" idx="16"/>
          </p:nvPr>
        </p:nvSpPr>
        <p:spPr>
          <a:xfrm>
            <a:off x="6504305" y="1825625"/>
            <a:ext cx="4544695" cy="4117975"/>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6" name="Stopka — symbol zastępczy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pl"/>
              <a:t>Przykładowy tekst stopki</a:t>
            </a:r>
          </a:p>
        </p:txBody>
      </p:sp>
      <p:sp>
        <p:nvSpPr>
          <p:cNvPr id="5" name="Data — symbol zastępczy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7" name="Numer slajdu — symbol zastępczy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3" name="Łącznik prosty 2">
            <a:extLst>
              <a:ext uri="{FF2B5EF4-FFF2-40B4-BE49-F238E27FC236}">
                <a16:creationId xmlns:a16="http://schemas.microsoft.com/office/drawing/2014/main" id="{C78B40A4-AD32-3681-054F-B1104A95BB77}"/>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959776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Porównan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1FEE969-634D-6E32-D227-18E9282C6F9E}"/>
              </a:ext>
            </a:extLst>
          </p:cNvPr>
          <p:cNvSpPr>
            <a:spLocks noGrp="1"/>
          </p:cNvSpPr>
          <p:nvPr>
            <p:ph type="title"/>
          </p:nvPr>
        </p:nvSpPr>
        <p:spPr>
          <a:xfrm>
            <a:off x="1143000" y="685800"/>
            <a:ext cx="9906000" cy="857904"/>
          </a:xfrm>
        </p:spPr>
        <p:txBody>
          <a:bodyPr rtlCol="0" anchor="t"/>
          <a:lstStyle/>
          <a:p>
            <a:pPr rtl="0"/>
            <a:r>
              <a:rPr lang="pl"/>
              <a:t>Kliknij, aby edytować styl wzorca tytułu</a:t>
            </a:r>
            <a:endParaRPr lang="en-US" dirty="0"/>
          </a:p>
        </p:txBody>
      </p:sp>
      <p:sp>
        <p:nvSpPr>
          <p:cNvPr id="3" name="Tekst — symbol zastępczy 2">
            <a:extLst>
              <a:ext uri="{FF2B5EF4-FFF2-40B4-BE49-F238E27FC236}">
                <a16:creationId xmlns:a16="http://schemas.microsoft.com/office/drawing/2014/main" id="{61CD26D4-290A-F0ED-7D62-41EDA6FEC2B9}"/>
              </a:ext>
            </a:extLst>
          </p:cNvPr>
          <p:cNvSpPr>
            <a:spLocks noGrp="1"/>
          </p:cNvSpPr>
          <p:nvPr>
            <p:ph type="body" idx="1"/>
          </p:nvPr>
        </p:nvSpPr>
        <p:spPr>
          <a:xfrm>
            <a:off x="1143000" y="1685735"/>
            <a:ext cx="4541520" cy="559834"/>
          </a:xfrm>
        </p:spPr>
        <p:txBody>
          <a:bodyPr rtlCol="0" anchor="b">
            <a:normAutofit/>
          </a:bodyPr>
          <a:lstStyle>
            <a:lvl1pPr marL="0" indent="0">
              <a:lnSpc>
                <a:spcPct val="90000"/>
              </a:lnSpc>
              <a:buNone/>
              <a:defRPr sz="1600" b="1" i="0" cap="all"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
              <a:t>Kliknij, aby edytować style wzorców tekstu</a:t>
            </a:r>
          </a:p>
        </p:txBody>
      </p:sp>
      <p:sp>
        <p:nvSpPr>
          <p:cNvPr id="6" name="Zawartość — symbol zastępczy 5">
            <a:extLst>
              <a:ext uri="{FF2B5EF4-FFF2-40B4-BE49-F238E27FC236}">
                <a16:creationId xmlns:a16="http://schemas.microsoft.com/office/drawing/2014/main" id="{5776AAF7-C632-FCD0-6A60-E0EA4A52F229}"/>
              </a:ext>
            </a:extLst>
          </p:cNvPr>
          <p:cNvSpPr>
            <a:spLocks noGrp="1"/>
          </p:cNvSpPr>
          <p:nvPr>
            <p:ph sz="quarter" idx="15"/>
          </p:nvPr>
        </p:nvSpPr>
        <p:spPr>
          <a:xfrm>
            <a:off x="1143000" y="2387600"/>
            <a:ext cx="4541838" cy="3556000"/>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5" name="Tekst — symbol zastępczy 4">
            <a:extLst>
              <a:ext uri="{FF2B5EF4-FFF2-40B4-BE49-F238E27FC236}">
                <a16:creationId xmlns:a16="http://schemas.microsoft.com/office/drawing/2014/main" id="{06536620-C4F3-EEC3-DBF1-05196B1CBB55}"/>
              </a:ext>
            </a:extLst>
          </p:cNvPr>
          <p:cNvSpPr>
            <a:spLocks noGrp="1"/>
          </p:cNvSpPr>
          <p:nvPr>
            <p:ph type="body" sz="quarter" idx="3"/>
          </p:nvPr>
        </p:nvSpPr>
        <p:spPr>
          <a:xfrm>
            <a:off x="6508116" y="1685735"/>
            <a:ext cx="4541520" cy="559834"/>
          </a:xfrm>
        </p:spPr>
        <p:txBody>
          <a:bodyPr rtlCol="0" anchor="b">
            <a:normAutofit/>
          </a:bodyPr>
          <a:lstStyle>
            <a:lvl1pPr marL="0" indent="0">
              <a:lnSpc>
                <a:spcPct val="90000"/>
              </a:lnSpc>
              <a:buNone/>
              <a:defRPr sz="1600" b="1" i="0" cap="all"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
              <a:t>Kliknij, aby edytować style wzorców tekstu</a:t>
            </a:r>
          </a:p>
        </p:txBody>
      </p:sp>
      <p:sp>
        <p:nvSpPr>
          <p:cNvPr id="12" name="Zawartość — symbol zastępczy 11">
            <a:extLst>
              <a:ext uri="{FF2B5EF4-FFF2-40B4-BE49-F238E27FC236}">
                <a16:creationId xmlns:a16="http://schemas.microsoft.com/office/drawing/2014/main" id="{CD998360-6973-27D8-8B08-ACAE10572B32}"/>
              </a:ext>
            </a:extLst>
          </p:cNvPr>
          <p:cNvSpPr>
            <a:spLocks noGrp="1"/>
          </p:cNvSpPr>
          <p:nvPr>
            <p:ph sz="quarter" idx="16"/>
          </p:nvPr>
        </p:nvSpPr>
        <p:spPr>
          <a:xfrm>
            <a:off x="6507162" y="2387600"/>
            <a:ext cx="4541838" cy="3556000"/>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8" name="Stopka — symbol zastępczy 7">
            <a:extLst>
              <a:ext uri="{FF2B5EF4-FFF2-40B4-BE49-F238E27FC236}">
                <a16:creationId xmlns:a16="http://schemas.microsoft.com/office/drawing/2014/main" id="{949D76D8-9033-26CF-BF4C-AECCC685C177}"/>
              </a:ext>
            </a:extLst>
          </p:cNvPr>
          <p:cNvSpPr>
            <a:spLocks noGrp="1"/>
          </p:cNvSpPr>
          <p:nvPr>
            <p:ph type="ftr" sz="quarter" idx="11"/>
          </p:nvPr>
        </p:nvSpPr>
        <p:spPr/>
        <p:txBody>
          <a:bodyPr rtlCol="0"/>
          <a:lstStyle/>
          <a:p>
            <a:pPr rtl="0"/>
            <a:r>
              <a:rPr lang="pl"/>
              <a:t>Przykładowy tekst stopki</a:t>
            </a:r>
          </a:p>
        </p:txBody>
      </p:sp>
      <p:sp>
        <p:nvSpPr>
          <p:cNvPr id="7" name="Data — symbol zastępczy 6">
            <a:extLst>
              <a:ext uri="{FF2B5EF4-FFF2-40B4-BE49-F238E27FC236}">
                <a16:creationId xmlns:a16="http://schemas.microsoft.com/office/drawing/2014/main" id="{4E3B3581-658A-8487-F9CB-E79F2BFF27E4}"/>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9" name="Numer slajdu — symbol zastępczy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4" name="Łącznik prosty 3">
            <a:extLst>
              <a:ext uri="{FF2B5EF4-FFF2-40B4-BE49-F238E27FC236}">
                <a16:creationId xmlns:a16="http://schemas.microsoft.com/office/drawing/2014/main" id="{BFE3AABC-393D-6A10-85E1-3DA5FCF6F287}"/>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577423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66A9F42-7FF7-F803-C075-BC4968D35E34}"/>
              </a:ext>
            </a:extLst>
          </p:cNvPr>
          <p:cNvSpPr>
            <a:spLocks noGrp="1"/>
          </p:cNvSpPr>
          <p:nvPr>
            <p:ph type="title"/>
          </p:nvPr>
        </p:nvSpPr>
        <p:spPr>
          <a:xfrm>
            <a:off x="1143000" y="685800"/>
            <a:ext cx="9906000" cy="1124035"/>
          </a:xfrm>
        </p:spPr>
        <p:txBody>
          <a:bodyPr rtlCol="0" anchor="t"/>
          <a:lstStyle/>
          <a:p>
            <a:pPr rtl="0"/>
            <a:r>
              <a:rPr lang="pl"/>
              <a:t>Kliknij, aby edytować styl wzorca tytułu</a:t>
            </a:r>
            <a:endParaRPr lang="en-US" dirty="0"/>
          </a:p>
        </p:txBody>
      </p:sp>
      <p:sp>
        <p:nvSpPr>
          <p:cNvPr id="4" name="Stopka — symbol zastępczy 3">
            <a:extLst>
              <a:ext uri="{FF2B5EF4-FFF2-40B4-BE49-F238E27FC236}">
                <a16:creationId xmlns:a16="http://schemas.microsoft.com/office/drawing/2014/main" id="{6B968DDD-323F-89A1-84E3-DDBA626D9386}"/>
              </a:ext>
            </a:extLst>
          </p:cNvPr>
          <p:cNvSpPr>
            <a:spLocks noGrp="1"/>
          </p:cNvSpPr>
          <p:nvPr>
            <p:ph type="ftr" sz="quarter" idx="11"/>
          </p:nvPr>
        </p:nvSpPr>
        <p:spPr/>
        <p:txBody>
          <a:bodyPr rtlCol="0"/>
          <a:lstStyle/>
          <a:p>
            <a:pPr rtl="0"/>
            <a:r>
              <a:rPr lang="pl"/>
              <a:t>Przykładowy tekst stopki</a:t>
            </a:r>
          </a:p>
        </p:txBody>
      </p:sp>
      <p:sp>
        <p:nvSpPr>
          <p:cNvPr id="3" name="Data — symbol zastępczy 2">
            <a:extLst>
              <a:ext uri="{FF2B5EF4-FFF2-40B4-BE49-F238E27FC236}">
                <a16:creationId xmlns:a16="http://schemas.microsoft.com/office/drawing/2014/main" id="{E89E8268-7232-2944-F1BD-399F9419B563}"/>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5" name="Numer slajdu — symbol zastępczy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6" name="Łącznik prosty 5">
            <a:extLst>
              <a:ext uri="{FF2B5EF4-FFF2-40B4-BE49-F238E27FC236}">
                <a16:creationId xmlns:a16="http://schemas.microsoft.com/office/drawing/2014/main" id="{F47143C1-3BF7-2821-826F-7956E68E4ED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281352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3" name="Stopka — symbol zastępczy 2">
            <a:extLst>
              <a:ext uri="{FF2B5EF4-FFF2-40B4-BE49-F238E27FC236}">
                <a16:creationId xmlns:a16="http://schemas.microsoft.com/office/drawing/2014/main" id="{10EAA6C9-A7F3-19F1-D17C-A1D83FAF553F}"/>
              </a:ext>
            </a:extLst>
          </p:cNvPr>
          <p:cNvSpPr>
            <a:spLocks noGrp="1"/>
          </p:cNvSpPr>
          <p:nvPr>
            <p:ph type="ftr" sz="quarter" idx="11"/>
          </p:nvPr>
        </p:nvSpPr>
        <p:spPr/>
        <p:txBody>
          <a:bodyPr rtlCol="0"/>
          <a:lstStyle/>
          <a:p>
            <a:pPr rtl="0"/>
            <a:r>
              <a:rPr lang="pl"/>
              <a:t>Przykładowy tekst stopki</a:t>
            </a:r>
          </a:p>
        </p:txBody>
      </p:sp>
      <p:sp>
        <p:nvSpPr>
          <p:cNvPr id="2" name="Data — symbol zastępczy 1">
            <a:extLst>
              <a:ext uri="{FF2B5EF4-FFF2-40B4-BE49-F238E27FC236}">
                <a16:creationId xmlns:a16="http://schemas.microsoft.com/office/drawing/2014/main" id="{49BC4D82-0182-501C-9231-46767680476E}"/>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4" name="Numer slajdu — symbol zastępczy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5" name="Łącznik prosty 4">
            <a:extLst>
              <a:ext uri="{FF2B5EF4-FFF2-40B4-BE49-F238E27FC236}">
                <a16:creationId xmlns:a16="http://schemas.microsoft.com/office/drawing/2014/main" id="{332C6766-0277-BD60-47A7-70F9C799649E}"/>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173364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350C37F-77BE-E128-4248-D001C39E79C6}"/>
              </a:ext>
            </a:extLst>
          </p:cNvPr>
          <p:cNvSpPr>
            <a:spLocks noGrp="1"/>
          </p:cNvSpPr>
          <p:nvPr>
            <p:ph type="title"/>
          </p:nvPr>
        </p:nvSpPr>
        <p:spPr>
          <a:xfrm>
            <a:off x="1166740" y="685801"/>
            <a:ext cx="3595634" cy="1808584"/>
          </a:xfrm>
        </p:spPr>
        <p:txBody>
          <a:bodyPr rtlCol="0" anchor="t">
            <a:normAutofit/>
          </a:bodyPr>
          <a:lstStyle>
            <a:lvl1pPr>
              <a:defRPr sz="3600"/>
            </a:lvl1pPr>
          </a:lstStyle>
          <a:p>
            <a:pPr rtl="0"/>
            <a:r>
              <a:rPr lang="pl"/>
              <a:t>Kliknij, aby edytować styl wzorca tytułu</a:t>
            </a:r>
            <a:endParaRPr lang="en-US" dirty="0"/>
          </a:p>
        </p:txBody>
      </p:sp>
      <p:sp>
        <p:nvSpPr>
          <p:cNvPr id="4" name="Tekst — symbol zastępczy 3">
            <a:extLst>
              <a:ext uri="{FF2B5EF4-FFF2-40B4-BE49-F238E27FC236}">
                <a16:creationId xmlns:a16="http://schemas.microsoft.com/office/drawing/2014/main" id="{EC0EEBFB-2026-6A35-33ED-F008376B67A0}"/>
              </a:ext>
            </a:extLst>
          </p:cNvPr>
          <p:cNvSpPr>
            <a:spLocks noGrp="1"/>
          </p:cNvSpPr>
          <p:nvPr>
            <p:ph type="body" sz="half" idx="2"/>
          </p:nvPr>
        </p:nvSpPr>
        <p:spPr>
          <a:xfrm>
            <a:off x="1166740" y="2743200"/>
            <a:ext cx="3595634" cy="3200400"/>
          </a:xfrm>
        </p:spPr>
        <p:txBody>
          <a:bodyPr rtlCol="0"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pl"/>
              <a:t>Kliknij, aby edytować style wzorców tekstu</a:t>
            </a:r>
          </a:p>
        </p:txBody>
      </p:sp>
      <p:sp>
        <p:nvSpPr>
          <p:cNvPr id="3" name="Zawartość — symbol zastępczy 2">
            <a:extLst>
              <a:ext uri="{FF2B5EF4-FFF2-40B4-BE49-F238E27FC236}">
                <a16:creationId xmlns:a16="http://schemas.microsoft.com/office/drawing/2014/main" id="{2F3B20A8-A604-C977-02C0-083BA8663484}"/>
              </a:ext>
            </a:extLst>
          </p:cNvPr>
          <p:cNvSpPr>
            <a:spLocks noGrp="1"/>
          </p:cNvSpPr>
          <p:nvPr>
            <p:ph idx="1"/>
          </p:nvPr>
        </p:nvSpPr>
        <p:spPr>
          <a:xfrm>
            <a:off x="5134707" y="685801"/>
            <a:ext cx="5943599" cy="5257799"/>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endParaRPr lang="en-US" dirty="0"/>
          </a:p>
        </p:txBody>
      </p:sp>
      <p:sp>
        <p:nvSpPr>
          <p:cNvPr id="6" name="Stopka — symbol zastępczy 5">
            <a:extLst>
              <a:ext uri="{FF2B5EF4-FFF2-40B4-BE49-F238E27FC236}">
                <a16:creationId xmlns:a16="http://schemas.microsoft.com/office/drawing/2014/main" id="{9C85A215-184B-2105-0279-ED02F6445831}"/>
              </a:ext>
            </a:extLst>
          </p:cNvPr>
          <p:cNvSpPr>
            <a:spLocks noGrp="1"/>
          </p:cNvSpPr>
          <p:nvPr>
            <p:ph type="ftr" sz="quarter" idx="11"/>
          </p:nvPr>
        </p:nvSpPr>
        <p:spPr/>
        <p:txBody>
          <a:bodyPr rtlCol="0"/>
          <a:lstStyle/>
          <a:p>
            <a:pPr rtl="0"/>
            <a:r>
              <a:rPr lang="pl"/>
              <a:t>Przykładowy tekst stopki</a:t>
            </a:r>
          </a:p>
        </p:txBody>
      </p:sp>
      <p:sp>
        <p:nvSpPr>
          <p:cNvPr id="5" name="Data — symbol zastępczy 4">
            <a:extLst>
              <a:ext uri="{FF2B5EF4-FFF2-40B4-BE49-F238E27FC236}">
                <a16:creationId xmlns:a16="http://schemas.microsoft.com/office/drawing/2014/main" id="{93F05638-7A56-469A-825A-1DFA600254C8}"/>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7" name="Numer slajdu — symbol zastępczy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8" name="Łącznik prosty 7">
            <a:extLst>
              <a:ext uri="{FF2B5EF4-FFF2-40B4-BE49-F238E27FC236}">
                <a16:creationId xmlns:a16="http://schemas.microsoft.com/office/drawing/2014/main" id="{0F52DA44-7B78-2397-2B78-AD0FE8DE32E7}"/>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988439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FB06A09-98CF-FAC2-3708-AECC4360C651}"/>
              </a:ext>
            </a:extLst>
          </p:cNvPr>
          <p:cNvSpPr>
            <a:spLocks noGrp="1"/>
          </p:cNvSpPr>
          <p:nvPr>
            <p:ph type="title"/>
          </p:nvPr>
        </p:nvSpPr>
        <p:spPr>
          <a:xfrm>
            <a:off x="1156692" y="685801"/>
            <a:ext cx="3595634" cy="1823162"/>
          </a:xfrm>
        </p:spPr>
        <p:txBody>
          <a:bodyPr rtlCol="0" anchor="t">
            <a:normAutofit/>
          </a:bodyPr>
          <a:lstStyle>
            <a:lvl1pPr>
              <a:defRPr sz="3600"/>
            </a:lvl1pPr>
          </a:lstStyle>
          <a:p>
            <a:pPr rtl="0"/>
            <a:r>
              <a:rPr lang="pl"/>
              <a:t>Kliknij, aby edytować styl wzorca tytułu</a:t>
            </a:r>
            <a:endParaRPr lang="en-US" dirty="0"/>
          </a:p>
        </p:txBody>
      </p:sp>
      <p:sp>
        <p:nvSpPr>
          <p:cNvPr id="4" name="Tekst — symbol zastępczy 3">
            <a:extLst>
              <a:ext uri="{FF2B5EF4-FFF2-40B4-BE49-F238E27FC236}">
                <a16:creationId xmlns:a16="http://schemas.microsoft.com/office/drawing/2014/main" id="{F32C4A61-EF2A-C5A5-B150-4448600B3937}"/>
              </a:ext>
            </a:extLst>
          </p:cNvPr>
          <p:cNvSpPr>
            <a:spLocks noGrp="1"/>
          </p:cNvSpPr>
          <p:nvPr>
            <p:ph type="body" sz="half" idx="2"/>
          </p:nvPr>
        </p:nvSpPr>
        <p:spPr>
          <a:xfrm>
            <a:off x="1156692" y="2743200"/>
            <a:ext cx="3595634" cy="3200400"/>
          </a:xfrm>
        </p:spPr>
        <p:txBody>
          <a:bodyPr rtlCol="0"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pl"/>
              <a:t>Kliknij, aby edytować style wzorców tekstu</a:t>
            </a:r>
          </a:p>
        </p:txBody>
      </p:sp>
      <p:sp>
        <p:nvSpPr>
          <p:cNvPr id="3" name="Obraz — symbol zastępczy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334000" y="685802"/>
            <a:ext cx="5701308" cy="5257798"/>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pl"/>
              <a:t>   </a:t>
            </a:r>
          </a:p>
        </p:txBody>
      </p:sp>
      <p:sp>
        <p:nvSpPr>
          <p:cNvPr id="6" name="Stopka — symbol zastępczy 5">
            <a:extLst>
              <a:ext uri="{FF2B5EF4-FFF2-40B4-BE49-F238E27FC236}">
                <a16:creationId xmlns:a16="http://schemas.microsoft.com/office/drawing/2014/main" id="{7FDC75DA-9A78-9AB9-7171-95A08CC51C56}"/>
              </a:ext>
            </a:extLst>
          </p:cNvPr>
          <p:cNvSpPr>
            <a:spLocks noGrp="1"/>
          </p:cNvSpPr>
          <p:nvPr>
            <p:ph type="ftr" sz="quarter" idx="11"/>
          </p:nvPr>
        </p:nvSpPr>
        <p:spPr/>
        <p:txBody>
          <a:bodyPr rtlCol="0"/>
          <a:lstStyle/>
          <a:p>
            <a:pPr rtl="0"/>
            <a:r>
              <a:rPr lang="pl"/>
              <a:t>Przykładowy tekst stopki</a:t>
            </a:r>
          </a:p>
        </p:txBody>
      </p:sp>
      <p:sp>
        <p:nvSpPr>
          <p:cNvPr id="5" name="Data — symbol zastępczy 4">
            <a:extLst>
              <a:ext uri="{FF2B5EF4-FFF2-40B4-BE49-F238E27FC236}">
                <a16:creationId xmlns:a16="http://schemas.microsoft.com/office/drawing/2014/main" id="{920B235E-39C7-4C78-20EF-DB48ECD9CB90}"/>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7" name="Numer slajdu — symbol zastępczy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rtlCol="0"/>
          <a:lstStyle/>
          <a:p>
            <a:pPr rtl="0"/>
            <a:fld id="{AEAA3239-9EA4-4A65-A281-97F994456D9F}" type="slidenum">
              <a:rPr lang="en-US" smtClean="0"/>
              <a:t>‹#›</a:t>
            </a:fld>
            <a:endParaRPr lang="en-US" dirty="0"/>
          </a:p>
        </p:txBody>
      </p:sp>
      <p:cxnSp>
        <p:nvCxnSpPr>
          <p:cNvPr id="8" name="Łącznik prosty 7">
            <a:extLst>
              <a:ext uri="{FF2B5EF4-FFF2-40B4-BE49-F238E27FC236}">
                <a16:creationId xmlns:a16="http://schemas.microsoft.com/office/drawing/2014/main" id="{24420CDB-B7DC-0296-6DF4-02A4E776627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085116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ytuł — symbol zastępczy 1">
            <a:extLst>
              <a:ext uri="{FF2B5EF4-FFF2-40B4-BE49-F238E27FC236}">
                <a16:creationId xmlns:a16="http://schemas.microsoft.com/office/drawing/2014/main" id="{475BFB69-9245-EC58-F1DE-FEB625BD336A}"/>
              </a:ext>
            </a:extLst>
          </p:cNvPr>
          <p:cNvSpPr>
            <a:spLocks noGrp="1"/>
          </p:cNvSpPr>
          <p:nvPr>
            <p:ph type="title"/>
          </p:nvPr>
        </p:nvSpPr>
        <p:spPr>
          <a:xfrm>
            <a:off x="1143001" y="698501"/>
            <a:ext cx="9906000" cy="1018531"/>
          </a:xfrm>
          <a:prstGeom prst="rect">
            <a:avLst/>
          </a:prstGeom>
        </p:spPr>
        <p:txBody>
          <a:bodyPr vert="horz" lIns="91440" tIns="45720" rIns="91440" bIns="45720" rtlCol="0" anchor="t">
            <a:normAutofit/>
          </a:bodyPr>
          <a:lstStyle/>
          <a:p>
            <a:pPr rtl="0"/>
            <a:r>
              <a:rPr lang="pl"/>
              <a:t>Kliknij, aby edytować styl wzorca tytułu</a:t>
            </a:r>
          </a:p>
        </p:txBody>
      </p:sp>
      <p:sp>
        <p:nvSpPr>
          <p:cNvPr id="3" name="Tekst — symbol zastępczy 2">
            <a:extLst>
              <a:ext uri="{FF2B5EF4-FFF2-40B4-BE49-F238E27FC236}">
                <a16:creationId xmlns:a16="http://schemas.microsoft.com/office/drawing/2014/main" id="{5516AFD5-5144-C460-0CA4-644BC4A93C02}"/>
              </a:ext>
            </a:extLst>
          </p:cNvPr>
          <p:cNvSpPr>
            <a:spLocks noGrp="1"/>
          </p:cNvSpPr>
          <p:nvPr>
            <p:ph type="body" idx="1"/>
          </p:nvPr>
        </p:nvSpPr>
        <p:spPr>
          <a:xfrm>
            <a:off x="1142999" y="1902460"/>
            <a:ext cx="9906001" cy="4041139"/>
          </a:xfrm>
          <a:prstGeom prst="rect">
            <a:avLst/>
          </a:prstGeom>
        </p:spPr>
        <p:txBody>
          <a:bodyPr vert="horz" lIns="91440" tIns="45720" rIns="91440" bIns="45720" rtlCol="0">
            <a:normAutofit/>
          </a:bodyPr>
          <a:lstStyle/>
          <a:p>
            <a:pPr lvl="0" rtl="0"/>
            <a:r>
              <a:rPr lang="pl"/>
              <a:t>Kliknij, aby edytować style wzorców tekstu</a:t>
            </a:r>
          </a:p>
          <a:p>
            <a:pPr lvl="1" rtl="0"/>
            <a:r>
              <a:rPr lang="pl"/>
              <a:t>Drugi poziom</a:t>
            </a:r>
          </a:p>
          <a:p>
            <a:pPr lvl="2" rtl="0"/>
            <a:r>
              <a:rPr lang="pl"/>
              <a:t>Trzeci poziom</a:t>
            </a:r>
          </a:p>
          <a:p>
            <a:pPr lvl="3" rtl="0"/>
            <a:r>
              <a:rPr lang="pl"/>
              <a:t>Czwarty poziom</a:t>
            </a:r>
          </a:p>
          <a:p>
            <a:pPr lvl="4" rtl="0"/>
            <a:r>
              <a:rPr lang="pl"/>
              <a:t>Piąty poziom</a:t>
            </a:r>
          </a:p>
        </p:txBody>
      </p:sp>
      <p:sp>
        <p:nvSpPr>
          <p:cNvPr id="4" name="Data — symbol zastępczy 3">
            <a:extLst>
              <a:ext uri="{FF2B5EF4-FFF2-40B4-BE49-F238E27FC236}">
                <a16:creationId xmlns:a16="http://schemas.microsoft.com/office/drawing/2014/main" id="{3995753E-AF8A-7E04-8A1A-205B755A0215}"/>
              </a:ext>
            </a:extLst>
          </p:cNvPr>
          <p:cNvSpPr>
            <a:spLocks noGrp="1"/>
          </p:cNvSpPr>
          <p:nvPr>
            <p:ph type="dt" sz="half" idx="2"/>
          </p:nvPr>
        </p:nvSpPr>
        <p:spPr>
          <a:xfrm>
            <a:off x="8893929" y="6400800"/>
            <a:ext cx="2155071" cy="457200"/>
          </a:xfrm>
          <a:prstGeom prst="rect">
            <a:avLst/>
          </a:prstGeom>
        </p:spPr>
        <p:txBody>
          <a:bodyPr vert="horz" lIns="91440" tIns="45720" rIns="91440" bIns="45720" rtlCol="0" anchor="ctr"/>
          <a:lstStyle>
            <a:lvl1pPr algn="r" rtl="0">
              <a:defRPr sz="1000" b="1" i="0">
                <a:solidFill>
                  <a:schemeClr val="tx1"/>
                </a:solidFill>
                <a:latin typeface="+mj-lt"/>
                <a:cs typeface="Mongolian Baiti" panose="03000500000000000000" pitchFamily="66" charset="0"/>
              </a:defRPr>
            </a:lvl1pPr>
          </a:lstStyle>
          <a:p>
            <a:pPr rtl="0"/>
            <a:r>
              <a:rPr lang="en-US"/>
              <a:t>30/10/2025</a:t>
            </a:r>
            <a:endParaRPr lang="en-US" dirty="0"/>
          </a:p>
        </p:txBody>
      </p:sp>
      <p:sp>
        <p:nvSpPr>
          <p:cNvPr id="5" name="Stopka — symbol zastępczy 4">
            <a:extLst>
              <a:ext uri="{FF2B5EF4-FFF2-40B4-BE49-F238E27FC236}">
                <a16:creationId xmlns:a16="http://schemas.microsoft.com/office/drawing/2014/main" id="{D4E1B7C8-DA74-800B-EE14-A39E9DB32DE4}"/>
              </a:ext>
            </a:extLst>
          </p:cNvPr>
          <p:cNvSpPr>
            <a:spLocks noGrp="1"/>
          </p:cNvSpPr>
          <p:nvPr>
            <p:ph type="ftr" sz="quarter" idx="3"/>
          </p:nvPr>
        </p:nvSpPr>
        <p:spPr>
          <a:xfrm>
            <a:off x="152400" y="6400800"/>
            <a:ext cx="5943599" cy="457200"/>
          </a:xfrm>
          <a:prstGeom prst="rect">
            <a:avLst/>
          </a:prstGeom>
        </p:spPr>
        <p:txBody>
          <a:bodyPr vert="horz" lIns="91440" tIns="45720" rIns="91440" bIns="45720" rtlCol="0" anchor="ctr"/>
          <a:lstStyle>
            <a:lvl1pPr algn="l" rtl="0">
              <a:defRPr sz="1000" b="1" i="0">
                <a:solidFill>
                  <a:schemeClr val="tx1"/>
                </a:solidFill>
                <a:latin typeface="+mj-lt"/>
                <a:cs typeface="Mongolian Baiti" panose="03000500000000000000" pitchFamily="66" charset="0"/>
              </a:defRPr>
            </a:lvl1pPr>
          </a:lstStyle>
          <a:p>
            <a:pPr rtl="0"/>
            <a:r>
              <a:rPr lang="pl"/>
              <a:t>Przykładowy tekst stopki</a:t>
            </a:r>
            <a:endParaRPr lang="en-US" dirty="0"/>
          </a:p>
        </p:txBody>
      </p:sp>
      <p:sp>
        <p:nvSpPr>
          <p:cNvPr id="6" name="Numer slajdu — symbol zastępczy 5">
            <a:extLst>
              <a:ext uri="{FF2B5EF4-FFF2-40B4-BE49-F238E27FC236}">
                <a16:creationId xmlns:a16="http://schemas.microsoft.com/office/drawing/2014/main" id="{7AC1647D-0DF0-CA1B-F723-EF7B8F508DB7}"/>
              </a:ext>
            </a:extLst>
          </p:cNvPr>
          <p:cNvSpPr>
            <a:spLocks noGrp="1"/>
          </p:cNvSpPr>
          <p:nvPr>
            <p:ph type="sldNum" sz="quarter" idx="4"/>
          </p:nvPr>
        </p:nvSpPr>
        <p:spPr>
          <a:xfrm>
            <a:off x="11049000" y="6400800"/>
            <a:ext cx="990599" cy="457200"/>
          </a:xfrm>
          <a:prstGeom prst="rect">
            <a:avLst/>
          </a:prstGeom>
        </p:spPr>
        <p:txBody>
          <a:bodyPr vert="horz" lIns="91440" tIns="45720" rIns="91440" bIns="45720" rtlCol="0" anchor="ctr"/>
          <a:lstStyle>
            <a:lvl1pPr algn="r" rtl="0">
              <a:defRPr sz="1000" b="1" i="0">
                <a:solidFill>
                  <a:schemeClr val="accent1"/>
                </a:solidFill>
                <a:latin typeface="+mj-lt"/>
                <a:cs typeface="Mongolian Baiti" panose="03000500000000000000" pitchFamily="66" charset="0"/>
              </a:defRPr>
            </a:lvl1pPr>
          </a:lstStyle>
          <a:p>
            <a:pPr rtl="0"/>
            <a:fld id="{AEAA3239-9EA4-4A65-A281-97F994456D9F}" type="slidenum">
              <a:rPr lang="en-US" smtClean="0"/>
              <a:pPr/>
              <a:t>‹#›</a:t>
            </a:fld>
            <a:endParaRPr lang="en-US" dirty="0"/>
          </a:p>
        </p:txBody>
      </p:sp>
    </p:spTree>
    <p:extLst>
      <p:ext uri="{BB962C8B-B14F-4D97-AF65-F5344CB8AC3E}">
        <p14:creationId xmlns:p14="http://schemas.microsoft.com/office/powerpoint/2010/main" val="42822358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p:hf hdr="0" ftr="0" dt="0"/>
  <p:txStyles>
    <p:titleStyle>
      <a:lvl1pPr algn="l" defTabSz="914400" rtl="0" eaLnBrk="1" latinLnBrk="0" hangingPunct="1">
        <a:lnSpc>
          <a:spcPct val="80000"/>
        </a:lnSpc>
        <a:spcBef>
          <a:spcPct val="0"/>
        </a:spcBef>
        <a:buNone/>
        <a:defRPr sz="3600" b="0" i="0" kern="1200" spc="0" baseline="0">
          <a:solidFill>
            <a:schemeClr val="tx1"/>
          </a:solidFill>
          <a:latin typeface="+mj-lt"/>
          <a:ea typeface="+mj-ea"/>
          <a:cs typeface="Mongolian Baiti" panose="03000500000000000000" pitchFamily="66" charset="0"/>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b="0" i="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25" pos="7584" userDrawn="1">
          <p15:clr>
            <a:srgbClr val="F26B43"/>
          </p15:clr>
        </p15:guide>
        <p15:guide id="26" pos="96" userDrawn="1">
          <p15:clr>
            <a:srgbClr val="F26B43"/>
          </p15:clr>
        </p15:guide>
        <p15:guide id="27" pos="720" userDrawn="1">
          <p15:clr>
            <a:srgbClr val="F26B43"/>
          </p15:clr>
        </p15:guide>
        <p15:guide id="28" pos="6960" userDrawn="1">
          <p15:clr>
            <a:srgbClr val="F26B43"/>
          </p15:clr>
        </p15:guide>
        <p15:guide id="29" orient="horz" pos="4032" userDrawn="1">
          <p15:clr>
            <a:srgbClr val="F26B43"/>
          </p15:clr>
        </p15:guide>
        <p15:guide id="30" orient="horz" pos="432" userDrawn="1">
          <p15:clr>
            <a:srgbClr val="F26B43"/>
          </p15:clr>
        </p15:guide>
        <p15:guide id="31" orient="horz" pos="374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51.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slides/_rels/slide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51.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2.svg"/></Relationships>
</file>

<file path=ppt/slides/_rels/slide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51.xml"/><Relationship Id="rId4" Type="http://schemas.openxmlformats.org/officeDocument/2006/relationships/image" Target="../media/image28.svg"/></Relationships>
</file>

<file path=ppt/slides/_rels/slide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51.xml"/><Relationship Id="rId4" Type="http://schemas.openxmlformats.org/officeDocument/2006/relationships/image" Target="../media/image28.svg"/></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51.xml"/><Relationship Id="rId4" Type="http://schemas.openxmlformats.org/officeDocument/2006/relationships/image" Target="../media/image28.svg"/></Relationships>
</file>

<file path=ppt/slides/_rels/slide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51.xml"/><Relationship Id="rId4" Type="http://schemas.openxmlformats.org/officeDocument/2006/relationships/image" Target="../media/image28.svg"/></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51.xml"/><Relationship Id="rId4" Type="http://schemas.openxmlformats.org/officeDocument/2006/relationships/image" Target="../media/image28.svg"/></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51.xml"/><Relationship Id="rId4" Type="http://schemas.openxmlformats.org/officeDocument/2006/relationships/image" Target="../media/image28.sv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51.xml"/><Relationship Id="rId4" Type="http://schemas.openxmlformats.org/officeDocument/2006/relationships/image" Target="../media/image28.sv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51.xml"/><Relationship Id="rId4" Type="http://schemas.openxmlformats.org/officeDocument/2006/relationships/image" Target="../media/image28.sv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51.xml"/><Relationship Id="rId4" Type="http://schemas.openxmlformats.org/officeDocument/2006/relationships/image" Target="../media/image28.sv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51.xml"/><Relationship Id="rId4" Type="http://schemas.openxmlformats.org/officeDocument/2006/relationships/image" Target="../media/image2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Symbol zastępczy zawartości 5">
            <a:extLst>
              <a:ext uri="{FF2B5EF4-FFF2-40B4-BE49-F238E27FC236}">
                <a16:creationId xmlns:a16="http://schemas.microsoft.com/office/drawing/2014/main" id="{0CABCD39-77E7-4ED2-8B69-865E5878D11D}"/>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7" name="Symbol zastępczy zawartości 6" descr="A visually striking image of a modern civil engineering project, such as a bridge or skyscraper under construction, with engineers in safety gear reviewing blueprints on site. The scene should have a clean, professional look with ample open space for centered title overlay. The image should also subtly suggest academic or professional development, such as a laptop or notepad visible in the foreground. The lighting should be bright and inviting. No visible or implied text, letters, or words should appear anywhere in the image. The composition must allow for clear overlay of the title and convey a sense of innovation, structure, and growth">
            <a:extLst>
              <a:ext uri="{FF2B5EF4-FFF2-40B4-BE49-F238E27FC236}">
                <a16:creationId xmlns:a16="http://schemas.microsoft.com/office/drawing/2014/main" id="{AA983680-8A48-4DB4-8FA8-17C8E4BFA852}"/>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5334000" y="0"/>
            <a:ext cx="6858000" cy="6858000"/>
          </a:xfrm>
          <a:prstGeom prst="rect">
            <a:avLst/>
          </a:prstGeom>
        </p:spPr>
      </p:pic>
      <p:sp>
        <p:nvSpPr>
          <p:cNvPr id="5" name="Symbol zastępczy numeru slajdu 4">
            <a:extLst>
              <a:ext uri="{FF2B5EF4-FFF2-40B4-BE49-F238E27FC236}">
                <a16:creationId xmlns:a16="http://schemas.microsoft.com/office/drawing/2014/main" id="{92196A18-7132-3BF0-E2EF-4B5A85204D36}"/>
              </a:ext>
            </a:extLst>
          </p:cNvPr>
          <p:cNvSpPr>
            <a:spLocks noGrp="1"/>
          </p:cNvSpPr>
          <p:nvPr>
            <p:ph type="sldNum" sz="quarter" idx="12"/>
          </p:nvPr>
        </p:nvSpPr>
        <p:spPr/>
        <p:txBody>
          <a:bodyPr/>
          <a:lstStyle/>
          <a:p>
            <a:pPr rtl="0"/>
            <a:fld id="{AEAA3239-9EA4-4A65-A281-97F994456D9F}" type="slidenum">
              <a:rPr lang="en-US" smtClean="0"/>
              <a:t>1</a:t>
            </a:fld>
            <a:endParaRPr lang="en-US" dirty="0"/>
          </a:p>
        </p:txBody>
      </p:sp>
      <p:sp>
        <p:nvSpPr>
          <p:cNvPr id="8" name="pole tekstowe 7">
            <a:extLst>
              <a:ext uri="{FF2B5EF4-FFF2-40B4-BE49-F238E27FC236}">
                <a16:creationId xmlns:a16="http://schemas.microsoft.com/office/drawing/2014/main" id="{D0424F0B-B51B-43F4-B3C7-76CC29CC49E6}"/>
              </a:ext>
            </a:extLst>
          </p:cNvPr>
          <p:cNvSpPr txBox="1"/>
          <p:nvPr/>
        </p:nvSpPr>
        <p:spPr>
          <a:xfrm>
            <a:off x="619125" y="683121"/>
            <a:ext cx="4391025" cy="2681882"/>
          </a:xfrm>
          <a:prstGeom prst="rect">
            <a:avLst/>
          </a:prstGeom>
          <a:noFill/>
        </p:spPr>
        <p:txBody>
          <a:bodyPr wrap="square" rtlCol="0">
            <a:normAutofit fontScale="92500" lnSpcReduction="10000"/>
          </a:bodyPr>
          <a:lstStyle/>
          <a:p>
            <a:pPr marL="0" algn="l">
              <a:buNone/>
            </a:pPr>
            <a:r>
              <a:rPr sz="4800" b="0" dirty="0">
                <a:solidFill>
                  <a:srgbClr val="000000"/>
                </a:solidFill>
                <a:effectLst/>
                <a:latin typeface="Mongolian Baiti" panose="03000500000000000000" pitchFamily="66" charset="0"/>
              </a:rPr>
              <a:t>Course Schedule: Civil Engineering and Correspondence</a:t>
            </a:r>
            <a:r>
              <a:rPr dirty="0">
                <a:effectLst/>
              </a:rPr>
              <a:t> </a:t>
            </a:r>
            <a:endParaRPr lang="pl-PL" dirty="0"/>
          </a:p>
        </p:txBody>
      </p:sp>
      <p:sp>
        <p:nvSpPr>
          <p:cNvPr id="9" name="pole tekstowe 8">
            <a:extLst>
              <a:ext uri="{FF2B5EF4-FFF2-40B4-BE49-F238E27FC236}">
                <a16:creationId xmlns:a16="http://schemas.microsoft.com/office/drawing/2014/main" id="{71F84C7C-BC54-4049-9B31-515F53758D12}"/>
              </a:ext>
            </a:extLst>
          </p:cNvPr>
          <p:cNvSpPr txBox="1"/>
          <p:nvPr/>
        </p:nvSpPr>
        <p:spPr>
          <a:xfrm>
            <a:off x="619125" y="5474196"/>
            <a:ext cx="4391025" cy="891182"/>
          </a:xfrm>
          <a:prstGeom prst="rect">
            <a:avLst/>
          </a:prstGeom>
          <a:noFill/>
        </p:spPr>
        <p:txBody>
          <a:bodyPr wrap="square" rtlCol="0">
            <a:normAutofit/>
          </a:bodyPr>
          <a:lstStyle/>
          <a:p>
            <a:pPr marL="0" algn="l">
              <a:buNone/>
            </a:pPr>
            <a:r>
              <a:rPr sz="1800" b="0" dirty="0">
                <a:solidFill>
                  <a:srgbClr val="DDA152"/>
                </a:solidFill>
                <a:effectLst/>
                <a:latin typeface="Avenir"/>
              </a:rPr>
              <a:t>30-lesson integration of fundamentals and professional writing</a:t>
            </a:r>
            <a:r>
              <a:rPr dirty="0">
                <a:effectLst/>
              </a:rPr>
              <a:t> </a:t>
            </a:r>
            <a:endParaRPr lang="pl-PL" dirty="0"/>
          </a:p>
        </p:txBody>
      </p:sp>
    </p:spTree>
    <p:extLst>
      <p:ext uri="{BB962C8B-B14F-4D97-AF65-F5344CB8AC3E}">
        <p14:creationId xmlns:p14="http://schemas.microsoft.com/office/powerpoint/2010/main" val="31352363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Symbol zastępczy zawartości 5">
            <a:extLst>
              <a:ext uri="{FF2B5EF4-FFF2-40B4-BE49-F238E27FC236}">
                <a16:creationId xmlns:a16="http://schemas.microsoft.com/office/drawing/2014/main" id="{DDE4C7EC-0EED-4324-83CB-47E6BA24B45F}"/>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152401" y="-76200"/>
            <a:ext cx="12192000" cy="6858000"/>
          </a:xfrm>
          <a:prstGeom prst="rect">
            <a:avLst/>
          </a:prstGeom>
        </p:spPr>
      </p:pic>
      <p:pic>
        <p:nvPicPr>
          <p:cNvPr id="7" name="Symbol zastępczy zawartości 6" descr="A modern, well-lit architectural workspace featuring a large table with construction drawings, measuring tools, a laptop, and a hard hat. In the background, professionals are engaged in discussion, with visible elements of civil engineering and construction. The composition should be clean and premium, with ample negative space for overlaying agenda text. No visible or implied text, letters, or words should appear anywhere in the image">
            <a:extLst>
              <a:ext uri="{FF2B5EF4-FFF2-40B4-BE49-F238E27FC236}">
                <a16:creationId xmlns:a16="http://schemas.microsoft.com/office/drawing/2014/main" id="{34F79F41-8A11-49BA-910C-A1FD7F22D4DA}"/>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0" y="0"/>
            <a:ext cx="4572000" cy="6858000"/>
          </a:xfrm>
          <a:prstGeom prst="rect">
            <a:avLst/>
          </a:prstGeom>
        </p:spPr>
      </p:pic>
      <p:sp>
        <p:nvSpPr>
          <p:cNvPr id="5" name="Symbol zastępczy numeru slajdu 4">
            <a:extLst>
              <a:ext uri="{FF2B5EF4-FFF2-40B4-BE49-F238E27FC236}">
                <a16:creationId xmlns:a16="http://schemas.microsoft.com/office/drawing/2014/main" id="{BB42EA32-A026-FE5D-9754-6FBCD3582122}"/>
              </a:ext>
            </a:extLst>
          </p:cNvPr>
          <p:cNvSpPr>
            <a:spLocks noGrp="1"/>
          </p:cNvSpPr>
          <p:nvPr>
            <p:ph type="sldNum" sz="quarter" idx="12"/>
          </p:nvPr>
        </p:nvSpPr>
        <p:spPr/>
        <p:txBody>
          <a:bodyPr/>
          <a:lstStyle/>
          <a:p>
            <a:pPr rtl="0"/>
            <a:fld id="{AEAA3239-9EA4-4A65-A281-97F994456D9F}" type="slidenum">
              <a:rPr lang="en-US" smtClean="0"/>
              <a:t>2</a:t>
            </a:fld>
            <a:endParaRPr lang="en-US" dirty="0"/>
          </a:p>
        </p:txBody>
      </p:sp>
      <p:sp>
        <p:nvSpPr>
          <p:cNvPr id="8" name="pole tekstowe 7">
            <a:extLst>
              <a:ext uri="{FF2B5EF4-FFF2-40B4-BE49-F238E27FC236}">
                <a16:creationId xmlns:a16="http://schemas.microsoft.com/office/drawing/2014/main" id="{CF526543-EC06-4B06-A7D5-CC9C75ECBE02}"/>
              </a:ext>
            </a:extLst>
          </p:cNvPr>
          <p:cNvSpPr txBox="1"/>
          <p:nvPr/>
        </p:nvSpPr>
        <p:spPr>
          <a:xfrm>
            <a:off x="7302954" y="510481"/>
            <a:ext cx="6477000" cy="609600"/>
          </a:xfrm>
          <a:prstGeom prst="rect">
            <a:avLst/>
          </a:prstGeom>
          <a:noFill/>
        </p:spPr>
        <p:txBody>
          <a:bodyPr wrap="square" rtlCol="0">
            <a:normAutofit fontScale="85000" lnSpcReduction="20000"/>
          </a:bodyPr>
          <a:lstStyle/>
          <a:p>
            <a:pPr marL="0" algn="l">
              <a:buNone/>
            </a:pPr>
            <a:r>
              <a:rPr lang="pl-PL" sz="4800" dirty="0" err="1">
                <a:solidFill>
                  <a:srgbClr val="DDA152"/>
                </a:solidFill>
                <a:latin typeface="Mongolian Baiti" panose="03000500000000000000" pitchFamily="66" charset="0"/>
              </a:rPr>
              <a:t>B</a:t>
            </a:r>
            <a:r>
              <a:rPr lang="pl-PL" sz="4800" dirty="0" err="1">
                <a:solidFill>
                  <a:srgbClr val="DDA152"/>
                </a:solidFill>
                <a:effectLst/>
                <a:latin typeface="Mongolian Baiti" panose="03000500000000000000" pitchFamily="66" charset="0"/>
              </a:rPr>
              <a:t>ooks</a:t>
            </a:r>
            <a:r>
              <a:rPr lang="pl-PL" sz="4800" dirty="0">
                <a:solidFill>
                  <a:srgbClr val="DDA152"/>
                </a:solidFill>
                <a:latin typeface="Mongolian Baiti" panose="03000500000000000000" pitchFamily="66" charset="0"/>
              </a:rPr>
              <a:t>:</a:t>
            </a:r>
            <a:r>
              <a:rPr dirty="0">
                <a:effectLst/>
              </a:rPr>
              <a:t> </a:t>
            </a:r>
            <a:endParaRPr lang="pl-PL" dirty="0"/>
          </a:p>
        </p:txBody>
      </p:sp>
      <p:sp>
        <p:nvSpPr>
          <p:cNvPr id="9" name="pole tekstowe 8">
            <a:extLst>
              <a:ext uri="{FF2B5EF4-FFF2-40B4-BE49-F238E27FC236}">
                <a16:creationId xmlns:a16="http://schemas.microsoft.com/office/drawing/2014/main" id="{0F784F8A-9B60-4DC1-99F0-646981C952AE}"/>
              </a:ext>
            </a:extLst>
          </p:cNvPr>
          <p:cNvSpPr txBox="1"/>
          <p:nvPr/>
        </p:nvSpPr>
        <p:spPr>
          <a:xfrm>
            <a:off x="4991099" y="1120081"/>
            <a:ext cx="6477000" cy="6347519"/>
          </a:xfrm>
          <a:prstGeom prst="rect">
            <a:avLst/>
          </a:prstGeom>
          <a:noFill/>
        </p:spPr>
        <p:txBody>
          <a:bodyPr wrap="square" rtlCol="0">
            <a:normAutofit/>
          </a:bodyPr>
          <a:lstStyle/>
          <a:p>
            <a:pPr marL="342900" indent="-342900">
              <a:buFont typeface="Arial" panose="020B0604020202020204" pitchFamily="34" charset="0"/>
              <a:buChar char="•"/>
            </a:pPr>
            <a:r>
              <a:rPr sz="2025" b="0" dirty="0">
                <a:solidFill>
                  <a:srgbClr val="000000"/>
                </a:solidFill>
                <a:effectLst/>
                <a:latin typeface="Avenir"/>
              </a:rPr>
              <a:t> </a:t>
            </a:r>
            <a:r>
              <a:rPr lang="pl-PL" b="0" dirty="0" err="1">
                <a:solidFill>
                  <a:srgbClr val="000000"/>
                </a:solidFill>
                <a:effectLst/>
                <a:latin typeface="Times New Roman" panose="02020603050405020304" pitchFamily="18" charset="0"/>
                <a:cs typeface="Times New Roman" panose="02020603050405020304" pitchFamily="18" charset="0"/>
              </a:rPr>
              <a:t>Enlish</a:t>
            </a:r>
            <a:r>
              <a:rPr lang="pl-PL" b="0" dirty="0">
                <a:solidFill>
                  <a:srgbClr val="000000"/>
                </a:solidFill>
                <a:effectLst/>
                <a:latin typeface="Times New Roman" panose="02020603050405020304" pitchFamily="18" charset="0"/>
                <a:cs typeface="Times New Roman" panose="02020603050405020304" pitchFamily="18" charset="0"/>
              </a:rPr>
              <a:t> for </a:t>
            </a:r>
            <a:r>
              <a:rPr lang="pl-PL" dirty="0" err="1">
                <a:solidFill>
                  <a:srgbClr val="000000"/>
                </a:solidFill>
                <a:latin typeface="Times New Roman" panose="02020603050405020304" pitchFamily="18" charset="0"/>
                <a:cs typeface="Times New Roman" panose="02020603050405020304" pitchFamily="18" charset="0"/>
              </a:rPr>
              <a:t>Civil</a:t>
            </a:r>
            <a:r>
              <a:rPr lang="pl-PL" dirty="0">
                <a:solidFill>
                  <a:srgbClr val="000000"/>
                </a:solidFill>
                <a:latin typeface="Times New Roman" panose="02020603050405020304" pitchFamily="18" charset="0"/>
                <a:cs typeface="Times New Roman" panose="02020603050405020304" pitchFamily="18" charset="0"/>
              </a:rPr>
              <a:t> Engineering – Paweł Lewandowski , LED</a:t>
            </a:r>
          </a:p>
          <a:p>
            <a:endParaRPr lang="pl-PL" dirty="0">
              <a:solidFill>
                <a:srgbClr val="00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pl-PL" dirty="0">
                <a:solidFill>
                  <a:srgbClr val="000000"/>
                </a:solidFill>
                <a:latin typeface="Times New Roman" panose="02020603050405020304" pitchFamily="18" charset="0"/>
                <a:cs typeface="Times New Roman" panose="02020603050405020304" pitchFamily="18" charset="0"/>
              </a:rPr>
              <a:t>English for </a:t>
            </a:r>
            <a:r>
              <a:rPr lang="pl-PL" dirty="0" err="1">
                <a:solidFill>
                  <a:srgbClr val="000000"/>
                </a:solidFill>
                <a:latin typeface="Times New Roman" panose="02020603050405020304" pitchFamily="18" charset="0"/>
                <a:cs typeface="Times New Roman" panose="02020603050405020304" pitchFamily="18" charset="0"/>
              </a:rPr>
              <a:t>Emails</a:t>
            </a:r>
            <a:r>
              <a:rPr lang="pl-PL" dirty="0">
                <a:solidFill>
                  <a:srgbClr val="000000"/>
                </a:solidFill>
                <a:latin typeface="Times New Roman" panose="02020603050405020304" pitchFamily="18" charset="0"/>
                <a:cs typeface="Times New Roman" panose="02020603050405020304" pitchFamily="18" charset="0"/>
              </a:rPr>
              <a:t> – </a:t>
            </a:r>
            <a:r>
              <a:rPr lang="pl-PL" dirty="0" err="1">
                <a:solidFill>
                  <a:srgbClr val="000000"/>
                </a:solidFill>
                <a:latin typeface="Times New Roman" panose="02020603050405020304" pitchFamily="18" charset="0"/>
                <a:cs typeface="Times New Roman" panose="02020603050405020304" pitchFamily="18" charset="0"/>
              </a:rPr>
              <a:t>Rebecca</a:t>
            </a:r>
            <a:r>
              <a:rPr lang="pl-PL" dirty="0">
                <a:solidFill>
                  <a:srgbClr val="000000"/>
                </a:solidFill>
                <a:latin typeface="Times New Roman" panose="02020603050405020304" pitchFamily="18" charset="0"/>
                <a:cs typeface="Times New Roman" panose="02020603050405020304" pitchFamily="18" charset="0"/>
              </a:rPr>
              <a:t> Chapman, Oxford </a:t>
            </a:r>
          </a:p>
          <a:p>
            <a:endParaRPr lang="pl-PL" dirty="0">
              <a:solidFill>
                <a:srgbClr val="000000"/>
              </a:solidFill>
              <a:latin typeface="Times New Roman" panose="02020603050405020304" pitchFamily="18" charset="0"/>
              <a:cs typeface="Times New Roman" panose="02020603050405020304" pitchFamily="18" charset="0"/>
            </a:endParaRPr>
          </a:p>
          <a:p>
            <a:endParaRPr lang="pl-PL" dirty="0">
              <a:latin typeface="Avenir"/>
            </a:endParaRPr>
          </a:p>
        </p:txBody>
      </p:sp>
    </p:spTree>
    <p:extLst>
      <p:ext uri="{BB962C8B-B14F-4D97-AF65-F5344CB8AC3E}">
        <p14:creationId xmlns:p14="http://schemas.microsoft.com/office/powerpoint/2010/main" val="848350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Symbol zastępczy zawartości 5">
            <a:extLst>
              <a:ext uri="{FF2B5EF4-FFF2-40B4-BE49-F238E27FC236}">
                <a16:creationId xmlns:a16="http://schemas.microsoft.com/office/drawing/2014/main" id="{9D930A75-D949-41FD-8C58-8BEA59CC977D}"/>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Symbol zastępczy zawartości 3">
            <a:extLst>
              <a:ext uri="{FF2B5EF4-FFF2-40B4-BE49-F238E27FC236}">
                <a16:creationId xmlns:a16="http://schemas.microsoft.com/office/drawing/2014/main" id="{836F07B5-0955-17FE-2371-80DD24ADA6E1}"/>
              </a:ext>
            </a:extLst>
          </p:cNvPr>
          <p:cNvSpPr>
            <a:spLocks noGrp="1"/>
          </p:cNvSpPr>
          <p:nvPr>
            <p:ph sz="quarter" idx="16"/>
          </p:nvPr>
        </p:nvSpPr>
        <p:spPr>
          <a:xfrm>
            <a:off x="828675" y="581025"/>
            <a:ext cx="10534650" cy="6048375"/>
          </a:xfrm>
        </p:spPr>
        <p:txBody>
          <a:bodyPr>
            <a:normAutofit/>
          </a:bodyPr>
          <a:lstStyle/>
          <a:p>
            <a:pPr marL="0" marR="0" indent="0" algn="l" fontAlgn="b">
              <a:buNone/>
            </a:pPr>
            <a:r>
              <a:rPr lang="pl-PL" sz="2800" dirty="0" err="1">
                <a:solidFill>
                  <a:srgbClr val="000000"/>
                </a:solidFill>
                <a:effectLst/>
                <a:latin typeface="Times New Roman" panose="02020603050405020304" pitchFamily="18" charset="0"/>
                <a:cs typeface="Times New Roman" panose="02020603050405020304" pitchFamily="18" charset="0"/>
              </a:rPr>
              <a:t>Lesson</a:t>
            </a:r>
            <a:r>
              <a:rPr lang="pl-PL" sz="2800" dirty="0">
                <a:solidFill>
                  <a:srgbClr val="000000"/>
                </a:solidFill>
                <a:effectLst/>
                <a:latin typeface="Times New Roman" panose="02020603050405020304" pitchFamily="18" charset="0"/>
                <a:cs typeface="Times New Roman" panose="02020603050405020304" pitchFamily="18" charset="0"/>
              </a:rPr>
              <a:t> 1 and 2 </a:t>
            </a:r>
          </a:p>
          <a:p>
            <a:pPr marL="0" marR="0" indent="0" algn="l" fontAlgn="b">
              <a:buNone/>
            </a:pPr>
            <a:r>
              <a:rPr sz="2800" dirty="0">
                <a:solidFill>
                  <a:srgbClr val="000000"/>
                </a:solidFill>
                <a:effectLst/>
                <a:latin typeface="Times New Roman" panose="02020603050405020304" pitchFamily="18" charset="0"/>
                <a:cs typeface="Times New Roman" panose="02020603050405020304" pitchFamily="18" charset="0"/>
              </a:rPr>
              <a:t>Foundational Measurements </a:t>
            </a:r>
            <a:endParaRPr lang="pl-PL" sz="2800" dirty="0">
              <a:solidFill>
                <a:srgbClr val="000000"/>
              </a:solidFill>
              <a:effectLst/>
              <a:latin typeface="Times New Roman" panose="02020603050405020304" pitchFamily="18" charset="0"/>
              <a:cs typeface="Times New Roman" panose="02020603050405020304" pitchFamily="18" charset="0"/>
            </a:endParaRPr>
          </a:p>
          <a:p>
            <a:pPr marL="0" marR="0" indent="0" algn="l" fontAlgn="b">
              <a:buNone/>
            </a:pPr>
            <a:r>
              <a:rPr lang="pl-PL" sz="2800" dirty="0" err="1">
                <a:latin typeface="Times New Roman" panose="02020603050405020304" pitchFamily="18" charset="0"/>
                <a:cs typeface="Times New Roman" panose="02020603050405020304" pitchFamily="18" charset="0"/>
              </a:rPr>
              <a:t>Objectives</a:t>
            </a:r>
            <a:r>
              <a:rPr lang="pl-PL" sz="2800" dirty="0">
                <a:latin typeface="Times New Roman" panose="02020603050405020304" pitchFamily="18" charset="0"/>
                <a:cs typeface="Times New Roman" panose="02020603050405020304" pitchFamily="18" charset="0"/>
              </a:rPr>
              <a:t>: </a:t>
            </a:r>
            <a:r>
              <a:rPr lang="pl-PL" sz="2800" dirty="0" err="1">
                <a:solidFill>
                  <a:srgbClr val="000000"/>
                </a:solidFill>
                <a:latin typeface="Times New Roman" panose="02020603050405020304" pitchFamily="18" charset="0"/>
                <a:cs typeface="Times New Roman" panose="02020603050405020304" pitchFamily="18" charset="0"/>
              </a:rPr>
              <a:t>Understanding</a:t>
            </a:r>
            <a:r>
              <a:rPr lang="pl-PL" sz="2800" dirty="0">
                <a:solidFill>
                  <a:srgbClr val="000000"/>
                </a:solidFill>
                <a:latin typeface="Times New Roman" panose="02020603050405020304" pitchFamily="18" charset="0"/>
                <a:cs typeface="Times New Roman" panose="02020603050405020304" pitchFamily="18" charset="0"/>
              </a:rPr>
              <a:t> Basic </a:t>
            </a:r>
            <a:r>
              <a:rPr lang="pl-PL" sz="2800" dirty="0" err="1">
                <a:solidFill>
                  <a:srgbClr val="000000"/>
                </a:solidFill>
                <a:latin typeface="Times New Roman" panose="02020603050405020304" pitchFamily="18" charset="0"/>
                <a:cs typeface="Times New Roman" panose="02020603050405020304" pitchFamily="18" charset="0"/>
              </a:rPr>
              <a:t>Measurements</a:t>
            </a:r>
            <a:r>
              <a:rPr lang="pl-PL" sz="2800" dirty="0">
                <a:latin typeface="Times New Roman" panose="02020603050405020304" pitchFamily="18" charset="0"/>
                <a:cs typeface="Times New Roman" panose="02020603050405020304" pitchFamily="18" charset="0"/>
              </a:rPr>
              <a:t> </a:t>
            </a:r>
          </a:p>
          <a:p>
            <a:pPr marL="0" indent="0" fontAlgn="b">
              <a:buNone/>
            </a:pPr>
            <a:endParaRPr lang="pl-PL" sz="2800" dirty="0">
              <a:latin typeface="Times New Roman" panose="02020603050405020304" pitchFamily="18" charset="0"/>
              <a:cs typeface="Times New Roman" panose="02020603050405020304" pitchFamily="18" charset="0"/>
            </a:endParaRPr>
          </a:p>
          <a:p>
            <a:pPr marL="0" indent="0" fontAlgn="b">
              <a:buNone/>
            </a:pPr>
            <a:endParaRPr lang="pl-PL" sz="2800" dirty="0">
              <a:latin typeface="Times New Roman" panose="02020603050405020304" pitchFamily="18" charset="0"/>
              <a:cs typeface="Times New Roman" panose="02020603050405020304" pitchFamily="18" charset="0"/>
            </a:endParaRPr>
          </a:p>
          <a:p>
            <a:pPr marL="0" indent="0" fontAlgn="b">
              <a:buNone/>
            </a:pPr>
            <a:endParaRPr lang="pl-PL" sz="2800" dirty="0">
              <a:latin typeface="Times New Roman" panose="02020603050405020304" pitchFamily="18" charset="0"/>
              <a:cs typeface="Times New Roman" panose="02020603050405020304" pitchFamily="18" charset="0"/>
            </a:endParaRPr>
          </a:p>
          <a:p>
            <a:pPr marL="0" indent="0" fontAlgn="b">
              <a:buNone/>
            </a:pPr>
            <a:r>
              <a:rPr lang="pl-PL" sz="2800" dirty="0" err="1">
                <a:latin typeface="Times New Roman" panose="02020603050405020304" pitchFamily="18" charset="0"/>
                <a:cs typeface="Times New Roman" panose="02020603050405020304" pitchFamily="18" charset="0"/>
              </a:rPr>
              <a:t>Lesson</a:t>
            </a:r>
            <a:r>
              <a:rPr lang="pl-PL" sz="2800" dirty="0">
                <a:latin typeface="Times New Roman" panose="02020603050405020304" pitchFamily="18" charset="0"/>
                <a:cs typeface="Times New Roman" panose="02020603050405020304" pitchFamily="18" charset="0"/>
              </a:rPr>
              <a:t> 3 </a:t>
            </a:r>
          </a:p>
          <a:p>
            <a:pPr marL="0" indent="0" fontAlgn="b">
              <a:buNone/>
            </a:pPr>
            <a:r>
              <a:rPr lang="pl-PL" sz="2800" dirty="0" err="1">
                <a:solidFill>
                  <a:srgbClr val="000000"/>
                </a:solidFill>
                <a:latin typeface="Times New Roman" panose="02020603050405020304" pitchFamily="18" charset="0"/>
                <a:cs typeface="Times New Roman" panose="02020603050405020304" pitchFamily="18" charset="0"/>
              </a:rPr>
              <a:t>Introduction</a:t>
            </a:r>
            <a:r>
              <a:rPr lang="pl-PL" sz="2800" dirty="0">
                <a:solidFill>
                  <a:srgbClr val="000000"/>
                </a:solidFill>
                <a:latin typeface="Times New Roman" panose="02020603050405020304" pitchFamily="18" charset="0"/>
                <a:cs typeface="Times New Roman" panose="02020603050405020304" pitchFamily="18" charset="0"/>
              </a:rPr>
              <a:t> to </a:t>
            </a:r>
            <a:r>
              <a:rPr lang="pl-PL" sz="2800" dirty="0" err="1">
                <a:solidFill>
                  <a:srgbClr val="000000"/>
                </a:solidFill>
                <a:latin typeface="Times New Roman" panose="02020603050405020304" pitchFamily="18" charset="0"/>
                <a:cs typeface="Times New Roman" panose="02020603050405020304" pitchFamily="18" charset="0"/>
              </a:rPr>
              <a:t>Emails</a:t>
            </a:r>
            <a:r>
              <a:rPr lang="pl-PL" sz="2800" dirty="0">
                <a:solidFill>
                  <a:srgbClr val="000000"/>
                </a:solidFill>
                <a:latin typeface="Times New Roman" panose="02020603050405020304" pitchFamily="18" charset="0"/>
                <a:cs typeface="Times New Roman" panose="02020603050405020304" pitchFamily="18" charset="0"/>
              </a:rPr>
              <a:t>: </a:t>
            </a:r>
            <a:r>
              <a:rPr lang="pl-PL" sz="2800" dirty="0" err="1">
                <a:solidFill>
                  <a:srgbClr val="000000"/>
                </a:solidFill>
                <a:latin typeface="Times New Roman" panose="02020603050405020304" pitchFamily="18" charset="0"/>
                <a:cs typeface="Times New Roman" panose="02020603050405020304" pitchFamily="18" charset="0"/>
              </a:rPr>
              <a:t>Structure</a:t>
            </a:r>
            <a:r>
              <a:rPr lang="pl-PL" sz="2800" dirty="0">
                <a:solidFill>
                  <a:srgbClr val="000000"/>
                </a:solidFill>
                <a:latin typeface="Times New Roman" panose="02020603050405020304" pitchFamily="18" charset="0"/>
                <a:cs typeface="Times New Roman" panose="02020603050405020304" pitchFamily="18" charset="0"/>
              </a:rPr>
              <a:t>, Tone, and </a:t>
            </a:r>
            <a:r>
              <a:rPr lang="pl-PL" sz="2800" dirty="0" err="1">
                <a:solidFill>
                  <a:srgbClr val="000000"/>
                </a:solidFill>
                <a:latin typeface="Times New Roman" panose="02020603050405020304" pitchFamily="18" charset="0"/>
                <a:cs typeface="Times New Roman" panose="02020603050405020304" pitchFamily="18" charset="0"/>
              </a:rPr>
              <a:t>Etiquette</a:t>
            </a:r>
            <a:r>
              <a:rPr lang="pl-PL" sz="2800" dirty="0">
                <a:latin typeface="Times New Roman" panose="02020603050405020304" pitchFamily="18" charset="0"/>
                <a:cs typeface="Times New Roman" panose="02020603050405020304" pitchFamily="18" charset="0"/>
              </a:rPr>
              <a:t> </a:t>
            </a:r>
          </a:p>
          <a:p>
            <a:pPr marL="0" indent="0" fontAlgn="b">
              <a:buNone/>
            </a:pPr>
            <a:r>
              <a:rPr lang="pl-PL" sz="2800" dirty="0" err="1">
                <a:latin typeface="Times New Roman" panose="02020603050405020304" pitchFamily="18" charset="0"/>
                <a:cs typeface="Times New Roman" panose="02020603050405020304" pitchFamily="18" charset="0"/>
              </a:rPr>
              <a:t>Objectives</a:t>
            </a:r>
            <a:r>
              <a:rPr lang="pl-PL" sz="2800" dirty="0">
                <a:latin typeface="Times New Roman" panose="02020603050405020304" pitchFamily="18" charset="0"/>
                <a:cs typeface="Times New Roman" panose="02020603050405020304" pitchFamily="18" charset="0"/>
              </a:rPr>
              <a:t>: </a:t>
            </a:r>
            <a:r>
              <a:rPr lang="en-US" sz="2800" dirty="0">
                <a:solidFill>
                  <a:srgbClr val="000000"/>
                </a:solidFill>
                <a:latin typeface="Times New Roman" panose="02020603050405020304" pitchFamily="18" charset="0"/>
                <a:cs typeface="Times New Roman" panose="02020603050405020304" pitchFamily="18" charset="0"/>
              </a:rPr>
              <a:t>Respect </a:t>
            </a:r>
            <a:r>
              <a:rPr lang="pl-PL" sz="2800" dirty="0">
                <a:solidFill>
                  <a:srgbClr val="000000"/>
                </a:solidFill>
                <a:latin typeface="Times New Roman" panose="02020603050405020304" pitchFamily="18" charset="0"/>
                <a:cs typeface="Times New Roman" panose="02020603050405020304" pitchFamily="18" charset="0"/>
              </a:rPr>
              <a:t>C</a:t>
            </a:r>
            <a:r>
              <a:rPr lang="en-US" sz="2800" dirty="0" err="1">
                <a:solidFill>
                  <a:srgbClr val="000000"/>
                </a:solidFill>
                <a:latin typeface="Times New Roman" panose="02020603050405020304" pitchFamily="18" charset="0"/>
                <a:cs typeface="Times New Roman" panose="02020603050405020304" pitchFamily="18" charset="0"/>
              </a:rPr>
              <a:t>ultural</a:t>
            </a:r>
            <a:r>
              <a:rPr lang="en-US" sz="2800" dirty="0">
                <a:solidFill>
                  <a:srgbClr val="000000"/>
                </a:solidFill>
                <a:latin typeface="Times New Roman" panose="02020603050405020304" pitchFamily="18" charset="0"/>
                <a:cs typeface="Times New Roman" panose="02020603050405020304" pitchFamily="18" charset="0"/>
              </a:rPr>
              <a:t> </a:t>
            </a:r>
            <a:r>
              <a:rPr lang="pl-PL" sz="2800" dirty="0">
                <a:solidFill>
                  <a:srgbClr val="000000"/>
                </a:solidFill>
                <a:latin typeface="Times New Roman" panose="02020603050405020304" pitchFamily="18" charset="0"/>
                <a:cs typeface="Times New Roman" panose="02020603050405020304" pitchFamily="18" charset="0"/>
              </a:rPr>
              <a:t>D</a:t>
            </a:r>
            <a:r>
              <a:rPr lang="en-US" sz="2800" dirty="0" err="1">
                <a:solidFill>
                  <a:srgbClr val="000000"/>
                </a:solidFill>
                <a:latin typeface="Times New Roman" panose="02020603050405020304" pitchFamily="18" charset="0"/>
                <a:cs typeface="Times New Roman" panose="02020603050405020304" pitchFamily="18" charset="0"/>
              </a:rPr>
              <a:t>ifferences</a:t>
            </a:r>
            <a:r>
              <a:rPr lang="en-US" sz="2800" dirty="0">
                <a:solidFill>
                  <a:srgbClr val="000000"/>
                </a:solidFill>
                <a:latin typeface="Times New Roman" panose="02020603050405020304" pitchFamily="18" charset="0"/>
                <a:cs typeface="Times New Roman" panose="02020603050405020304" pitchFamily="18" charset="0"/>
              </a:rPr>
              <a:t> to </a:t>
            </a:r>
            <a:r>
              <a:rPr lang="pl-PL" sz="2800" dirty="0">
                <a:solidFill>
                  <a:srgbClr val="000000"/>
                </a:solidFill>
                <a:latin typeface="Times New Roman" panose="02020603050405020304" pitchFamily="18" charset="0"/>
                <a:cs typeface="Times New Roman" panose="02020603050405020304" pitchFamily="18" charset="0"/>
              </a:rPr>
              <a:t>A</a:t>
            </a:r>
            <a:r>
              <a:rPr lang="en-US" sz="2800" dirty="0">
                <a:solidFill>
                  <a:srgbClr val="000000"/>
                </a:solidFill>
                <a:latin typeface="Times New Roman" panose="02020603050405020304" pitchFamily="18" charset="0"/>
                <a:cs typeface="Times New Roman" panose="02020603050405020304" pitchFamily="18" charset="0"/>
              </a:rPr>
              <a:t>void </a:t>
            </a:r>
            <a:r>
              <a:rPr lang="pl-PL" sz="2800" dirty="0">
                <a:solidFill>
                  <a:srgbClr val="000000"/>
                </a:solidFill>
                <a:latin typeface="Times New Roman" panose="02020603050405020304" pitchFamily="18" charset="0"/>
                <a:cs typeface="Times New Roman" panose="02020603050405020304" pitchFamily="18" charset="0"/>
              </a:rPr>
              <a:t>M</a:t>
            </a:r>
            <a:r>
              <a:rPr lang="en-US" sz="2800" dirty="0" err="1">
                <a:solidFill>
                  <a:srgbClr val="000000"/>
                </a:solidFill>
                <a:latin typeface="Times New Roman" panose="02020603050405020304" pitchFamily="18" charset="0"/>
                <a:cs typeface="Times New Roman" panose="02020603050405020304" pitchFamily="18" charset="0"/>
              </a:rPr>
              <a:t>isunderstandings</a:t>
            </a:r>
            <a:r>
              <a:rPr lang="en-US" sz="2800" dirty="0">
                <a:latin typeface="Times New Roman" panose="02020603050405020304" pitchFamily="18" charset="0"/>
                <a:cs typeface="Times New Roman" panose="02020603050405020304" pitchFamily="18" charset="0"/>
              </a:rPr>
              <a:t> </a:t>
            </a:r>
          </a:p>
          <a:p>
            <a:pPr marL="0" indent="0" fontAlgn="b">
              <a:buNone/>
            </a:pPr>
            <a:endParaRPr lang="pl-PL" sz="2800" dirty="0">
              <a:latin typeface="Times New Roman" panose="02020603050405020304" pitchFamily="18" charset="0"/>
              <a:cs typeface="Times New Roman" panose="02020603050405020304" pitchFamily="18" charset="0"/>
            </a:endParaRPr>
          </a:p>
          <a:p>
            <a:pPr marL="0" indent="0" fontAlgn="b">
              <a:buNone/>
            </a:pPr>
            <a:endParaRPr lang="pl-PL" sz="2800" dirty="0">
              <a:latin typeface="Times New Roman" panose="02020603050405020304" pitchFamily="18" charset="0"/>
              <a:cs typeface="Times New Roman" panose="02020603050405020304" pitchFamily="18" charset="0"/>
            </a:endParaRPr>
          </a:p>
          <a:p>
            <a:pPr marL="0" marR="0" indent="0" algn="l" fontAlgn="b">
              <a:buNone/>
            </a:pPr>
            <a:endParaRPr lang="pl-PL" sz="2800" dirty="0">
              <a:latin typeface="Times New Roman" panose="02020603050405020304" pitchFamily="18" charset="0"/>
              <a:cs typeface="Times New Roman" panose="02020603050405020304" pitchFamily="18" charset="0"/>
            </a:endParaRPr>
          </a:p>
          <a:p>
            <a:pPr marL="0" marR="0" indent="0" algn="l" fontAlgn="b">
              <a:buNone/>
            </a:pPr>
            <a:endParaRPr lang="pl-PL" sz="2800" dirty="0">
              <a:latin typeface="Times New Roman" panose="02020603050405020304" pitchFamily="18" charset="0"/>
              <a:cs typeface="Times New Roman" panose="02020603050405020304" pitchFamily="18" charset="0"/>
            </a:endParaRPr>
          </a:p>
        </p:txBody>
      </p:sp>
      <p:sp>
        <p:nvSpPr>
          <p:cNvPr id="5" name="Symbol zastępczy numeru slajdu 4">
            <a:extLst>
              <a:ext uri="{FF2B5EF4-FFF2-40B4-BE49-F238E27FC236}">
                <a16:creationId xmlns:a16="http://schemas.microsoft.com/office/drawing/2014/main" id="{512001A7-49ED-ABD1-C92A-6305E4518D5E}"/>
              </a:ext>
            </a:extLst>
          </p:cNvPr>
          <p:cNvSpPr>
            <a:spLocks noGrp="1"/>
          </p:cNvSpPr>
          <p:nvPr>
            <p:ph type="sldNum" sz="quarter" idx="12"/>
          </p:nvPr>
        </p:nvSpPr>
        <p:spPr/>
        <p:txBody>
          <a:bodyPr/>
          <a:lstStyle/>
          <a:p>
            <a:pPr rtl="0"/>
            <a:fld id="{AEAA3239-9EA4-4A65-A281-97F994456D9F}" type="slidenum">
              <a:rPr lang="en-US" smtClean="0"/>
              <a:t>3</a:t>
            </a:fld>
            <a:endParaRPr lang="en-US" dirty="0"/>
          </a:p>
        </p:txBody>
      </p:sp>
    </p:spTree>
    <p:extLst>
      <p:ext uri="{BB962C8B-B14F-4D97-AF65-F5344CB8AC3E}">
        <p14:creationId xmlns:p14="http://schemas.microsoft.com/office/powerpoint/2010/main" val="41551192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Symbol zastępczy zawartości 5">
            <a:extLst>
              <a:ext uri="{FF2B5EF4-FFF2-40B4-BE49-F238E27FC236}">
                <a16:creationId xmlns:a16="http://schemas.microsoft.com/office/drawing/2014/main" id="{695271CE-C06F-46D1-A283-80E8CFB4D87A}"/>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Symbol zastępczy zawartości 3">
            <a:extLst>
              <a:ext uri="{FF2B5EF4-FFF2-40B4-BE49-F238E27FC236}">
                <a16:creationId xmlns:a16="http://schemas.microsoft.com/office/drawing/2014/main" id="{5D4E2AF7-647F-959B-5590-727132478A79}"/>
              </a:ext>
            </a:extLst>
          </p:cNvPr>
          <p:cNvSpPr>
            <a:spLocks noGrp="1"/>
          </p:cNvSpPr>
          <p:nvPr>
            <p:ph sz="quarter" idx="16"/>
          </p:nvPr>
        </p:nvSpPr>
        <p:spPr>
          <a:xfrm>
            <a:off x="229960" y="429985"/>
            <a:ext cx="10534650" cy="5372504"/>
          </a:xfrm>
        </p:spPr>
        <p:txBody>
          <a:bodyPr>
            <a:normAutofit/>
          </a:bodyPr>
          <a:lstStyle/>
          <a:p>
            <a:pPr marL="0" marR="0" indent="0" algn="l" fontAlgn="b">
              <a:buNone/>
            </a:pPr>
            <a:r>
              <a:rPr lang="pl-PL" sz="2800" dirty="0" err="1">
                <a:solidFill>
                  <a:srgbClr val="000000"/>
                </a:solidFill>
                <a:effectLst/>
                <a:latin typeface="Times New Roman" panose="02020603050405020304" pitchFamily="18" charset="0"/>
                <a:cs typeface="Times New Roman" panose="02020603050405020304" pitchFamily="18" charset="0"/>
              </a:rPr>
              <a:t>Lesson</a:t>
            </a:r>
            <a:r>
              <a:rPr lang="pl-PL" sz="2800" dirty="0">
                <a:solidFill>
                  <a:srgbClr val="000000"/>
                </a:solidFill>
                <a:effectLst/>
                <a:latin typeface="Times New Roman" panose="02020603050405020304" pitchFamily="18" charset="0"/>
                <a:cs typeface="Times New Roman" panose="02020603050405020304" pitchFamily="18" charset="0"/>
              </a:rPr>
              <a:t> 4 and 5 </a:t>
            </a:r>
          </a:p>
          <a:p>
            <a:pPr marL="0" indent="0" fontAlgn="b">
              <a:buNone/>
            </a:pPr>
            <a:r>
              <a:rPr sz="2800" dirty="0">
                <a:solidFill>
                  <a:srgbClr val="000000"/>
                </a:solidFill>
                <a:effectLst/>
                <a:latin typeface="Times New Roman" panose="02020603050405020304" pitchFamily="18" charset="0"/>
                <a:cs typeface="Times New Roman" panose="02020603050405020304" pitchFamily="18" charset="0"/>
              </a:rPr>
              <a:t>Construction Drawings </a:t>
            </a:r>
            <a:endParaRPr lang="pl-PL" sz="2800" dirty="0">
              <a:solidFill>
                <a:srgbClr val="000000"/>
              </a:solidFill>
              <a:effectLst/>
              <a:latin typeface="Times New Roman" panose="02020603050405020304" pitchFamily="18" charset="0"/>
              <a:cs typeface="Times New Roman" panose="02020603050405020304" pitchFamily="18" charset="0"/>
            </a:endParaRPr>
          </a:p>
          <a:p>
            <a:pPr marL="0" marR="0" indent="0" algn="l" fontAlgn="b">
              <a:buNone/>
            </a:pPr>
            <a:r>
              <a:rPr lang="pl-PL" sz="2800" dirty="0" err="1">
                <a:solidFill>
                  <a:srgbClr val="000000"/>
                </a:solidFill>
                <a:latin typeface="Times New Roman" panose="02020603050405020304" pitchFamily="18" charset="0"/>
                <a:cs typeface="Times New Roman" panose="02020603050405020304" pitchFamily="18" charset="0"/>
              </a:rPr>
              <a:t>Objectives</a:t>
            </a:r>
            <a:r>
              <a:rPr lang="pl-PL" sz="2800" dirty="0">
                <a:solidFill>
                  <a:srgbClr val="000000"/>
                </a:solidFill>
                <a:latin typeface="Times New Roman" panose="02020603050405020304" pitchFamily="18" charset="0"/>
                <a:cs typeface="Times New Roman" panose="02020603050405020304" pitchFamily="18" charset="0"/>
              </a:rPr>
              <a:t>: </a:t>
            </a:r>
          </a:p>
          <a:p>
            <a:pPr marL="0" indent="0" fontAlgn="b">
              <a:buNone/>
            </a:pPr>
            <a:r>
              <a:rPr lang="en-US" sz="2800" dirty="0">
                <a:solidFill>
                  <a:srgbClr val="000000"/>
                </a:solidFill>
                <a:latin typeface="Mongolian Baiti" panose="03000500000000000000" pitchFamily="66" charset="0"/>
              </a:rPr>
              <a:t>Interpreting Construction Drawings and Daily Scheduling</a:t>
            </a:r>
            <a:r>
              <a:rPr lang="en-US" sz="2800" dirty="0"/>
              <a:t> </a:t>
            </a:r>
          </a:p>
          <a:p>
            <a:pPr marL="0" marR="0" indent="0" algn="l" fontAlgn="b">
              <a:buNone/>
            </a:pPr>
            <a:endParaRPr lang="pl-PL" sz="2800" dirty="0">
              <a:solidFill>
                <a:srgbClr val="000000"/>
              </a:solidFill>
              <a:effectLst/>
              <a:latin typeface="Times New Roman" panose="02020603050405020304" pitchFamily="18" charset="0"/>
              <a:cs typeface="Times New Roman" panose="02020603050405020304" pitchFamily="18" charset="0"/>
            </a:endParaRPr>
          </a:p>
          <a:p>
            <a:pPr marL="0" marR="0" indent="0" algn="l" fontAlgn="b">
              <a:buNone/>
            </a:pPr>
            <a:r>
              <a:rPr lang="pl-PL" sz="2800" dirty="0" err="1">
                <a:solidFill>
                  <a:srgbClr val="000000"/>
                </a:solidFill>
                <a:latin typeface="Times New Roman" panose="02020603050405020304" pitchFamily="18" charset="0"/>
                <a:cs typeface="Times New Roman" panose="02020603050405020304" pitchFamily="18" charset="0"/>
              </a:rPr>
              <a:t>Lesson</a:t>
            </a:r>
            <a:r>
              <a:rPr lang="pl-PL" sz="2800" dirty="0">
                <a:solidFill>
                  <a:srgbClr val="000000"/>
                </a:solidFill>
                <a:latin typeface="Times New Roman" panose="02020603050405020304" pitchFamily="18" charset="0"/>
                <a:cs typeface="Times New Roman" panose="02020603050405020304" pitchFamily="18" charset="0"/>
              </a:rPr>
              <a:t> 6 </a:t>
            </a:r>
          </a:p>
          <a:p>
            <a:pPr marL="0" marR="0" indent="0" algn="l" fontAlgn="b">
              <a:buNone/>
            </a:pPr>
            <a:r>
              <a:rPr sz="2800" dirty="0">
                <a:solidFill>
                  <a:srgbClr val="000000"/>
                </a:solidFill>
                <a:effectLst/>
                <a:latin typeface="Times New Roman" panose="02020603050405020304" pitchFamily="18" charset="0"/>
                <a:cs typeface="Times New Roman" panose="02020603050405020304" pitchFamily="18" charset="0"/>
              </a:rPr>
              <a:t>Email Formalities</a:t>
            </a:r>
            <a:r>
              <a:rPr sz="2800" dirty="0">
                <a:effectLst/>
                <a:latin typeface="Times New Roman" panose="02020603050405020304" pitchFamily="18" charset="0"/>
                <a:cs typeface="Times New Roman" panose="02020603050405020304" pitchFamily="18" charset="0"/>
              </a:rPr>
              <a:t> </a:t>
            </a:r>
            <a:endParaRPr lang="pl-PL" sz="2800" dirty="0">
              <a:effectLst/>
              <a:latin typeface="Times New Roman" panose="02020603050405020304" pitchFamily="18" charset="0"/>
              <a:cs typeface="Times New Roman" panose="02020603050405020304" pitchFamily="18" charset="0"/>
            </a:endParaRPr>
          </a:p>
          <a:p>
            <a:pPr marL="0" marR="0" indent="0" algn="l" fontAlgn="b">
              <a:buNone/>
            </a:pPr>
            <a:r>
              <a:rPr lang="pl-PL" sz="2800" dirty="0" err="1">
                <a:latin typeface="Times New Roman" panose="02020603050405020304" pitchFamily="18" charset="0"/>
                <a:cs typeface="Times New Roman" panose="02020603050405020304" pitchFamily="18" charset="0"/>
              </a:rPr>
              <a:t>Objectives</a:t>
            </a:r>
            <a:r>
              <a:rPr lang="pl-PL" sz="2800" dirty="0">
                <a:latin typeface="Times New Roman" panose="02020603050405020304" pitchFamily="18" charset="0"/>
                <a:cs typeface="Times New Roman" panose="02020603050405020304" pitchFamily="18" charset="0"/>
              </a:rPr>
              <a:t>: </a:t>
            </a:r>
          </a:p>
          <a:p>
            <a:pPr marL="0" indent="0" fontAlgn="b">
              <a:buNone/>
            </a:pPr>
            <a:r>
              <a:rPr lang="en-US" sz="2800" dirty="0">
                <a:solidFill>
                  <a:srgbClr val="000000"/>
                </a:solidFill>
                <a:latin typeface="Mongolian Baiti" panose="03000500000000000000" pitchFamily="66" charset="0"/>
              </a:rPr>
              <a:t>Writing and Responding to Emails</a:t>
            </a:r>
            <a:r>
              <a:rPr lang="pl-PL" sz="2800" dirty="0">
                <a:solidFill>
                  <a:srgbClr val="000000"/>
                </a:solidFill>
                <a:latin typeface="Mongolian Baiti" panose="03000500000000000000" pitchFamily="66" charset="0"/>
              </a:rPr>
              <a:t> in </a:t>
            </a:r>
            <a:r>
              <a:rPr lang="pl-PL" sz="2800" dirty="0" err="1">
                <a:solidFill>
                  <a:srgbClr val="000000"/>
                </a:solidFill>
                <a:latin typeface="Mongolian Baiti" panose="03000500000000000000" pitchFamily="66" charset="0"/>
              </a:rPr>
              <a:t>Practise</a:t>
            </a:r>
            <a:r>
              <a:rPr lang="pl-PL" sz="2800" dirty="0">
                <a:solidFill>
                  <a:srgbClr val="000000"/>
                </a:solidFill>
                <a:latin typeface="Mongolian Baiti" panose="03000500000000000000" pitchFamily="66" charset="0"/>
              </a:rPr>
              <a:t> </a:t>
            </a:r>
            <a:endParaRPr lang="pl-PL" sz="2800" dirty="0">
              <a:latin typeface="Times New Roman" panose="02020603050405020304" pitchFamily="18" charset="0"/>
              <a:cs typeface="Times New Roman" panose="02020603050405020304" pitchFamily="18" charset="0"/>
            </a:endParaRPr>
          </a:p>
        </p:txBody>
      </p:sp>
      <p:sp>
        <p:nvSpPr>
          <p:cNvPr id="5" name="Symbol zastępczy numeru slajdu 4">
            <a:extLst>
              <a:ext uri="{FF2B5EF4-FFF2-40B4-BE49-F238E27FC236}">
                <a16:creationId xmlns:a16="http://schemas.microsoft.com/office/drawing/2014/main" id="{B8504831-6704-57FE-AAD3-7C6BB6B858EE}"/>
              </a:ext>
            </a:extLst>
          </p:cNvPr>
          <p:cNvSpPr>
            <a:spLocks noGrp="1"/>
          </p:cNvSpPr>
          <p:nvPr>
            <p:ph type="sldNum" sz="quarter" idx="12"/>
          </p:nvPr>
        </p:nvSpPr>
        <p:spPr/>
        <p:txBody>
          <a:bodyPr/>
          <a:lstStyle/>
          <a:p>
            <a:pPr rtl="0"/>
            <a:fld id="{AEAA3239-9EA4-4A65-A281-97F994456D9F}" type="slidenum">
              <a:rPr lang="en-US" smtClean="0"/>
              <a:t>4</a:t>
            </a:fld>
            <a:endParaRPr lang="en-US" dirty="0"/>
          </a:p>
        </p:txBody>
      </p:sp>
    </p:spTree>
    <p:extLst>
      <p:ext uri="{BB962C8B-B14F-4D97-AF65-F5344CB8AC3E}">
        <p14:creationId xmlns:p14="http://schemas.microsoft.com/office/powerpoint/2010/main" val="6636678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Symbol zastępczy zawartości 5">
            <a:extLst>
              <a:ext uri="{FF2B5EF4-FFF2-40B4-BE49-F238E27FC236}">
                <a16:creationId xmlns:a16="http://schemas.microsoft.com/office/drawing/2014/main" id="{5A6CA88D-C09D-462F-A343-DCC38B91DE9B}"/>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Symbol zastępczy zawartości 3">
            <a:extLst>
              <a:ext uri="{FF2B5EF4-FFF2-40B4-BE49-F238E27FC236}">
                <a16:creationId xmlns:a16="http://schemas.microsoft.com/office/drawing/2014/main" id="{243AA24A-BC45-289D-D63F-23529A32AF01}"/>
              </a:ext>
            </a:extLst>
          </p:cNvPr>
          <p:cNvSpPr>
            <a:spLocks noGrp="1"/>
          </p:cNvSpPr>
          <p:nvPr>
            <p:ph sz="quarter" idx="16"/>
          </p:nvPr>
        </p:nvSpPr>
        <p:spPr>
          <a:xfrm>
            <a:off x="514350" y="535869"/>
            <a:ext cx="10534650" cy="5864932"/>
          </a:xfrm>
        </p:spPr>
        <p:txBody>
          <a:bodyPr>
            <a:normAutofit lnSpcReduction="10000"/>
          </a:bodyPr>
          <a:lstStyle/>
          <a:p>
            <a:pPr marL="0" marR="0" indent="0" algn="l" fontAlgn="b">
              <a:buNone/>
            </a:pPr>
            <a:r>
              <a:rPr lang="pl-PL" sz="3000" dirty="0" err="1">
                <a:solidFill>
                  <a:srgbClr val="000000"/>
                </a:solidFill>
                <a:effectLst/>
                <a:latin typeface="Times New Roman" panose="02020603050405020304" pitchFamily="18" charset="0"/>
                <a:cs typeface="Times New Roman" panose="02020603050405020304" pitchFamily="18" charset="0"/>
              </a:rPr>
              <a:t>Lesson</a:t>
            </a:r>
            <a:r>
              <a:rPr lang="pl-PL" sz="3000" dirty="0">
                <a:solidFill>
                  <a:srgbClr val="000000"/>
                </a:solidFill>
                <a:effectLst/>
                <a:latin typeface="Times New Roman" panose="02020603050405020304" pitchFamily="18" charset="0"/>
                <a:cs typeface="Times New Roman" panose="02020603050405020304" pitchFamily="18" charset="0"/>
              </a:rPr>
              <a:t> 7 and 8</a:t>
            </a:r>
          </a:p>
          <a:p>
            <a:pPr marL="0" marR="0" indent="0" algn="l" fontAlgn="b">
              <a:buNone/>
            </a:pPr>
            <a:r>
              <a:rPr sz="3000" dirty="0">
                <a:solidFill>
                  <a:srgbClr val="000000"/>
                </a:solidFill>
                <a:effectLst/>
                <a:latin typeface="Times New Roman" panose="02020603050405020304" pitchFamily="18" charset="0"/>
                <a:cs typeface="Times New Roman" panose="02020603050405020304" pitchFamily="18" charset="0"/>
              </a:rPr>
              <a:t>Supervising Construction Activities </a:t>
            </a:r>
            <a:endParaRPr lang="pl-PL" sz="3000" dirty="0">
              <a:solidFill>
                <a:srgbClr val="000000"/>
              </a:solidFill>
              <a:latin typeface="Times New Roman" panose="02020603050405020304" pitchFamily="18" charset="0"/>
              <a:cs typeface="Times New Roman" panose="02020603050405020304" pitchFamily="18" charset="0"/>
            </a:endParaRPr>
          </a:p>
          <a:p>
            <a:pPr marL="0" indent="0" fontAlgn="b">
              <a:buNone/>
            </a:pPr>
            <a:r>
              <a:rPr lang="pl-PL" sz="3000" dirty="0" err="1">
                <a:solidFill>
                  <a:srgbClr val="000000"/>
                </a:solidFill>
                <a:effectLst/>
                <a:latin typeface="Times New Roman" panose="02020603050405020304" pitchFamily="18" charset="0"/>
                <a:cs typeface="Times New Roman" panose="02020603050405020304" pitchFamily="18" charset="0"/>
              </a:rPr>
              <a:t>Objectives</a:t>
            </a:r>
            <a:r>
              <a:rPr lang="pl-PL" sz="3000" dirty="0">
                <a:solidFill>
                  <a:srgbClr val="000000"/>
                </a:solidFill>
                <a:effectLst/>
                <a:latin typeface="Times New Roman" panose="02020603050405020304" pitchFamily="18" charset="0"/>
                <a:cs typeface="Times New Roman" panose="02020603050405020304" pitchFamily="18" charset="0"/>
              </a:rPr>
              <a:t>:</a:t>
            </a:r>
          </a:p>
          <a:p>
            <a:pPr marL="0" indent="0" fontAlgn="b">
              <a:buNone/>
            </a:pPr>
            <a:r>
              <a:rPr lang="en-US" sz="3000" dirty="0">
                <a:solidFill>
                  <a:srgbClr val="000000"/>
                </a:solidFill>
                <a:latin typeface="Times New Roman" panose="02020603050405020304" pitchFamily="18" charset="0"/>
                <a:cs typeface="Times New Roman" panose="02020603050405020304" pitchFamily="18" charset="0"/>
              </a:rPr>
              <a:t>Overview of Core Construction Activities</a:t>
            </a:r>
            <a:r>
              <a:rPr lang="en-US" sz="3000" dirty="0">
                <a:latin typeface="Times New Roman" panose="02020603050405020304" pitchFamily="18" charset="0"/>
                <a:cs typeface="Times New Roman" panose="02020603050405020304" pitchFamily="18" charset="0"/>
              </a:rPr>
              <a:t> </a:t>
            </a:r>
          </a:p>
          <a:p>
            <a:pPr marL="0" marR="0" indent="0" algn="l" fontAlgn="b">
              <a:buNone/>
            </a:pPr>
            <a:endParaRPr lang="pl-PL" sz="3000" dirty="0">
              <a:solidFill>
                <a:srgbClr val="000000"/>
              </a:solidFill>
              <a:effectLst/>
              <a:latin typeface="Times New Roman" panose="02020603050405020304" pitchFamily="18" charset="0"/>
              <a:cs typeface="Times New Roman" panose="02020603050405020304" pitchFamily="18" charset="0"/>
            </a:endParaRPr>
          </a:p>
          <a:p>
            <a:pPr marL="0" marR="0" indent="0" algn="l" fontAlgn="b">
              <a:buNone/>
            </a:pPr>
            <a:r>
              <a:rPr lang="pl-PL" sz="3000" dirty="0" err="1">
                <a:solidFill>
                  <a:srgbClr val="000000"/>
                </a:solidFill>
                <a:latin typeface="Times New Roman" panose="02020603050405020304" pitchFamily="18" charset="0"/>
                <a:cs typeface="Times New Roman" panose="02020603050405020304" pitchFamily="18" charset="0"/>
              </a:rPr>
              <a:t>Lesson</a:t>
            </a:r>
            <a:r>
              <a:rPr lang="pl-PL" sz="3000" dirty="0">
                <a:solidFill>
                  <a:srgbClr val="000000"/>
                </a:solidFill>
                <a:latin typeface="Times New Roman" panose="02020603050405020304" pitchFamily="18" charset="0"/>
                <a:cs typeface="Times New Roman" panose="02020603050405020304" pitchFamily="18" charset="0"/>
              </a:rPr>
              <a:t> 9 </a:t>
            </a:r>
          </a:p>
          <a:p>
            <a:pPr marL="0" marR="0" indent="0" algn="l" fontAlgn="b">
              <a:buNone/>
            </a:pPr>
            <a:r>
              <a:rPr sz="3000" dirty="0">
                <a:solidFill>
                  <a:srgbClr val="000000"/>
                </a:solidFill>
                <a:effectLst/>
                <a:latin typeface="Times New Roman" panose="02020603050405020304" pitchFamily="18" charset="0"/>
                <a:cs typeface="Times New Roman" panose="02020603050405020304" pitchFamily="18" charset="0"/>
              </a:rPr>
              <a:t>Inquiry Correspondence</a:t>
            </a:r>
            <a:r>
              <a:rPr sz="3000" dirty="0">
                <a:effectLst/>
                <a:latin typeface="Times New Roman" panose="02020603050405020304" pitchFamily="18" charset="0"/>
                <a:cs typeface="Times New Roman" panose="02020603050405020304" pitchFamily="18" charset="0"/>
              </a:rPr>
              <a:t> </a:t>
            </a:r>
            <a:endParaRPr lang="pl-PL" sz="3000" dirty="0">
              <a:effectLst/>
              <a:latin typeface="Times New Roman" panose="02020603050405020304" pitchFamily="18" charset="0"/>
              <a:cs typeface="Times New Roman" panose="02020603050405020304" pitchFamily="18" charset="0"/>
            </a:endParaRPr>
          </a:p>
          <a:p>
            <a:pPr marL="0" marR="0" indent="0" algn="l" fontAlgn="b">
              <a:buNone/>
            </a:pPr>
            <a:r>
              <a:rPr lang="pl-PL" sz="3000" dirty="0" err="1">
                <a:latin typeface="Times New Roman" panose="02020603050405020304" pitchFamily="18" charset="0"/>
                <a:cs typeface="Times New Roman" panose="02020603050405020304" pitchFamily="18" charset="0"/>
              </a:rPr>
              <a:t>Objectives</a:t>
            </a:r>
            <a:r>
              <a:rPr lang="pl-PL" sz="3000" dirty="0">
                <a:latin typeface="Times New Roman" panose="02020603050405020304" pitchFamily="18" charset="0"/>
                <a:cs typeface="Times New Roman" panose="02020603050405020304" pitchFamily="18" charset="0"/>
              </a:rPr>
              <a:t>:</a:t>
            </a:r>
          </a:p>
          <a:p>
            <a:pPr marL="0" indent="0" fontAlgn="b">
              <a:buNone/>
            </a:pPr>
            <a:r>
              <a:rPr lang="en-US" sz="3000" dirty="0">
                <a:solidFill>
                  <a:srgbClr val="000000"/>
                </a:solidFill>
                <a:latin typeface="Times New Roman" panose="02020603050405020304" pitchFamily="18" charset="0"/>
                <a:cs typeface="Times New Roman" panose="02020603050405020304" pitchFamily="18" charset="0"/>
              </a:rPr>
              <a:t>Highlighting </a:t>
            </a:r>
            <a:r>
              <a:rPr lang="pl-PL" sz="3000" dirty="0">
                <a:solidFill>
                  <a:srgbClr val="000000"/>
                </a:solidFill>
                <a:latin typeface="Times New Roman" panose="02020603050405020304" pitchFamily="18" charset="0"/>
                <a:cs typeface="Times New Roman" panose="02020603050405020304" pitchFamily="18" charset="0"/>
              </a:rPr>
              <a:t>E</a:t>
            </a:r>
            <a:r>
              <a:rPr lang="en-US" sz="3000" dirty="0" err="1">
                <a:solidFill>
                  <a:srgbClr val="000000"/>
                </a:solidFill>
                <a:latin typeface="Times New Roman" panose="02020603050405020304" pitchFamily="18" charset="0"/>
                <a:cs typeface="Times New Roman" panose="02020603050405020304" pitchFamily="18" charset="0"/>
              </a:rPr>
              <a:t>fficiency</a:t>
            </a:r>
            <a:r>
              <a:rPr lang="en-US" sz="3000" dirty="0">
                <a:solidFill>
                  <a:srgbClr val="000000"/>
                </a:solidFill>
                <a:latin typeface="Times New Roman" panose="02020603050405020304" pitchFamily="18" charset="0"/>
                <a:cs typeface="Times New Roman" panose="02020603050405020304" pitchFamily="18" charset="0"/>
              </a:rPr>
              <a:t> in </a:t>
            </a:r>
            <a:r>
              <a:rPr lang="pl-PL" sz="3000" dirty="0">
                <a:solidFill>
                  <a:srgbClr val="000000"/>
                </a:solidFill>
                <a:latin typeface="Times New Roman" panose="02020603050405020304" pitchFamily="18" charset="0"/>
                <a:cs typeface="Times New Roman" panose="02020603050405020304" pitchFamily="18" charset="0"/>
              </a:rPr>
              <a:t>C</a:t>
            </a:r>
            <a:r>
              <a:rPr lang="en-US" sz="3000" dirty="0" err="1">
                <a:solidFill>
                  <a:srgbClr val="000000"/>
                </a:solidFill>
                <a:latin typeface="Times New Roman" panose="02020603050405020304" pitchFamily="18" charset="0"/>
                <a:cs typeface="Times New Roman" panose="02020603050405020304" pitchFamily="18" charset="0"/>
              </a:rPr>
              <a:t>orrespondence</a:t>
            </a:r>
            <a:r>
              <a:rPr lang="en-US" sz="3000" dirty="0">
                <a:solidFill>
                  <a:srgbClr val="000000"/>
                </a:solidFill>
                <a:latin typeface="Times New Roman" panose="02020603050405020304" pitchFamily="18" charset="0"/>
                <a:cs typeface="Times New Roman" panose="02020603050405020304" pitchFamily="18" charset="0"/>
              </a:rPr>
              <a:t> </a:t>
            </a:r>
            <a:r>
              <a:rPr lang="pl-PL" sz="3000" dirty="0">
                <a:solidFill>
                  <a:srgbClr val="000000"/>
                </a:solidFill>
                <a:latin typeface="Times New Roman" panose="02020603050405020304" pitchFamily="18" charset="0"/>
                <a:cs typeface="Times New Roman" panose="02020603050405020304" pitchFamily="18" charset="0"/>
              </a:rPr>
              <a:t>M</a:t>
            </a:r>
            <a:r>
              <a:rPr lang="en-US" sz="3000" dirty="0" err="1">
                <a:solidFill>
                  <a:srgbClr val="000000"/>
                </a:solidFill>
                <a:latin typeface="Times New Roman" panose="02020603050405020304" pitchFamily="18" charset="0"/>
                <a:cs typeface="Times New Roman" panose="02020603050405020304" pitchFamily="18" charset="0"/>
              </a:rPr>
              <a:t>anagement</a:t>
            </a:r>
            <a:r>
              <a:rPr lang="en-US" sz="3000" dirty="0">
                <a:latin typeface="Times New Roman" panose="02020603050405020304" pitchFamily="18" charset="0"/>
                <a:cs typeface="Times New Roman" panose="02020603050405020304" pitchFamily="18" charset="0"/>
              </a:rPr>
              <a:t> </a:t>
            </a:r>
          </a:p>
          <a:p>
            <a:pPr marL="0" marR="0" indent="0" algn="l" fontAlgn="b">
              <a:buNone/>
            </a:pPr>
            <a:endParaRPr lang="pl-PL" sz="2800" dirty="0">
              <a:latin typeface="Times New Roman" panose="02020603050405020304" pitchFamily="18" charset="0"/>
              <a:cs typeface="Times New Roman" panose="02020603050405020304" pitchFamily="18" charset="0"/>
            </a:endParaRPr>
          </a:p>
          <a:p>
            <a:pPr marL="0" marR="0" indent="0" algn="l" fontAlgn="b">
              <a:buNone/>
            </a:pPr>
            <a:r>
              <a:rPr lang="pl-PL" sz="2800" dirty="0">
                <a:latin typeface="Times New Roman" panose="02020603050405020304" pitchFamily="18" charset="0"/>
                <a:cs typeface="Times New Roman" panose="02020603050405020304" pitchFamily="18" charset="0"/>
              </a:rPr>
              <a:t> </a:t>
            </a:r>
          </a:p>
        </p:txBody>
      </p:sp>
      <p:sp>
        <p:nvSpPr>
          <p:cNvPr id="5" name="Symbol zastępczy numeru slajdu 4">
            <a:extLst>
              <a:ext uri="{FF2B5EF4-FFF2-40B4-BE49-F238E27FC236}">
                <a16:creationId xmlns:a16="http://schemas.microsoft.com/office/drawing/2014/main" id="{0FE9F34F-1E47-7FD1-B93E-CEC6CD5F02B3}"/>
              </a:ext>
            </a:extLst>
          </p:cNvPr>
          <p:cNvSpPr>
            <a:spLocks noGrp="1"/>
          </p:cNvSpPr>
          <p:nvPr>
            <p:ph type="sldNum" sz="quarter" idx="12"/>
          </p:nvPr>
        </p:nvSpPr>
        <p:spPr/>
        <p:txBody>
          <a:bodyPr/>
          <a:lstStyle/>
          <a:p>
            <a:pPr rtl="0"/>
            <a:fld id="{AEAA3239-9EA4-4A65-A281-97F994456D9F}" type="slidenum">
              <a:rPr lang="en-US" smtClean="0"/>
              <a:t>5</a:t>
            </a:fld>
            <a:endParaRPr lang="en-US" dirty="0"/>
          </a:p>
        </p:txBody>
      </p:sp>
    </p:spTree>
    <p:extLst>
      <p:ext uri="{BB962C8B-B14F-4D97-AF65-F5344CB8AC3E}">
        <p14:creationId xmlns:p14="http://schemas.microsoft.com/office/powerpoint/2010/main" val="2664234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Symbol zastępczy zawartości 5">
            <a:extLst>
              <a:ext uri="{FF2B5EF4-FFF2-40B4-BE49-F238E27FC236}">
                <a16:creationId xmlns:a16="http://schemas.microsoft.com/office/drawing/2014/main" id="{18BBDE40-6D78-4954-9012-F58AB317EB19}"/>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Symbol zastępczy zawartości 3">
            <a:extLst>
              <a:ext uri="{FF2B5EF4-FFF2-40B4-BE49-F238E27FC236}">
                <a16:creationId xmlns:a16="http://schemas.microsoft.com/office/drawing/2014/main" id="{D09C4F79-F02D-61D4-4B6E-642D2B31A4F5}"/>
              </a:ext>
            </a:extLst>
          </p:cNvPr>
          <p:cNvSpPr>
            <a:spLocks noGrp="1"/>
          </p:cNvSpPr>
          <p:nvPr>
            <p:ph sz="quarter" idx="16"/>
          </p:nvPr>
        </p:nvSpPr>
        <p:spPr>
          <a:xfrm>
            <a:off x="514350" y="781050"/>
            <a:ext cx="10534650" cy="4838700"/>
          </a:xfrm>
        </p:spPr>
        <p:txBody>
          <a:bodyPr>
            <a:normAutofit lnSpcReduction="10000"/>
          </a:bodyPr>
          <a:lstStyle/>
          <a:p>
            <a:pPr marL="0" marR="0" indent="0" algn="l" fontAlgn="b">
              <a:buNone/>
            </a:pPr>
            <a:r>
              <a:rPr lang="pl-PL" sz="2800" dirty="0" err="1">
                <a:solidFill>
                  <a:srgbClr val="000000"/>
                </a:solidFill>
                <a:effectLst/>
                <a:latin typeface="Times New Roman" panose="02020603050405020304" pitchFamily="18" charset="0"/>
                <a:cs typeface="Times New Roman" panose="02020603050405020304" pitchFamily="18" charset="0"/>
              </a:rPr>
              <a:t>Lesson</a:t>
            </a:r>
            <a:r>
              <a:rPr lang="pl-PL" sz="2800" dirty="0">
                <a:solidFill>
                  <a:srgbClr val="000000"/>
                </a:solidFill>
                <a:effectLst/>
                <a:latin typeface="Times New Roman" panose="02020603050405020304" pitchFamily="18" charset="0"/>
                <a:cs typeface="Times New Roman" panose="02020603050405020304" pitchFamily="18" charset="0"/>
              </a:rPr>
              <a:t> 10 and 11</a:t>
            </a:r>
          </a:p>
          <a:p>
            <a:pPr marL="0" marR="0" indent="0" algn="l" fontAlgn="b">
              <a:buNone/>
            </a:pPr>
            <a:r>
              <a:rPr sz="2800" dirty="0">
                <a:solidFill>
                  <a:srgbClr val="000000"/>
                </a:solidFill>
                <a:effectLst/>
                <a:latin typeface="Times New Roman" panose="02020603050405020304" pitchFamily="18" charset="0"/>
                <a:cs typeface="Times New Roman" panose="02020603050405020304" pitchFamily="18" charset="0"/>
              </a:rPr>
              <a:t>Civil Engineering Professions </a:t>
            </a:r>
            <a:endParaRPr lang="pl-PL" sz="2800" dirty="0">
              <a:solidFill>
                <a:srgbClr val="000000"/>
              </a:solidFill>
              <a:effectLst/>
              <a:latin typeface="Times New Roman" panose="02020603050405020304" pitchFamily="18" charset="0"/>
              <a:cs typeface="Times New Roman" panose="02020603050405020304" pitchFamily="18" charset="0"/>
            </a:endParaRPr>
          </a:p>
          <a:p>
            <a:pPr marL="0" marR="0" indent="0" algn="l" fontAlgn="b">
              <a:buNone/>
            </a:pPr>
            <a:r>
              <a:rPr lang="pl-PL" sz="2800" dirty="0" err="1">
                <a:solidFill>
                  <a:srgbClr val="000000"/>
                </a:solidFill>
                <a:latin typeface="Times New Roman" panose="02020603050405020304" pitchFamily="18" charset="0"/>
                <a:cs typeface="Times New Roman" panose="02020603050405020304" pitchFamily="18" charset="0"/>
              </a:rPr>
              <a:t>Objectives</a:t>
            </a:r>
            <a:r>
              <a:rPr lang="pl-PL" sz="2800" dirty="0">
                <a:solidFill>
                  <a:srgbClr val="000000"/>
                </a:solidFill>
                <a:latin typeface="Times New Roman" panose="02020603050405020304" pitchFamily="18" charset="0"/>
                <a:cs typeface="Times New Roman" panose="02020603050405020304" pitchFamily="18" charset="0"/>
              </a:rPr>
              <a:t>: </a:t>
            </a:r>
          </a:p>
          <a:p>
            <a:pPr marL="0" indent="0" fontAlgn="b">
              <a:buNone/>
            </a:pPr>
            <a:r>
              <a:rPr lang="en-US" sz="2800" dirty="0">
                <a:solidFill>
                  <a:srgbClr val="000000"/>
                </a:solidFill>
                <a:latin typeface="Mongolian Baiti" panose="03000500000000000000" pitchFamily="66" charset="0"/>
              </a:rPr>
              <a:t>Roles Within Construction and Engineering Teams</a:t>
            </a:r>
            <a:r>
              <a:rPr lang="en-US" sz="2800" dirty="0"/>
              <a:t> </a:t>
            </a:r>
          </a:p>
          <a:p>
            <a:pPr marL="0" marR="0" indent="0" algn="l" fontAlgn="b">
              <a:buNone/>
            </a:pPr>
            <a:endParaRPr lang="pl-PL" sz="2800" dirty="0">
              <a:solidFill>
                <a:srgbClr val="000000"/>
              </a:solidFill>
              <a:latin typeface="Times New Roman" panose="02020603050405020304" pitchFamily="18" charset="0"/>
              <a:cs typeface="Times New Roman" panose="02020603050405020304" pitchFamily="18" charset="0"/>
            </a:endParaRPr>
          </a:p>
          <a:p>
            <a:pPr marL="0" marR="0" indent="0" algn="l" fontAlgn="b">
              <a:buNone/>
            </a:pPr>
            <a:r>
              <a:rPr lang="pl-PL" sz="2800" dirty="0" err="1">
                <a:solidFill>
                  <a:srgbClr val="000000"/>
                </a:solidFill>
                <a:effectLst/>
                <a:latin typeface="Times New Roman" panose="02020603050405020304" pitchFamily="18" charset="0"/>
                <a:cs typeface="Times New Roman" panose="02020603050405020304" pitchFamily="18" charset="0"/>
              </a:rPr>
              <a:t>Lesson</a:t>
            </a:r>
            <a:r>
              <a:rPr lang="pl-PL" sz="2800" dirty="0">
                <a:solidFill>
                  <a:srgbClr val="000000"/>
                </a:solidFill>
                <a:effectLst/>
                <a:latin typeface="Times New Roman" panose="02020603050405020304" pitchFamily="18" charset="0"/>
                <a:cs typeface="Times New Roman" panose="02020603050405020304" pitchFamily="18" charset="0"/>
              </a:rPr>
              <a:t> 12 </a:t>
            </a:r>
          </a:p>
          <a:p>
            <a:pPr marL="0" marR="0" indent="0" algn="l" fontAlgn="b">
              <a:buNone/>
            </a:pPr>
            <a:r>
              <a:rPr sz="2800" dirty="0">
                <a:solidFill>
                  <a:srgbClr val="000000"/>
                </a:solidFill>
                <a:effectLst/>
                <a:latin typeface="Times New Roman" panose="02020603050405020304" pitchFamily="18" charset="0"/>
                <a:cs typeface="Times New Roman" panose="02020603050405020304" pitchFamily="18" charset="0"/>
              </a:rPr>
              <a:t>Action-Oriented Communication</a:t>
            </a:r>
            <a:r>
              <a:rPr sz="2800" dirty="0">
                <a:effectLst/>
                <a:latin typeface="Times New Roman" panose="02020603050405020304" pitchFamily="18" charset="0"/>
                <a:cs typeface="Times New Roman" panose="02020603050405020304" pitchFamily="18" charset="0"/>
              </a:rPr>
              <a:t> </a:t>
            </a:r>
            <a:endParaRPr lang="pl-PL" sz="2800" dirty="0">
              <a:effectLst/>
              <a:latin typeface="Times New Roman" panose="02020603050405020304" pitchFamily="18" charset="0"/>
              <a:cs typeface="Times New Roman" panose="02020603050405020304" pitchFamily="18" charset="0"/>
            </a:endParaRPr>
          </a:p>
          <a:p>
            <a:pPr marL="0" marR="0" indent="0" algn="l" fontAlgn="b">
              <a:buNone/>
            </a:pPr>
            <a:r>
              <a:rPr lang="pl-PL" sz="2800" dirty="0" err="1">
                <a:latin typeface="Times New Roman" panose="02020603050405020304" pitchFamily="18" charset="0"/>
                <a:cs typeface="Times New Roman" panose="02020603050405020304" pitchFamily="18" charset="0"/>
              </a:rPr>
              <a:t>Objectives</a:t>
            </a:r>
            <a:r>
              <a:rPr lang="pl-PL" sz="2800" dirty="0">
                <a:latin typeface="Times New Roman" panose="02020603050405020304" pitchFamily="18" charset="0"/>
                <a:cs typeface="Times New Roman" panose="02020603050405020304" pitchFamily="18" charset="0"/>
              </a:rPr>
              <a:t>:</a:t>
            </a:r>
          </a:p>
          <a:p>
            <a:pPr marL="0" indent="0" fontAlgn="b">
              <a:buNone/>
            </a:pPr>
            <a:r>
              <a:rPr lang="en-US" sz="2800" dirty="0">
                <a:solidFill>
                  <a:srgbClr val="000000"/>
                </a:solidFill>
                <a:latin typeface="Mongolian Baiti" panose="03000500000000000000" pitchFamily="66" charset="0"/>
              </a:rPr>
              <a:t>Formulating and Communicating Action Requests</a:t>
            </a:r>
            <a:r>
              <a:rPr lang="en-US" sz="2800" dirty="0"/>
              <a:t> </a:t>
            </a:r>
          </a:p>
          <a:p>
            <a:pPr marL="0" marR="0" indent="0" algn="l" fontAlgn="b">
              <a:buNone/>
            </a:pPr>
            <a:r>
              <a:rPr lang="pl-PL" sz="2800" dirty="0">
                <a:latin typeface="Times New Roman" panose="02020603050405020304" pitchFamily="18" charset="0"/>
                <a:cs typeface="Times New Roman" panose="02020603050405020304" pitchFamily="18" charset="0"/>
              </a:rPr>
              <a:t> </a:t>
            </a:r>
            <a:endParaRPr lang="pl-PL" sz="2800" dirty="0">
              <a:effectLst/>
              <a:latin typeface="Times New Roman" panose="02020603050405020304" pitchFamily="18" charset="0"/>
              <a:cs typeface="Times New Roman" panose="02020603050405020304" pitchFamily="18" charset="0"/>
            </a:endParaRPr>
          </a:p>
        </p:txBody>
      </p:sp>
      <p:sp>
        <p:nvSpPr>
          <p:cNvPr id="5" name="Symbol zastępczy numeru slajdu 4">
            <a:extLst>
              <a:ext uri="{FF2B5EF4-FFF2-40B4-BE49-F238E27FC236}">
                <a16:creationId xmlns:a16="http://schemas.microsoft.com/office/drawing/2014/main" id="{FB8A1223-48FA-8FE9-DF54-073890268C63}"/>
              </a:ext>
            </a:extLst>
          </p:cNvPr>
          <p:cNvSpPr>
            <a:spLocks noGrp="1"/>
          </p:cNvSpPr>
          <p:nvPr>
            <p:ph type="sldNum" sz="quarter" idx="12"/>
          </p:nvPr>
        </p:nvSpPr>
        <p:spPr/>
        <p:txBody>
          <a:bodyPr/>
          <a:lstStyle/>
          <a:p>
            <a:pPr rtl="0"/>
            <a:fld id="{AEAA3239-9EA4-4A65-A281-97F994456D9F}" type="slidenum">
              <a:rPr lang="en-US" smtClean="0"/>
              <a:t>6</a:t>
            </a:fld>
            <a:endParaRPr lang="en-US" dirty="0"/>
          </a:p>
        </p:txBody>
      </p:sp>
    </p:spTree>
    <p:extLst>
      <p:ext uri="{BB962C8B-B14F-4D97-AF65-F5344CB8AC3E}">
        <p14:creationId xmlns:p14="http://schemas.microsoft.com/office/powerpoint/2010/main" val="24153138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C5EDB-E9DC-DE0E-2374-2B89099C57E3}"/>
            </a:ext>
          </a:extLst>
        </p:cNvPr>
        <p:cNvGrpSpPr/>
        <p:nvPr/>
      </p:nvGrpSpPr>
      <p:grpSpPr>
        <a:xfrm>
          <a:off x="0" y="0"/>
          <a:ext cx="0" cy="0"/>
          <a:chOff x="0" y="0"/>
          <a:chExt cx="0" cy="0"/>
        </a:xfrm>
      </p:grpSpPr>
      <p:pic>
        <p:nvPicPr>
          <p:cNvPr id="6" name="Symbol zastępczy zawartości 5">
            <a:extLst>
              <a:ext uri="{FF2B5EF4-FFF2-40B4-BE49-F238E27FC236}">
                <a16:creationId xmlns:a16="http://schemas.microsoft.com/office/drawing/2014/main" id="{A5D5521D-FC92-C91C-8ADF-A640F7B12404}"/>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Symbol zastępczy zawartości 3">
            <a:extLst>
              <a:ext uri="{FF2B5EF4-FFF2-40B4-BE49-F238E27FC236}">
                <a16:creationId xmlns:a16="http://schemas.microsoft.com/office/drawing/2014/main" id="{CE4FAFD4-84AA-BBA9-C4CB-FBFF925168AB}"/>
              </a:ext>
            </a:extLst>
          </p:cNvPr>
          <p:cNvSpPr>
            <a:spLocks noGrp="1"/>
          </p:cNvSpPr>
          <p:nvPr>
            <p:ph sz="quarter" idx="16"/>
          </p:nvPr>
        </p:nvSpPr>
        <p:spPr>
          <a:xfrm>
            <a:off x="275519" y="697440"/>
            <a:ext cx="10534650" cy="4563181"/>
          </a:xfrm>
        </p:spPr>
        <p:txBody>
          <a:bodyPr>
            <a:normAutofit fontScale="40000" lnSpcReduction="20000"/>
          </a:bodyPr>
          <a:lstStyle/>
          <a:p>
            <a:pPr marL="0" marR="0" indent="0" algn="l" fontAlgn="b">
              <a:buNone/>
            </a:pPr>
            <a:r>
              <a:rPr lang="pl-PL" sz="7000" dirty="0" err="1">
                <a:solidFill>
                  <a:srgbClr val="000000"/>
                </a:solidFill>
                <a:effectLst/>
                <a:latin typeface="Times New Roman" panose="02020603050405020304" pitchFamily="18" charset="0"/>
                <a:cs typeface="Times New Roman" panose="02020603050405020304" pitchFamily="18" charset="0"/>
              </a:rPr>
              <a:t>Lesson</a:t>
            </a:r>
            <a:r>
              <a:rPr lang="pl-PL" sz="7000" dirty="0">
                <a:solidFill>
                  <a:srgbClr val="000000"/>
                </a:solidFill>
                <a:effectLst/>
                <a:latin typeface="Times New Roman" panose="02020603050405020304" pitchFamily="18" charset="0"/>
                <a:cs typeface="Times New Roman" panose="02020603050405020304" pitchFamily="18" charset="0"/>
              </a:rPr>
              <a:t> 13 and 14</a:t>
            </a:r>
          </a:p>
          <a:p>
            <a:pPr marL="0" marR="0" indent="0" algn="l" fontAlgn="b">
              <a:buNone/>
            </a:pPr>
            <a:r>
              <a:rPr lang="pl-PL" sz="7000" dirty="0" err="1">
                <a:solidFill>
                  <a:srgbClr val="000000"/>
                </a:solidFill>
                <a:latin typeface="Times New Roman" panose="02020603050405020304" pitchFamily="18" charset="0"/>
                <a:cs typeface="Times New Roman" panose="02020603050405020304" pitchFamily="18" charset="0"/>
              </a:rPr>
              <a:t>Building</a:t>
            </a:r>
            <a:r>
              <a:rPr lang="pl-PL" sz="7000" dirty="0">
                <a:solidFill>
                  <a:srgbClr val="000000"/>
                </a:solidFill>
                <a:latin typeface="Times New Roman" panose="02020603050405020304" pitchFamily="18" charset="0"/>
                <a:cs typeface="Times New Roman" panose="02020603050405020304" pitchFamily="18" charset="0"/>
              </a:rPr>
              <a:t> Materials </a:t>
            </a:r>
            <a:endParaRPr lang="pl-PL" sz="7000" dirty="0">
              <a:solidFill>
                <a:srgbClr val="000000"/>
              </a:solidFill>
              <a:effectLst/>
              <a:latin typeface="Times New Roman" panose="02020603050405020304" pitchFamily="18" charset="0"/>
              <a:cs typeface="Times New Roman" panose="02020603050405020304" pitchFamily="18" charset="0"/>
            </a:endParaRPr>
          </a:p>
          <a:p>
            <a:pPr marL="0" marR="0" indent="0" algn="l" fontAlgn="b">
              <a:buNone/>
            </a:pPr>
            <a:r>
              <a:rPr lang="pl-PL" sz="7000" dirty="0" err="1">
                <a:solidFill>
                  <a:srgbClr val="000000"/>
                </a:solidFill>
                <a:effectLst/>
                <a:latin typeface="Times New Roman" panose="02020603050405020304" pitchFamily="18" charset="0"/>
                <a:cs typeface="Times New Roman" panose="02020603050405020304" pitchFamily="18" charset="0"/>
              </a:rPr>
              <a:t>Objectives</a:t>
            </a:r>
            <a:r>
              <a:rPr lang="pl-PL" sz="7000" dirty="0">
                <a:solidFill>
                  <a:srgbClr val="000000"/>
                </a:solidFill>
                <a:effectLst/>
                <a:latin typeface="Times New Roman" panose="02020603050405020304" pitchFamily="18" charset="0"/>
                <a:cs typeface="Times New Roman" panose="02020603050405020304" pitchFamily="18" charset="0"/>
              </a:rPr>
              <a:t>: </a:t>
            </a:r>
          </a:p>
          <a:p>
            <a:pPr marL="0" indent="0" fontAlgn="b">
              <a:buNone/>
            </a:pPr>
            <a:r>
              <a:rPr lang="en-US" sz="7000" dirty="0">
                <a:solidFill>
                  <a:srgbClr val="000000"/>
                </a:solidFill>
                <a:latin typeface="Times New Roman" panose="02020603050405020304" pitchFamily="18" charset="0"/>
                <a:cs typeface="Times New Roman" panose="02020603050405020304" pitchFamily="18" charset="0"/>
              </a:rPr>
              <a:t>Properties and Applications of Building Materials</a:t>
            </a:r>
            <a:r>
              <a:rPr lang="en-US" sz="7000" dirty="0">
                <a:latin typeface="Times New Roman" panose="02020603050405020304" pitchFamily="18" charset="0"/>
                <a:cs typeface="Times New Roman" panose="02020603050405020304" pitchFamily="18" charset="0"/>
              </a:rPr>
              <a:t> </a:t>
            </a:r>
          </a:p>
          <a:p>
            <a:pPr marL="0" marR="0" indent="0" algn="l" fontAlgn="b">
              <a:buNone/>
            </a:pPr>
            <a:endParaRPr lang="pl-PL" sz="7000" dirty="0">
              <a:solidFill>
                <a:srgbClr val="000000"/>
              </a:solidFill>
              <a:effectLst/>
              <a:latin typeface="Times New Roman" panose="02020603050405020304" pitchFamily="18" charset="0"/>
              <a:cs typeface="Times New Roman" panose="02020603050405020304" pitchFamily="18" charset="0"/>
            </a:endParaRPr>
          </a:p>
          <a:p>
            <a:pPr marL="0" marR="0" indent="0" algn="l" fontAlgn="b">
              <a:buNone/>
            </a:pPr>
            <a:r>
              <a:rPr lang="pl-PL" sz="7000" dirty="0" err="1">
                <a:solidFill>
                  <a:srgbClr val="000000"/>
                </a:solidFill>
                <a:latin typeface="Times New Roman" panose="02020603050405020304" pitchFamily="18" charset="0"/>
                <a:cs typeface="Times New Roman" panose="02020603050405020304" pitchFamily="18" charset="0"/>
              </a:rPr>
              <a:t>Lesson</a:t>
            </a:r>
            <a:r>
              <a:rPr lang="pl-PL" sz="7000" dirty="0">
                <a:solidFill>
                  <a:srgbClr val="000000"/>
                </a:solidFill>
                <a:latin typeface="Times New Roman" panose="02020603050405020304" pitchFamily="18" charset="0"/>
                <a:cs typeface="Times New Roman" panose="02020603050405020304" pitchFamily="18" charset="0"/>
              </a:rPr>
              <a:t> 15</a:t>
            </a:r>
            <a:r>
              <a:rPr sz="7000" dirty="0">
                <a:solidFill>
                  <a:srgbClr val="000000"/>
                </a:solidFill>
                <a:effectLst/>
                <a:latin typeface="Times New Roman" panose="02020603050405020304" pitchFamily="18" charset="0"/>
                <a:cs typeface="Times New Roman" panose="02020603050405020304" pitchFamily="18" charset="0"/>
              </a:rPr>
              <a:t> </a:t>
            </a:r>
            <a:endParaRPr lang="pl-PL" sz="7000" dirty="0">
              <a:solidFill>
                <a:srgbClr val="000000"/>
              </a:solidFill>
              <a:effectLst/>
              <a:latin typeface="Times New Roman" panose="02020603050405020304" pitchFamily="18" charset="0"/>
              <a:cs typeface="Times New Roman" panose="02020603050405020304" pitchFamily="18" charset="0"/>
            </a:endParaRPr>
          </a:p>
          <a:p>
            <a:pPr marL="0" marR="0" indent="0" algn="l" fontAlgn="b">
              <a:buNone/>
            </a:pPr>
            <a:r>
              <a:rPr sz="7000" dirty="0">
                <a:solidFill>
                  <a:srgbClr val="000000"/>
                </a:solidFill>
                <a:effectLst/>
                <a:latin typeface="Times New Roman" panose="02020603050405020304" pitchFamily="18" charset="0"/>
                <a:cs typeface="Times New Roman" panose="02020603050405020304" pitchFamily="18" charset="0"/>
              </a:rPr>
              <a:t>Information Exchange</a:t>
            </a:r>
            <a:r>
              <a:rPr sz="7000" dirty="0">
                <a:effectLst/>
                <a:latin typeface="Times New Roman" panose="02020603050405020304" pitchFamily="18" charset="0"/>
                <a:cs typeface="Times New Roman" panose="02020603050405020304" pitchFamily="18" charset="0"/>
              </a:rPr>
              <a:t> </a:t>
            </a:r>
            <a:endParaRPr lang="pl-PL" sz="7000" dirty="0">
              <a:effectLst/>
              <a:latin typeface="Times New Roman" panose="02020603050405020304" pitchFamily="18" charset="0"/>
              <a:cs typeface="Times New Roman" panose="02020603050405020304" pitchFamily="18" charset="0"/>
            </a:endParaRPr>
          </a:p>
          <a:p>
            <a:pPr marL="0" marR="0" indent="0" algn="l" fontAlgn="b">
              <a:buNone/>
            </a:pPr>
            <a:r>
              <a:rPr lang="pl-PL" sz="7000" dirty="0" err="1">
                <a:latin typeface="Times New Roman" panose="02020603050405020304" pitchFamily="18" charset="0"/>
                <a:cs typeface="Times New Roman" panose="02020603050405020304" pitchFamily="18" charset="0"/>
              </a:rPr>
              <a:t>Objectives</a:t>
            </a:r>
            <a:r>
              <a:rPr lang="pl-PL" sz="7000" dirty="0">
                <a:latin typeface="Times New Roman" panose="02020603050405020304" pitchFamily="18" charset="0"/>
                <a:cs typeface="Times New Roman" panose="02020603050405020304" pitchFamily="18" charset="0"/>
              </a:rPr>
              <a:t>: </a:t>
            </a:r>
          </a:p>
          <a:p>
            <a:pPr marL="0" indent="0" fontAlgn="b">
              <a:buNone/>
            </a:pPr>
            <a:r>
              <a:rPr lang="en-US" sz="7200" dirty="0">
                <a:solidFill>
                  <a:srgbClr val="000000"/>
                </a:solidFill>
                <a:latin typeface="Mongolian Baiti" panose="03000500000000000000" pitchFamily="66" charset="0"/>
              </a:rPr>
              <a:t>Mastering Information Exchange Through Email</a:t>
            </a:r>
            <a:r>
              <a:rPr lang="en-US" sz="7200" dirty="0"/>
              <a:t> </a:t>
            </a:r>
          </a:p>
          <a:p>
            <a:pPr marL="0" marR="0" indent="0" algn="l" fontAlgn="b">
              <a:buNone/>
            </a:pPr>
            <a:endParaRPr lang="pl-PL" sz="7000" dirty="0">
              <a:effectLst/>
              <a:latin typeface="Times New Roman" panose="02020603050405020304" pitchFamily="18" charset="0"/>
              <a:cs typeface="Times New Roman" panose="02020603050405020304" pitchFamily="18" charset="0"/>
            </a:endParaRPr>
          </a:p>
          <a:p>
            <a:pPr marL="0" marR="0" indent="0" algn="l" fontAlgn="b">
              <a:buNone/>
            </a:pPr>
            <a:endParaRPr lang="pl-PL" sz="7000" dirty="0">
              <a:effectLst/>
              <a:latin typeface="Times New Roman" panose="02020603050405020304" pitchFamily="18" charset="0"/>
              <a:cs typeface="Times New Roman" panose="02020603050405020304" pitchFamily="18" charset="0"/>
            </a:endParaRPr>
          </a:p>
          <a:p>
            <a:pPr marL="0" marR="0" indent="0" algn="l" fontAlgn="b">
              <a:buNone/>
            </a:pPr>
            <a:endParaRPr lang="pl-PL" dirty="0"/>
          </a:p>
        </p:txBody>
      </p:sp>
      <p:sp>
        <p:nvSpPr>
          <p:cNvPr id="5" name="Symbol zastępczy numeru slajdu 4">
            <a:extLst>
              <a:ext uri="{FF2B5EF4-FFF2-40B4-BE49-F238E27FC236}">
                <a16:creationId xmlns:a16="http://schemas.microsoft.com/office/drawing/2014/main" id="{5DD7DC8E-5E2D-F086-CDF5-E9BFC970004E}"/>
              </a:ext>
            </a:extLst>
          </p:cNvPr>
          <p:cNvSpPr>
            <a:spLocks noGrp="1"/>
          </p:cNvSpPr>
          <p:nvPr>
            <p:ph type="sldNum" sz="quarter" idx="12"/>
          </p:nvPr>
        </p:nvSpPr>
        <p:spPr/>
        <p:txBody>
          <a:bodyPr/>
          <a:lstStyle/>
          <a:p>
            <a:pPr rtl="0"/>
            <a:fld id="{AEAA3239-9EA4-4A65-A281-97F994456D9F}" type="slidenum">
              <a:rPr lang="en-US" smtClean="0"/>
              <a:t>7</a:t>
            </a:fld>
            <a:endParaRPr lang="en-US" dirty="0"/>
          </a:p>
        </p:txBody>
      </p:sp>
    </p:spTree>
    <p:extLst>
      <p:ext uri="{BB962C8B-B14F-4D97-AF65-F5344CB8AC3E}">
        <p14:creationId xmlns:p14="http://schemas.microsoft.com/office/powerpoint/2010/main" val="336145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12CD0-E69D-8E16-BEFD-D8DD38F97874}"/>
            </a:ext>
          </a:extLst>
        </p:cNvPr>
        <p:cNvGrpSpPr/>
        <p:nvPr/>
      </p:nvGrpSpPr>
      <p:grpSpPr>
        <a:xfrm>
          <a:off x="0" y="0"/>
          <a:ext cx="0" cy="0"/>
          <a:chOff x="0" y="0"/>
          <a:chExt cx="0" cy="0"/>
        </a:xfrm>
      </p:grpSpPr>
      <p:pic>
        <p:nvPicPr>
          <p:cNvPr id="6" name="Symbol zastępczy zawartości 5">
            <a:extLst>
              <a:ext uri="{FF2B5EF4-FFF2-40B4-BE49-F238E27FC236}">
                <a16:creationId xmlns:a16="http://schemas.microsoft.com/office/drawing/2014/main" id="{0CE82103-3CB4-0806-10A4-6F5C251294B9}"/>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Symbol zastępczy zawartości 3">
            <a:extLst>
              <a:ext uri="{FF2B5EF4-FFF2-40B4-BE49-F238E27FC236}">
                <a16:creationId xmlns:a16="http://schemas.microsoft.com/office/drawing/2014/main" id="{CA09246F-35D1-ED8C-7A1E-6419521D4F34}"/>
              </a:ext>
            </a:extLst>
          </p:cNvPr>
          <p:cNvSpPr>
            <a:spLocks noGrp="1"/>
          </p:cNvSpPr>
          <p:nvPr>
            <p:ph sz="quarter" idx="16"/>
          </p:nvPr>
        </p:nvSpPr>
        <p:spPr>
          <a:xfrm>
            <a:off x="275519" y="697440"/>
            <a:ext cx="10534650" cy="4563181"/>
          </a:xfrm>
        </p:spPr>
        <p:txBody>
          <a:bodyPr>
            <a:normAutofit fontScale="40000" lnSpcReduction="20000"/>
          </a:bodyPr>
          <a:lstStyle/>
          <a:p>
            <a:pPr marL="0" marR="0" indent="0" algn="l" fontAlgn="b">
              <a:buNone/>
            </a:pPr>
            <a:r>
              <a:rPr lang="pl-PL" sz="7000" dirty="0" err="1">
                <a:solidFill>
                  <a:srgbClr val="000000"/>
                </a:solidFill>
                <a:effectLst/>
                <a:latin typeface="Times New Roman" panose="02020603050405020304" pitchFamily="18" charset="0"/>
                <a:cs typeface="Times New Roman" panose="02020603050405020304" pitchFamily="18" charset="0"/>
              </a:rPr>
              <a:t>Lesson</a:t>
            </a:r>
            <a:r>
              <a:rPr lang="pl-PL" sz="7000" dirty="0">
                <a:solidFill>
                  <a:srgbClr val="000000"/>
                </a:solidFill>
                <a:effectLst/>
                <a:latin typeface="Times New Roman" panose="02020603050405020304" pitchFamily="18" charset="0"/>
                <a:cs typeface="Times New Roman" panose="02020603050405020304" pitchFamily="18" charset="0"/>
              </a:rPr>
              <a:t> 16 and 17</a:t>
            </a:r>
          </a:p>
          <a:p>
            <a:pPr marL="0" marR="0" indent="0" algn="l" fontAlgn="b">
              <a:buNone/>
            </a:pPr>
            <a:r>
              <a:rPr lang="pl-PL" sz="7000" dirty="0">
                <a:solidFill>
                  <a:srgbClr val="000000"/>
                </a:solidFill>
                <a:latin typeface="Times New Roman" panose="02020603050405020304" pitchFamily="18" charset="0"/>
                <a:cs typeface="Times New Roman" panose="02020603050405020304" pitchFamily="18" charset="0"/>
              </a:rPr>
              <a:t>Hand and Power Tools </a:t>
            </a:r>
            <a:endParaRPr lang="pl-PL" sz="7000" dirty="0">
              <a:solidFill>
                <a:srgbClr val="000000"/>
              </a:solidFill>
              <a:effectLst/>
              <a:latin typeface="Times New Roman" panose="02020603050405020304" pitchFamily="18" charset="0"/>
              <a:cs typeface="Times New Roman" panose="02020603050405020304" pitchFamily="18" charset="0"/>
            </a:endParaRPr>
          </a:p>
          <a:p>
            <a:pPr marL="0" marR="0" indent="0" algn="l" fontAlgn="b">
              <a:buNone/>
            </a:pPr>
            <a:r>
              <a:rPr lang="pl-PL" sz="7000" dirty="0" err="1">
                <a:solidFill>
                  <a:srgbClr val="000000"/>
                </a:solidFill>
                <a:effectLst/>
                <a:latin typeface="Times New Roman" panose="02020603050405020304" pitchFamily="18" charset="0"/>
                <a:cs typeface="Times New Roman" panose="02020603050405020304" pitchFamily="18" charset="0"/>
              </a:rPr>
              <a:t>Objectives</a:t>
            </a:r>
            <a:r>
              <a:rPr lang="pl-PL" sz="7000" dirty="0">
                <a:solidFill>
                  <a:srgbClr val="000000"/>
                </a:solidFill>
                <a:effectLst/>
                <a:latin typeface="Times New Roman" panose="02020603050405020304" pitchFamily="18" charset="0"/>
                <a:cs typeface="Times New Roman" panose="02020603050405020304" pitchFamily="18" charset="0"/>
              </a:rPr>
              <a:t>: </a:t>
            </a:r>
          </a:p>
          <a:p>
            <a:pPr marL="0" indent="0" fontAlgn="b">
              <a:buNone/>
            </a:pPr>
            <a:r>
              <a:rPr lang="en-US" sz="7200" dirty="0">
                <a:solidFill>
                  <a:srgbClr val="000000"/>
                </a:solidFill>
                <a:latin typeface="Mongolian Baiti" panose="03000500000000000000" pitchFamily="66" charset="0"/>
              </a:rPr>
              <a:t>Safe Use of Hand and Power Tools</a:t>
            </a:r>
            <a:r>
              <a:rPr lang="en-US" sz="7200" dirty="0"/>
              <a:t> </a:t>
            </a:r>
          </a:p>
          <a:p>
            <a:pPr marL="0" marR="0" indent="0" algn="l" fontAlgn="b">
              <a:buNone/>
            </a:pPr>
            <a:endParaRPr lang="pl-PL" sz="7000" dirty="0">
              <a:solidFill>
                <a:srgbClr val="000000"/>
              </a:solidFill>
              <a:effectLst/>
              <a:latin typeface="Times New Roman" panose="02020603050405020304" pitchFamily="18" charset="0"/>
              <a:cs typeface="Times New Roman" panose="02020603050405020304" pitchFamily="18" charset="0"/>
            </a:endParaRPr>
          </a:p>
          <a:p>
            <a:pPr marL="0" marR="0" indent="0" algn="l" fontAlgn="b">
              <a:buNone/>
            </a:pPr>
            <a:r>
              <a:rPr lang="pl-PL" sz="7000" dirty="0" err="1">
                <a:solidFill>
                  <a:srgbClr val="000000"/>
                </a:solidFill>
                <a:latin typeface="Times New Roman" panose="02020603050405020304" pitchFamily="18" charset="0"/>
                <a:cs typeface="Times New Roman" panose="02020603050405020304" pitchFamily="18" charset="0"/>
              </a:rPr>
              <a:t>Lesson</a:t>
            </a:r>
            <a:r>
              <a:rPr lang="pl-PL" sz="7000" dirty="0">
                <a:solidFill>
                  <a:srgbClr val="000000"/>
                </a:solidFill>
                <a:latin typeface="Times New Roman" panose="02020603050405020304" pitchFamily="18" charset="0"/>
                <a:cs typeface="Times New Roman" panose="02020603050405020304" pitchFamily="18" charset="0"/>
              </a:rPr>
              <a:t> 18</a:t>
            </a:r>
            <a:r>
              <a:rPr sz="7000" dirty="0">
                <a:solidFill>
                  <a:srgbClr val="000000"/>
                </a:solidFill>
                <a:effectLst/>
                <a:latin typeface="Times New Roman" panose="02020603050405020304" pitchFamily="18" charset="0"/>
                <a:cs typeface="Times New Roman" panose="02020603050405020304" pitchFamily="18" charset="0"/>
              </a:rPr>
              <a:t> </a:t>
            </a:r>
            <a:endParaRPr lang="pl-PL" sz="7000" dirty="0">
              <a:solidFill>
                <a:srgbClr val="000000"/>
              </a:solidFill>
              <a:effectLst/>
              <a:latin typeface="Times New Roman" panose="02020603050405020304" pitchFamily="18" charset="0"/>
              <a:cs typeface="Times New Roman" panose="02020603050405020304" pitchFamily="18" charset="0"/>
            </a:endParaRPr>
          </a:p>
          <a:p>
            <a:pPr marL="0" marR="0" indent="0" algn="l" fontAlgn="b">
              <a:buNone/>
            </a:pPr>
            <a:r>
              <a:rPr lang="pl-PL" sz="7000" dirty="0" err="1">
                <a:solidFill>
                  <a:srgbClr val="000000"/>
                </a:solidFill>
                <a:latin typeface="Times New Roman" panose="02020603050405020304" pitchFamily="18" charset="0"/>
                <a:cs typeface="Times New Roman" panose="02020603050405020304" pitchFamily="18" charset="0"/>
              </a:rPr>
              <a:t>Arranging</a:t>
            </a:r>
            <a:r>
              <a:rPr lang="pl-PL" sz="7000" dirty="0">
                <a:solidFill>
                  <a:srgbClr val="000000"/>
                </a:solidFill>
                <a:latin typeface="Times New Roman" panose="02020603050405020304" pitchFamily="18" charset="0"/>
                <a:cs typeface="Times New Roman" panose="02020603050405020304" pitchFamily="18" charset="0"/>
              </a:rPr>
              <a:t> and </a:t>
            </a:r>
            <a:r>
              <a:rPr lang="pl-PL" sz="7000" dirty="0" err="1">
                <a:solidFill>
                  <a:srgbClr val="000000"/>
                </a:solidFill>
                <a:latin typeface="Times New Roman" panose="02020603050405020304" pitchFamily="18" charset="0"/>
                <a:cs typeface="Times New Roman" panose="02020603050405020304" pitchFamily="18" charset="0"/>
              </a:rPr>
              <a:t>Confirming</a:t>
            </a:r>
            <a:r>
              <a:rPr lang="pl-PL" sz="7000" dirty="0">
                <a:solidFill>
                  <a:srgbClr val="000000"/>
                </a:solidFill>
                <a:latin typeface="Times New Roman" panose="02020603050405020304" pitchFamily="18" charset="0"/>
                <a:cs typeface="Times New Roman" panose="02020603050405020304" pitchFamily="18" charset="0"/>
              </a:rPr>
              <a:t> </a:t>
            </a:r>
            <a:r>
              <a:rPr lang="pl-PL" sz="7000" dirty="0" err="1">
                <a:solidFill>
                  <a:srgbClr val="000000"/>
                </a:solidFill>
                <a:latin typeface="Times New Roman" panose="02020603050405020304" pitchFamily="18" charset="0"/>
                <a:cs typeface="Times New Roman" panose="02020603050405020304" pitchFamily="18" charset="0"/>
              </a:rPr>
              <a:t>Meetings</a:t>
            </a:r>
            <a:r>
              <a:rPr lang="pl-PL" sz="7000" dirty="0">
                <a:solidFill>
                  <a:srgbClr val="000000"/>
                </a:solidFill>
                <a:latin typeface="Times New Roman" panose="02020603050405020304" pitchFamily="18" charset="0"/>
                <a:cs typeface="Times New Roman" panose="02020603050405020304" pitchFamily="18" charset="0"/>
              </a:rPr>
              <a:t> </a:t>
            </a:r>
            <a:r>
              <a:rPr sz="7000" dirty="0">
                <a:effectLst/>
                <a:latin typeface="Times New Roman" panose="02020603050405020304" pitchFamily="18" charset="0"/>
                <a:cs typeface="Times New Roman" panose="02020603050405020304" pitchFamily="18" charset="0"/>
              </a:rPr>
              <a:t> </a:t>
            </a:r>
            <a:endParaRPr lang="pl-PL" sz="7000" dirty="0">
              <a:effectLst/>
              <a:latin typeface="Times New Roman" panose="02020603050405020304" pitchFamily="18" charset="0"/>
              <a:cs typeface="Times New Roman" panose="02020603050405020304" pitchFamily="18" charset="0"/>
            </a:endParaRPr>
          </a:p>
          <a:p>
            <a:pPr marL="0" marR="0" indent="0" algn="l" fontAlgn="b">
              <a:buNone/>
            </a:pPr>
            <a:r>
              <a:rPr lang="pl-PL" sz="7000" dirty="0" err="1">
                <a:latin typeface="Times New Roman" panose="02020603050405020304" pitchFamily="18" charset="0"/>
                <a:cs typeface="Times New Roman" panose="02020603050405020304" pitchFamily="18" charset="0"/>
              </a:rPr>
              <a:t>Objectives</a:t>
            </a:r>
            <a:r>
              <a:rPr lang="pl-PL" sz="7000" dirty="0">
                <a:latin typeface="Times New Roman" panose="02020603050405020304" pitchFamily="18" charset="0"/>
                <a:cs typeface="Times New Roman" panose="02020603050405020304" pitchFamily="18" charset="0"/>
              </a:rPr>
              <a:t>: </a:t>
            </a:r>
          </a:p>
          <a:p>
            <a:pPr marL="0" indent="0" fontAlgn="b">
              <a:buNone/>
            </a:pPr>
            <a:r>
              <a:rPr lang="en-US" sz="7200" dirty="0">
                <a:solidFill>
                  <a:srgbClr val="000000"/>
                </a:solidFill>
                <a:latin typeface="Mongolian Baiti" panose="03000500000000000000" pitchFamily="66" charset="0"/>
              </a:rPr>
              <a:t>Mastering Information Exchange Through Email</a:t>
            </a:r>
            <a:r>
              <a:rPr lang="en-US" sz="7200" dirty="0"/>
              <a:t> </a:t>
            </a:r>
          </a:p>
          <a:p>
            <a:pPr marL="0" marR="0" indent="0" algn="l" fontAlgn="b">
              <a:buNone/>
            </a:pPr>
            <a:endParaRPr lang="pl-PL" sz="7000" dirty="0">
              <a:effectLst/>
              <a:latin typeface="Times New Roman" panose="02020603050405020304" pitchFamily="18" charset="0"/>
              <a:cs typeface="Times New Roman" panose="02020603050405020304" pitchFamily="18" charset="0"/>
            </a:endParaRPr>
          </a:p>
          <a:p>
            <a:pPr marL="0" marR="0" indent="0" algn="l" fontAlgn="b">
              <a:buNone/>
            </a:pPr>
            <a:endParaRPr lang="pl-PL" sz="7000" dirty="0">
              <a:effectLst/>
              <a:latin typeface="Times New Roman" panose="02020603050405020304" pitchFamily="18" charset="0"/>
              <a:cs typeface="Times New Roman" panose="02020603050405020304" pitchFamily="18" charset="0"/>
            </a:endParaRPr>
          </a:p>
          <a:p>
            <a:pPr marL="0" marR="0" indent="0" algn="l" fontAlgn="b">
              <a:buNone/>
            </a:pPr>
            <a:endParaRPr lang="pl-PL" dirty="0"/>
          </a:p>
        </p:txBody>
      </p:sp>
      <p:sp>
        <p:nvSpPr>
          <p:cNvPr id="5" name="Symbol zastępczy numeru slajdu 4">
            <a:extLst>
              <a:ext uri="{FF2B5EF4-FFF2-40B4-BE49-F238E27FC236}">
                <a16:creationId xmlns:a16="http://schemas.microsoft.com/office/drawing/2014/main" id="{9578654C-6D91-8597-F923-AF59082D9401}"/>
              </a:ext>
            </a:extLst>
          </p:cNvPr>
          <p:cNvSpPr>
            <a:spLocks noGrp="1"/>
          </p:cNvSpPr>
          <p:nvPr>
            <p:ph type="sldNum" sz="quarter" idx="12"/>
          </p:nvPr>
        </p:nvSpPr>
        <p:spPr/>
        <p:txBody>
          <a:bodyPr/>
          <a:lstStyle/>
          <a:p>
            <a:pPr rtl="0"/>
            <a:fld id="{AEAA3239-9EA4-4A65-A281-97F994456D9F}" type="slidenum">
              <a:rPr lang="en-US" smtClean="0"/>
              <a:t>8</a:t>
            </a:fld>
            <a:endParaRPr lang="en-US" dirty="0"/>
          </a:p>
        </p:txBody>
      </p:sp>
    </p:spTree>
    <p:extLst>
      <p:ext uri="{BB962C8B-B14F-4D97-AF65-F5344CB8AC3E}">
        <p14:creationId xmlns:p14="http://schemas.microsoft.com/office/powerpoint/2010/main" val="2051897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Symbol zastępczy zawartości 5">
            <a:extLst>
              <a:ext uri="{FF2B5EF4-FFF2-40B4-BE49-F238E27FC236}">
                <a16:creationId xmlns:a16="http://schemas.microsoft.com/office/drawing/2014/main" id="{1357872B-363D-4A71-8613-5474DC86A36D}"/>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Symbol zastępczy zawartości 3">
            <a:extLst>
              <a:ext uri="{FF2B5EF4-FFF2-40B4-BE49-F238E27FC236}">
                <a16:creationId xmlns:a16="http://schemas.microsoft.com/office/drawing/2014/main" id="{491D33BB-95FE-3E5A-D3A5-2F31CEBED103}"/>
              </a:ext>
            </a:extLst>
          </p:cNvPr>
          <p:cNvSpPr>
            <a:spLocks noGrp="1"/>
          </p:cNvSpPr>
          <p:nvPr>
            <p:ph sz="quarter" idx="16"/>
          </p:nvPr>
        </p:nvSpPr>
        <p:spPr>
          <a:xfrm>
            <a:off x="625475" y="977900"/>
            <a:ext cx="10534650" cy="5580944"/>
          </a:xfrm>
        </p:spPr>
        <p:txBody>
          <a:bodyPr>
            <a:normAutofit/>
          </a:bodyPr>
          <a:lstStyle/>
          <a:p>
            <a:pPr marL="0" marR="0" indent="0" algn="l" fontAlgn="b">
              <a:buNone/>
            </a:pPr>
            <a:r>
              <a:rPr lang="pl-PL" sz="2800" dirty="0" err="1">
                <a:solidFill>
                  <a:srgbClr val="000000"/>
                </a:solidFill>
                <a:effectLst/>
                <a:latin typeface="Times New Roman" panose="02020603050405020304" pitchFamily="18" charset="0"/>
                <a:cs typeface="Times New Roman" panose="02020603050405020304" pitchFamily="18" charset="0"/>
              </a:rPr>
              <a:t>Lesson</a:t>
            </a:r>
            <a:r>
              <a:rPr lang="pl-PL" sz="2800" dirty="0">
                <a:solidFill>
                  <a:srgbClr val="000000"/>
                </a:solidFill>
                <a:effectLst/>
                <a:latin typeface="Times New Roman" panose="02020603050405020304" pitchFamily="18" charset="0"/>
                <a:cs typeface="Times New Roman" panose="02020603050405020304" pitchFamily="18" charset="0"/>
              </a:rPr>
              <a:t> 19 and 20 </a:t>
            </a:r>
          </a:p>
          <a:p>
            <a:pPr marL="0" marR="0" indent="0" algn="l" fontAlgn="b">
              <a:buNone/>
            </a:pPr>
            <a:r>
              <a:rPr sz="2800" dirty="0">
                <a:solidFill>
                  <a:srgbClr val="000000"/>
                </a:solidFill>
                <a:effectLst/>
                <a:latin typeface="Times New Roman" panose="02020603050405020304" pitchFamily="18" charset="0"/>
                <a:cs typeface="Times New Roman" panose="02020603050405020304" pitchFamily="18" charset="0"/>
              </a:rPr>
              <a:t>Machinery</a:t>
            </a:r>
            <a:r>
              <a:rPr lang="pl-PL" sz="2800" dirty="0">
                <a:solidFill>
                  <a:srgbClr val="000000"/>
                </a:solidFill>
                <a:effectLst/>
                <a:latin typeface="Times New Roman" panose="02020603050405020304" pitchFamily="18" charset="0"/>
                <a:cs typeface="Times New Roman" panose="02020603050405020304" pitchFamily="18" charset="0"/>
              </a:rPr>
              <a:t> and </a:t>
            </a:r>
            <a:r>
              <a:rPr sz="2800" dirty="0">
                <a:solidFill>
                  <a:srgbClr val="000000"/>
                </a:solidFill>
                <a:effectLst/>
                <a:latin typeface="Times New Roman" panose="02020603050405020304" pitchFamily="18" charset="0"/>
                <a:cs typeface="Times New Roman" panose="02020603050405020304" pitchFamily="18" charset="0"/>
              </a:rPr>
              <a:t>Site Management</a:t>
            </a:r>
            <a:endParaRPr lang="pl-PL" sz="2800" dirty="0">
              <a:solidFill>
                <a:srgbClr val="000000"/>
              </a:solidFill>
              <a:effectLst/>
              <a:latin typeface="Times New Roman" panose="02020603050405020304" pitchFamily="18" charset="0"/>
              <a:cs typeface="Times New Roman" panose="02020603050405020304" pitchFamily="18" charset="0"/>
            </a:endParaRPr>
          </a:p>
          <a:p>
            <a:pPr marL="0" indent="0" fontAlgn="b">
              <a:buNone/>
            </a:pPr>
            <a:r>
              <a:rPr lang="pl-PL" sz="2800" dirty="0" err="1">
                <a:solidFill>
                  <a:srgbClr val="000000"/>
                </a:solidFill>
                <a:latin typeface="Times New Roman" panose="02020603050405020304" pitchFamily="18" charset="0"/>
                <a:cs typeface="Times New Roman" panose="02020603050405020304" pitchFamily="18" charset="0"/>
              </a:rPr>
              <a:t>Objectives</a:t>
            </a:r>
            <a:r>
              <a:rPr lang="pl-PL" sz="2800" dirty="0">
                <a:solidFill>
                  <a:srgbClr val="000000"/>
                </a:solidFill>
                <a:latin typeface="Times New Roman" panose="02020603050405020304" pitchFamily="18" charset="0"/>
                <a:cs typeface="Times New Roman" panose="02020603050405020304" pitchFamily="18" charset="0"/>
              </a:rPr>
              <a:t>: </a:t>
            </a:r>
          </a:p>
          <a:p>
            <a:pPr marL="0" indent="0" fontAlgn="b">
              <a:buNone/>
            </a:pPr>
            <a:r>
              <a:rPr lang="en-US" sz="2800" dirty="0">
                <a:solidFill>
                  <a:srgbClr val="000000"/>
                </a:solidFill>
                <a:latin typeface="Times New Roman" panose="02020603050405020304" pitchFamily="18" charset="0"/>
                <a:cs typeface="Times New Roman" panose="02020603050405020304" pitchFamily="18" charset="0"/>
              </a:rPr>
              <a:t>Types of Construction Machinery and Site Logistics</a:t>
            </a:r>
            <a:r>
              <a:rPr lang="en-US" sz="2800" dirty="0">
                <a:latin typeface="Times New Roman" panose="02020603050405020304" pitchFamily="18" charset="0"/>
                <a:cs typeface="Times New Roman" panose="02020603050405020304" pitchFamily="18" charset="0"/>
              </a:rPr>
              <a:t> </a:t>
            </a:r>
            <a:endParaRPr lang="pl-PL" sz="2800" dirty="0">
              <a:latin typeface="Times New Roman" panose="02020603050405020304" pitchFamily="18" charset="0"/>
              <a:cs typeface="Times New Roman" panose="02020603050405020304" pitchFamily="18" charset="0"/>
            </a:endParaRPr>
          </a:p>
          <a:p>
            <a:pPr marL="0" indent="0" fontAlgn="b">
              <a:buNone/>
            </a:pPr>
            <a:endParaRPr lang="pl-PL" sz="2800" dirty="0">
              <a:latin typeface="Times New Roman" panose="02020603050405020304" pitchFamily="18" charset="0"/>
              <a:cs typeface="Times New Roman" panose="02020603050405020304" pitchFamily="18" charset="0"/>
            </a:endParaRPr>
          </a:p>
          <a:p>
            <a:pPr marL="0" indent="0" fontAlgn="b">
              <a:buNone/>
            </a:pPr>
            <a:endParaRPr lang="pl-PL" sz="2800" dirty="0">
              <a:latin typeface="Times New Roman" panose="02020603050405020304" pitchFamily="18" charset="0"/>
              <a:cs typeface="Times New Roman" panose="02020603050405020304" pitchFamily="18" charset="0"/>
            </a:endParaRPr>
          </a:p>
          <a:p>
            <a:pPr marL="0" indent="0" fontAlgn="b">
              <a:buNone/>
            </a:pPr>
            <a:r>
              <a:rPr lang="pl-PL" sz="2800" dirty="0" err="1">
                <a:latin typeface="Times New Roman" panose="02020603050405020304" pitchFamily="18" charset="0"/>
                <a:cs typeface="Times New Roman" panose="02020603050405020304" pitchFamily="18" charset="0"/>
              </a:rPr>
              <a:t>Lesson</a:t>
            </a:r>
            <a:r>
              <a:rPr lang="pl-PL" sz="2800" dirty="0">
                <a:latin typeface="Times New Roman" panose="02020603050405020304" pitchFamily="18" charset="0"/>
                <a:cs typeface="Times New Roman" panose="02020603050405020304" pitchFamily="18" charset="0"/>
              </a:rPr>
              <a:t> 21: Professional </a:t>
            </a:r>
            <a:r>
              <a:rPr lang="pl-PL" sz="2800" dirty="0" err="1">
                <a:latin typeface="Times New Roman" panose="02020603050405020304" pitchFamily="18" charset="0"/>
                <a:cs typeface="Times New Roman" panose="02020603050405020304" pitchFamily="18" charset="0"/>
              </a:rPr>
              <a:t>internal</a:t>
            </a:r>
            <a:r>
              <a:rPr lang="pl-PL" sz="2800" dirty="0">
                <a:latin typeface="Times New Roman" panose="02020603050405020304" pitchFamily="18" charset="0"/>
                <a:cs typeface="Times New Roman" panose="02020603050405020304" pitchFamily="18" charset="0"/>
              </a:rPr>
              <a:t> </a:t>
            </a:r>
            <a:r>
              <a:rPr lang="pl-PL" sz="2800" dirty="0" err="1">
                <a:latin typeface="Times New Roman" panose="02020603050405020304" pitchFamily="18" charset="0"/>
                <a:cs typeface="Times New Roman" panose="02020603050405020304" pitchFamily="18" charset="0"/>
              </a:rPr>
              <a:t>company</a:t>
            </a:r>
            <a:r>
              <a:rPr lang="pl-PL" sz="2800" dirty="0">
                <a:latin typeface="Times New Roman" panose="02020603050405020304" pitchFamily="18" charset="0"/>
                <a:cs typeface="Times New Roman" panose="02020603050405020304" pitchFamily="18" charset="0"/>
              </a:rPr>
              <a:t> </a:t>
            </a:r>
            <a:r>
              <a:rPr lang="pl-PL" sz="2800" dirty="0" err="1">
                <a:latin typeface="Times New Roman" panose="02020603050405020304" pitchFamily="18" charset="0"/>
                <a:cs typeface="Times New Roman" panose="02020603050405020304" pitchFamily="18" charset="0"/>
              </a:rPr>
              <a:t>communication</a:t>
            </a:r>
            <a:r>
              <a:rPr lang="pl-PL" sz="2800" dirty="0">
                <a:latin typeface="Times New Roman" panose="02020603050405020304" pitchFamily="18" charset="0"/>
                <a:cs typeface="Times New Roman" panose="02020603050405020304" pitchFamily="18" charset="0"/>
              </a:rPr>
              <a:t> </a:t>
            </a:r>
          </a:p>
          <a:p>
            <a:pPr marL="0" indent="0" fontAlgn="b">
              <a:buNone/>
            </a:pPr>
            <a:r>
              <a:rPr lang="pl-PL" sz="2800" dirty="0" err="1">
                <a:latin typeface="Times New Roman" panose="02020603050405020304" pitchFamily="18" charset="0"/>
                <a:cs typeface="Times New Roman" panose="02020603050405020304" pitchFamily="18" charset="0"/>
              </a:rPr>
              <a:t>Objectives</a:t>
            </a:r>
            <a:r>
              <a:rPr lang="pl-PL" sz="2800" dirty="0">
                <a:latin typeface="Times New Roman" panose="02020603050405020304" pitchFamily="18" charset="0"/>
                <a:cs typeface="Times New Roman" panose="02020603050405020304" pitchFamily="18" charset="0"/>
              </a:rPr>
              <a:t>: </a:t>
            </a:r>
          </a:p>
          <a:p>
            <a:pPr marL="0" indent="0" fontAlgn="b">
              <a:buNone/>
            </a:pPr>
            <a:r>
              <a:rPr lang="pl-PL" sz="2800" dirty="0" err="1">
                <a:solidFill>
                  <a:srgbClr val="000000"/>
                </a:solidFill>
                <a:latin typeface="Times New Roman" panose="02020603050405020304" pitchFamily="18" charset="0"/>
                <a:cs typeface="Times New Roman" panose="02020603050405020304" pitchFamily="18" charset="0"/>
              </a:rPr>
              <a:t>Internal</a:t>
            </a:r>
            <a:r>
              <a:rPr lang="pl-PL" sz="2800" dirty="0">
                <a:solidFill>
                  <a:srgbClr val="000000"/>
                </a:solidFill>
                <a:latin typeface="Times New Roman" panose="02020603050405020304" pitchFamily="18" charset="0"/>
                <a:cs typeface="Times New Roman" panose="02020603050405020304" pitchFamily="18" charset="0"/>
              </a:rPr>
              <a:t> </a:t>
            </a:r>
            <a:r>
              <a:rPr lang="pl-PL" sz="2800" dirty="0" err="1">
                <a:solidFill>
                  <a:srgbClr val="000000"/>
                </a:solidFill>
                <a:latin typeface="Times New Roman" panose="02020603050405020304" pitchFamily="18" charset="0"/>
                <a:cs typeface="Times New Roman" panose="02020603050405020304" pitchFamily="18" charset="0"/>
              </a:rPr>
              <a:t>Communication</a:t>
            </a:r>
            <a:r>
              <a:rPr lang="pl-PL" sz="2800" dirty="0">
                <a:solidFill>
                  <a:srgbClr val="000000"/>
                </a:solidFill>
                <a:latin typeface="Times New Roman" panose="02020603050405020304" pitchFamily="18" charset="0"/>
                <a:cs typeface="Times New Roman" panose="02020603050405020304" pitchFamily="18" charset="0"/>
              </a:rPr>
              <a:t> Best </a:t>
            </a:r>
            <a:r>
              <a:rPr lang="pl-PL" sz="2800" dirty="0" err="1">
                <a:solidFill>
                  <a:srgbClr val="000000"/>
                </a:solidFill>
                <a:latin typeface="Times New Roman" panose="02020603050405020304" pitchFamily="18" charset="0"/>
                <a:cs typeface="Times New Roman" panose="02020603050405020304" pitchFamily="18" charset="0"/>
              </a:rPr>
              <a:t>Practices</a:t>
            </a:r>
            <a:r>
              <a:rPr lang="pl-PL" sz="2800" dirty="0">
                <a:latin typeface="Times New Roman" panose="02020603050405020304" pitchFamily="18" charset="0"/>
                <a:cs typeface="Times New Roman" panose="02020603050405020304" pitchFamily="18" charset="0"/>
              </a:rPr>
              <a:t> </a:t>
            </a:r>
          </a:p>
          <a:p>
            <a:pPr marL="0" indent="0" fontAlgn="b">
              <a:buNone/>
            </a:pPr>
            <a:endParaRPr lang="pl-PL" sz="2800" dirty="0"/>
          </a:p>
          <a:p>
            <a:pPr marL="0" indent="0" fontAlgn="b">
              <a:buNone/>
            </a:pPr>
            <a:endParaRPr lang="pl-PL" sz="2800" dirty="0"/>
          </a:p>
          <a:p>
            <a:pPr marL="0" indent="0" fontAlgn="b">
              <a:buNone/>
            </a:pPr>
            <a:endParaRPr lang="en-US" sz="2800" dirty="0"/>
          </a:p>
          <a:p>
            <a:pPr marL="0" marR="0" indent="0" algn="l" fontAlgn="b">
              <a:buNone/>
            </a:pPr>
            <a:endParaRPr lang="pl-PL" sz="2800" dirty="0">
              <a:solidFill>
                <a:srgbClr val="000000"/>
              </a:solidFill>
              <a:latin typeface="Times New Roman" panose="02020603050405020304" pitchFamily="18" charset="0"/>
              <a:cs typeface="Times New Roman" panose="02020603050405020304" pitchFamily="18" charset="0"/>
            </a:endParaRPr>
          </a:p>
          <a:p>
            <a:pPr marL="0" marR="0" indent="0" algn="l" fontAlgn="b">
              <a:buNone/>
            </a:pPr>
            <a:endParaRPr lang="pl-PL" sz="2800" dirty="0">
              <a:solidFill>
                <a:srgbClr val="000000"/>
              </a:solidFill>
              <a:effectLst/>
              <a:latin typeface="Times New Roman" panose="02020603050405020304" pitchFamily="18" charset="0"/>
              <a:cs typeface="Times New Roman" panose="02020603050405020304" pitchFamily="18" charset="0"/>
            </a:endParaRPr>
          </a:p>
          <a:p>
            <a:pPr marL="0" marR="0" indent="0" algn="l" fontAlgn="b">
              <a:buNone/>
            </a:pPr>
            <a:endParaRPr lang="pl-PL" sz="2800" dirty="0">
              <a:latin typeface="Times New Roman" panose="02020603050405020304" pitchFamily="18" charset="0"/>
              <a:cs typeface="Times New Roman" panose="02020603050405020304" pitchFamily="18" charset="0"/>
            </a:endParaRPr>
          </a:p>
        </p:txBody>
      </p:sp>
      <p:sp>
        <p:nvSpPr>
          <p:cNvPr id="5" name="Symbol zastępczy numeru slajdu 4">
            <a:extLst>
              <a:ext uri="{FF2B5EF4-FFF2-40B4-BE49-F238E27FC236}">
                <a16:creationId xmlns:a16="http://schemas.microsoft.com/office/drawing/2014/main" id="{94F7E5C7-A49A-6B01-E121-BDAB685A5E24}"/>
              </a:ext>
            </a:extLst>
          </p:cNvPr>
          <p:cNvSpPr>
            <a:spLocks noGrp="1"/>
          </p:cNvSpPr>
          <p:nvPr>
            <p:ph type="sldNum" sz="quarter" idx="12"/>
          </p:nvPr>
        </p:nvSpPr>
        <p:spPr/>
        <p:txBody>
          <a:bodyPr/>
          <a:lstStyle/>
          <a:p>
            <a:pPr rtl="0"/>
            <a:fld id="{AEAA3239-9EA4-4A65-A281-97F994456D9F}" type="slidenum">
              <a:rPr lang="en-US" smtClean="0"/>
              <a:t>9</a:t>
            </a:fld>
            <a:endParaRPr lang="en-US" dirty="0"/>
          </a:p>
        </p:txBody>
      </p:sp>
    </p:spTree>
    <p:extLst>
      <p:ext uri="{BB962C8B-B14F-4D97-AF65-F5344CB8AC3E}">
        <p14:creationId xmlns:p14="http://schemas.microsoft.com/office/powerpoint/2010/main" val="39255479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22B3A-4A56-3A21-2121-4993DD258480}"/>
            </a:ext>
          </a:extLst>
        </p:cNvPr>
        <p:cNvGrpSpPr/>
        <p:nvPr/>
      </p:nvGrpSpPr>
      <p:grpSpPr>
        <a:xfrm>
          <a:off x="0" y="0"/>
          <a:ext cx="0" cy="0"/>
          <a:chOff x="0" y="0"/>
          <a:chExt cx="0" cy="0"/>
        </a:xfrm>
      </p:grpSpPr>
      <p:pic>
        <p:nvPicPr>
          <p:cNvPr id="6" name="Symbol zastępczy zawartości 5">
            <a:extLst>
              <a:ext uri="{FF2B5EF4-FFF2-40B4-BE49-F238E27FC236}">
                <a16:creationId xmlns:a16="http://schemas.microsoft.com/office/drawing/2014/main" id="{D3233A11-9BCE-A5A0-3B43-A14449D2536C}"/>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Symbol zastępczy zawartości 3">
            <a:extLst>
              <a:ext uri="{FF2B5EF4-FFF2-40B4-BE49-F238E27FC236}">
                <a16:creationId xmlns:a16="http://schemas.microsoft.com/office/drawing/2014/main" id="{CA2E3E8A-6308-66A3-E155-CD9160958633}"/>
              </a:ext>
            </a:extLst>
          </p:cNvPr>
          <p:cNvSpPr>
            <a:spLocks noGrp="1"/>
          </p:cNvSpPr>
          <p:nvPr>
            <p:ph sz="quarter" idx="16"/>
          </p:nvPr>
        </p:nvSpPr>
        <p:spPr>
          <a:xfrm>
            <a:off x="625475" y="977900"/>
            <a:ext cx="10534650" cy="4689122"/>
          </a:xfrm>
        </p:spPr>
        <p:txBody>
          <a:bodyPr>
            <a:normAutofit fontScale="85000" lnSpcReduction="20000"/>
          </a:bodyPr>
          <a:lstStyle/>
          <a:p>
            <a:pPr marL="0" marR="0" indent="0" algn="l" fontAlgn="b">
              <a:buNone/>
            </a:pPr>
            <a:r>
              <a:rPr lang="pl-PL" sz="3600" dirty="0" err="1">
                <a:effectLst/>
                <a:latin typeface="Times New Roman" panose="02020603050405020304" pitchFamily="18" charset="0"/>
                <a:cs typeface="Times New Roman" panose="02020603050405020304" pitchFamily="18" charset="0"/>
              </a:rPr>
              <a:t>Lesson</a:t>
            </a:r>
            <a:r>
              <a:rPr lang="pl-PL" sz="3600" dirty="0">
                <a:effectLst/>
                <a:latin typeface="Times New Roman" panose="02020603050405020304" pitchFamily="18" charset="0"/>
                <a:cs typeface="Times New Roman" panose="02020603050405020304" pitchFamily="18" charset="0"/>
              </a:rPr>
              <a:t> </a:t>
            </a:r>
            <a:r>
              <a:rPr lang="pl-PL" sz="3600" dirty="0">
                <a:latin typeface="Times New Roman" panose="02020603050405020304" pitchFamily="18" charset="0"/>
                <a:cs typeface="Times New Roman" panose="02020603050405020304" pitchFamily="18" charset="0"/>
              </a:rPr>
              <a:t>21</a:t>
            </a:r>
            <a:r>
              <a:rPr lang="pl-PL" sz="3600" dirty="0">
                <a:effectLst/>
                <a:latin typeface="Times New Roman" panose="02020603050405020304" pitchFamily="18" charset="0"/>
                <a:cs typeface="Times New Roman" panose="02020603050405020304" pitchFamily="18" charset="0"/>
              </a:rPr>
              <a:t> and 22 </a:t>
            </a:r>
          </a:p>
          <a:p>
            <a:pPr marL="0" indent="0" fontAlgn="b">
              <a:buNone/>
            </a:pPr>
            <a:r>
              <a:rPr lang="pl-PL" sz="3600" dirty="0" err="1">
                <a:latin typeface="Times New Roman" panose="02020603050405020304" pitchFamily="18" charset="0"/>
                <a:cs typeface="Times New Roman" panose="02020603050405020304" pitchFamily="18" charset="0"/>
              </a:rPr>
              <a:t>Building</a:t>
            </a:r>
            <a:r>
              <a:rPr lang="pl-PL" sz="3600" dirty="0">
                <a:latin typeface="Times New Roman" panose="02020603050405020304" pitchFamily="18" charset="0"/>
                <a:cs typeface="Times New Roman" panose="02020603050405020304" pitchFamily="18" charset="0"/>
              </a:rPr>
              <a:t> </a:t>
            </a:r>
            <a:r>
              <a:rPr lang="pl-PL" sz="3600" dirty="0" err="1">
                <a:latin typeface="Times New Roman" panose="02020603050405020304" pitchFamily="18" charset="0"/>
                <a:cs typeface="Times New Roman" panose="02020603050405020304" pitchFamily="18" charset="0"/>
              </a:rPr>
              <a:t>Types</a:t>
            </a:r>
            <a:r>
              <a:rPr lang="pl-PL" sz="3600" dirty="0">
                <a:latin typeface="Times New Roman" panose="02020603050405020304" pitchFamily="18" charset="0"/>
                <a:cs typeface="Times New Roman" panose="02020603050405020304" pitchFamily="18" charset="0"/>
              </a:rPr>
              <a:t> and </a:t>
            </a:r>
            <a:r>
              <a:rPr lang="pl-PL" sz="3600" dirty="0" err="1">
                <a:latin typeface="Times New Roman" panose="02020603050405020304" pitchFamily="18" charset="0"/>
                <a:cs typeface="Times New Roman" panose="02020603050405020304" pitchFamily="18" charset="0"/>
              </a:rPr>
              <a:t>Earthworks</a:t>
            </a:r>
            <a:endParaRPr lang="pl-PL" sz="3600" dirty="0">
              <a:effectLst/>
              <a:latin typeface="Times New Roman" panose="02020603050405020304" pitchFamily="18" charset="0"/>
              <a:cs typeface="Times New Roman" panose="02020603050405020304" pitchFamily="18" charset="0"/>
            </a:endParaRPr>
          </a:p>
          <a:p>
            <a:pPr marL="0" indent="0" fontAlgn="b">
              <a:buNone/>
            </a:pPr>
            <a:r>
              <a:rPr lang="pl-PL" sz="3600" dirty="0" err="1">
                <a:latin typeface="Times New Roman" panose="02020603050405020304" pitchFamily="18" charset="0"/>
                <a:cs typeface="Times New Roman" panose="02020603050405020304" pitchFamily="18" charset="0"/>
              </a:rPr>
              <a:t>Objectives</a:t>
            </a:r>
            <a:r>
              <a:rPr lang="pl-PL" sz="3600" dirty="0">
                <a:latin typeface="Times New Roman" panose="02020603050405020304" pitchFamily="18" charset="0"/>
                <a:cs typeface="Times New Roman" panose="02020603050405020304" pitchFamily="18" charset="0"/>
              </a:rPr>
              <a:t>: </a:t>
            </a:r>
          </a:p>
          <a:p>
            <a:pPr marL="0" indent="0" fontAlgn="b">
              <a:buNone/>
            </a:pPr>
            <a:r>
              <a:rPr lang="pl-PL" sz="3600" dirty="0">
                <a:latin typeface="Times New Roman" panose="02020603050405020304" pitchFamily="18" charset="0"/>
                <a:cs typeface="Times New Roman" panose="02020603050405020304" pitchFamily="18" charset="0"/>
              </a:rPr>
              <a:t>Site </a:t>
            </a:r>
            <a:r>
              <a:rPr lang="pl-PL" sz="3600" dirty="0" err="1">
                <a:latin typeface="Times New Roman" panose="02020603050405020304" pitchFamily="18" charset="0"/>
                <a:cs typeface="Times New Roman" panose="02020603050405020304" pitchFamily="18" charset="0"/>
              </a:rPr>
              <a:t>preparation</a:t>
            </a:r>
            <a:r>
              <a:rPr lang="pl-PL" sz="3600" dirty="0">
                <a:latin typeface="Times New Roman" panose="02020603050405020304" pitchFamily="18" charset="0"/>
                <a:cs typeface="Times New Roman" panose="02020603050405020304" pitchFamily="18" charset="0"/>
              </a:rPr>
              <a:t> </a:t>
            </a:r>
          </a:p>
          <a:p>
            <a:pPr marL="0" indent="0" fontAlgn="b">
              <a:buNone/>
            </a:pPr>
            <a:endParaRPr lang="pl-PL" sz="3600" dirty="0">
              <a:latin typeface="Times New Roman" panose="02020603050405020304" pitchFamily="18" charset="0"/>
              <a:cs typeface="Times New Roman" panose="02020603050405020304" pitchFamily="18" charset="0"/>
            </a:endParaRPr>
          </a:p>
          <a:p>
            <a:pPr marL="0" indent="0" fontAlgn="b">
              <a:buNone/>
            </a:pPr>
            <a:r>
              <a:rPr lang="pl-PL" sz="3600" dirty="0" err="1">
                <a:latin typeface="Times New Roman" panose="02020603050405020304" pitchFamily="18" charset="0"/>
                <a:cs typeface="Times New Roman" panose="02020603050405020304" pitchFamily="18" charset="0"/>
              </a:rPr>
              <a:t>Lesson</a:t>
            </a:r>
            <a:r>
              <a:rPr lang="pl-PL" sz="3600" dirty="0">
                <a:latin typeface="Times New Roman" panose="02020603050405020304" pitchFamily="18" charset="0"/>
                <a:cs typeface="Times New Roman" panose="02020603050405020304" pitchFamily="18" charset="0"/>
              </a:rPr>
              <a:t> 23:</a:t>
            </a:r>
          </a:p>
          <a:p>
            <a:pPr marL="0" indent="0" fontAlgn="b">
              <a:buNone/>
            </a:pPr>
            <a:r>
              <a:rPr lang="en-US" sz="3600" dirty="0">
                <a:latin typeface="Times New Roman" panose="02020603050405020304" pitchFamily="18" charset="0"/>
                <a:cs typeface="Times New Roman" panose="02020603050405020304" pitchFamily="18" charset="0"/>
              </a:rPr>
              <a:t>Correspondence with suppliers and clients</a:t>
            </a:r>
            <a:endParaRPr lang="pl-PL" sz="3600" dirty="0">
              <a:latin typeface="Times New Roman" panose="02020603050405020304" pitchFamily="18" charset="0"/>
              <a:cs typeface="Times New Roman" panose="02020603050405020304" pitchFamily="18" charset="0"/>
            </a:endParaRPr>
          </a:p>
          <a:p>
            <a:pPr marL="0" indent="0" fontAlgn="b">
              <a:buNone/>
            </a:pPr>
            <a:r>
              <a:rPr lang="pl-PL" sz="3600" dirty="0" err="1">
                <a:latin typeface="Times New Roman" panose="02020603050405020304" pitchFamily="18" charset="0"/>
                <a:cs typeface="Times New Roman" panose="02020603050405020304" pitchFamily="18" charset="0"/>
              </a:rPr>
              <a:t>Objectives</a:t>
            </a:r>
            <a:r>
              <a:rPr lang="pl-PL" sz="3600" dirty="0">
                <a:latin typeface="Times New Roman" panose="02020603050405020304" pitchFamily="18" charset="0"/>
                <a:cs typeface="Times New Roman" panose="02020603050405020304" pitchFamily="18" charset="0"/>
              </a:rPr>
              <a:t>: </a:t>
            </a:r>
          </a:p>
          <a:p>
            <a:pPr marL="0" indent="0" fontAlgn="b">
              <a:buNone/>
            </a:pPr>
            <a:r>
              <a:rPr lang="en-US" sz="3600" dirty="0">
                <a:latin typeface="Times New Roman" panose="02020603050405020304" pitchFamily="18" charset="0"/>
                <a:cs typeface="Times New Roman" panose="02020603050405020304" pitchFamily="18" charset="0"/>
              </a:rPr>
              <a:t>Principles for clear, timely external emails </a:t>
            </a:r>
          </a:p>
          <a:p>
            <a:pPr marL="0" indent="0" fontAlgn="b">
              <a:buNone/>
            </a:pPr>
            <a:endParaRPr lang="pl-PL" sz="2800" dirty="0"/>
          </a:p>
          <a:p>
            <a:pPr marL="0" indent="0" fontAlgn="b">
              <a:buNone/>
            </a:pPr>
            <a:endParaRPr lang="pl-PL" sz="2800" dirty="0"/>
          </a:p>
          <a:p>
            <a:pPr marL="0" indent="0" fontAlgn="b">
              <a:buNone/>
            </a:pPr>
            <a:endParaRPr lang="en-US" sz="2800" dirty="0"/>
          </a:p>
          <a:p>
            <a:pPr marL="0" marR="0" indent="0" algn="l" fontAlgn="b">
              <a:buNone/>
            </a:pPr>
            <a:endParaRPr lang="pl-PL" sz="2800" dirty="0">
              <a:solidFill>
                <a:srgbClr val="000000"/>
              </a:solidFill>
              <a:latin typeface="Times New Roman" panose="02020603050405020304" pitchFamily="18" charset="0"/>
              <a:cs typeface="Times New Roman" panose="02020603050405020304" pitchFamily="18" charset="0"/>
            </a:endParaRPr>
          </a:p>
          <a:p>
            <a:pPr marL="0" marR="0" indent="0" algn="l" fontAlgn="b">
              <a:buNone/>
            </a:pPr>
            <a:endParaRPr lang="pl-PL" sz="2800" dirty="0">
              <a:solidFill>
                <a:srgbClr val="000000"/>
              </a:solidFill>
              <a:effectLst/>
              <a:latin typeface="Times New Roman" panose="02020603050405020304" pitchFamily="18" charset="0"/>
              <a:cs typeface="Times New Roman" panose="02020603050405020304" pitchFamily="18" charset="0"/>
            </a:endParaRPr>
          </a:p>
          <a:p>
            <a:pPr marL="0" marR="0" indent="0" algn="l" fontAlgn="b">
              <a:buNone/>
            </a:pPr>
            <a:endParaRPr lang="pl-PL" sz="2800" dirty="0">
              <a:latin typeface="Times New Roman" panose="02020603050405020304" pitchFamily="18" charset="0"/>
              <a:cs typeface="Times New Roman" panose="02020603050405020304" pitchFamily="18" charset="0"/>
            </a:endParaRPr>
          </a:p>
        </p:txBody>
      </p:sp>
      <p:sp>
        <p:nvSpPr>
          <p:cNvPr id="5" name="Symbol zastępczy numeru slajdu 4">
            <a:extLst>
              <a:ext uri="{FF2B5EF4-FFF2-40B4-BE49-F238E27FC236}">
                <a16:creationId xmlns:a16="http://schemas.microsoft.com/office/drawing/2014/main" id="{B7542A06-EF12-FA99-C5DE-BADDB824A6AC}"/>
              </a:ext>
            </a:extLst>
          </p:cNvPr>
          <p:cNvSpPr>
            <a:spLocks noGrp="1"/>
          </p:cNvSpPr>
          <p:nvPr>
            <p:ph type="sldNum" sz="quarter" idx="12"/>
          </p:nvPr>
        </p:nvSpPr>
        <p:spPr/>
        <p:txBody>
          <a:bodyPr/>
          <a:lstStyle/>
          <a:p>
            <a:pPr rtl="0"/>
            <a:fld id="{AEAA3239-9EA4-4A65-A281-97F994456D9F}" type="slidenum">
              <a:rPr lang="en-US" smtClean="0"/>
              <a:t>10</a:t>
            </a:fld>
            <a:endParaRPr lang="en-US" dirty="0"/>
          </a:p>
        </p:txBody>
      </p:sp>
    </p:spTree>
    <p:extLst>
      <p:ext uri="{BB962C8B-B14F-4D97-AF65-F5344CB8AC3E}">
        <p14:creationId xmlns:p14="http://schemas.microsoft.com/office/powerpoint/2010/main" val="3686928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B86C5-7C77-61D8-9F6E-61747912314B}"/>
            </a:ext>
          </a:extLst>
        </p:cNvPr>
        <p:cNvGrpSpPr/>
        <p:nvPr/>
      </p:nvGrpSpPr>
      <p:grpSpPr>
        <a:xfrm>
          <a:off x="0" y="0"/>
          <a:ext cx="0" cy="0"/>
          <a:chOff x="0" y="0"/>
          <a:chExt cx="0" cy="0"/>
        </a:xfrm>
      </p:grpSpPr>
      <p:pic>
        <p:nvPicPr>
          <p:cNvPr id="6" name="Symbol zastępczy zawartości 5">
            <a:extLst>
              <a:ext uri="{FF2B5EF4-FFF2-40B4-BE49-F238E27FC236}">
                <a16:creationId xmlns:a16="http://schemas.microsoft.com/office/drawing/2014/main" id="{C892A028-A281-ED2C-C743-2204B6E76E9D}"/>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Symbol zastępczy zawartości 3">
            <a:extLst>
              <a:ext uri="{FF2B5EF4-FFF2-40B4-BE49-F238E27FC236}">
                <a16:creationId xmlns:a16="http://schemas.microsoft.com/office/drawing/2014/main" id="{2A1D50AD-6A6E-D1EF-B859-66BFED566BA1}"/>
              </a:ext>
            </a:extLst>
          </p:cNvPr>
          <p:cNvSpPr>
            <a:spLocks noGrp="1"/>
          </p:cNvSpPr>
          <p:nvPr>
            <p:ph sz="quarter" idx="16"/>
          </p:nvPr>
        </p:nvSpPr>
        <p:spPr>
          <a:xfrm>
            <a:off x="625475" y="977900"/>
            <a:ext cx="10534650" cy="5321300"/>
          </a:xfrm>
        </p:spPr>
        <p:txBody>
          <a:bodyPr>
            <a:normAutofit/>
          </a:bodyPr>
          <a:lstStyle/>
          <a:p>
            <a:pPr marL="0" marR="0" indent="0" algn="l" fontAlgn="b">
              <a:buNone/>
            </a:pPr>
            <a:r>
              <a:rPr lang="pl-PL" sz="3000" dirty="0" err="1">
                <a:effectLst/>
                <a:latin typeface="Times New Roman" panose="02020603050405020304" pitchFamily="18" charset="0"/>
                <a:cs typeface="Times New Roman" panose="02020603050405020304" pitchFamily="18" charset="0"/>
              </a:rPr>
              <a:t>Lesson</a:t>
            </a:r>
            <a:r>
              <a:rPr lang="pl-PL" sz="3000" dirty="0">
                <a:effectLst/>
                <a:latin typeface="Times New Roman" panose="02020603050405020304" pitchFamily="18" charset="0"/>
                <a:cs typeface="Times New Roman" panose="02020603050405020304" pitchFamily="18" charset="0"/>
              </a:rPr>
              <a:t> </a:t>
            </a:r>
            <a:r>
              <a:rPr lang="pl-PL" sz="3000" dirty="0">
                <a:latin typeface="Times New Roman" panose="02020603050405020304" pitchFamily="18" charset="0"/>
                <a:cs typeface="Times New Roman" panose="02020603050405020304" pitchFamily="18" charset="0"/>
              </a:rPr>
              <a:t>24</a:t>
            </a:r>
            <a:r>
              <a:rPr lang="pl-PL" sz="3000" dirty="0">
                <a:effectLst/>
                <a:latin typeface="Times New Roman" panose="02020603050405020304" pitchFamily="18" charset="0"/>
                <a:cs typeface="Times New Roman" panose="02020603050405020304" pitchFamily="18" charset="0"/>
              </a:rPr>
              <a:t> and 25 </a:t>
            </a:r>
          </a:p>
          <a:p>
            <a:pPr marL="0" marR="0" indent="0" algn="l" fontAlgn="b">
              <a:buNone/>
            </a:pPr>
            <a:r>
              <a:rPr lang="pl-PL" sz="3000" dirty="0" err="1">
                <a:effectLst/>
                <a:latin typeface="Times New Roman" panose="02020603050405020304" pitchFamily="18" charset="0"/>
                <a:cs typeface="Times New Roman" panose="02020603050405020304" pitchFamily="18" charset="0"/>
              </a:rPr>
              <a:t>Walls</a:t>
            </a:r>
            <a:r>
              <a:rPr lang="pl-PL" sz="3000" dirty="0">
                <a:effectLst/>
                <a:latin typeface="Times New Roman" panose="02020603050405020304" pitchFamily="18" charset="0"/>
                <a:cs typeface="Times New Roman" panose="02020603050405020304" pitchFamily="18" charset="0"/>
              </a:rPr>
              <a:t> </a:t>
            </a:r>
          </a:p>
          <a:p>
            <a:pPr marL="0" indent="0" fontAlgn="b">
              <a:buNone/>
            </a:pPr>
            <a:r>
              <a:rPr lang="pl-PL" sz="3000" dirty="0" err="1">
                <a:latin typeface="Times New Roman" panose="02020603050405020304" pitchFamily="18" charset="0"/>
                <a:cs typeface="Times New Roman" panose="02020603050405020304" pitchFamily="18" charset="0"/>
              </a:rPr>
              <a:t>Objectives</a:t>
            </a:r>
            <a:r>
              <a:rPr lang="pl-PL" sz="3000" dirty="0">
                <a:latin typeface="Times New Roman" panose="02020603050405020304" pitchFamily="18" charset="0"/>
                <a:cs typeface="Times New Roman" panose="02020603050405020304" pitchFamily="18" charset="0"/>
              </a:rPr>
              <a:t>: </a:t>
            </a:r>
          </a:p>
          <a:p>
            <a:pPr marL="0" indent="0" fontAlgn="b">
              <a:buNone/>
            </a:pPr>
            <a:r>
              <a:rPr lang="pl-PL" sz="3000" dirty="0" err="1">
                <a:latin typeface="Times New Roman" panose="02020603050405020304" pitchFamily="18" charset="0"/>
                <a:cs typeface="Times New Roman" panose="02020603050405020304" pitchFamily="18" charset="0"/>
              </a:rPr>
              <a:t>Choosing</a:t>
            </a:r>
            <a:r>
              <a:rPr lang="pl-PL" sz="3000" dirty="0">
                <a:latin typeface="Times New Roman" panose="02020603050405020304" pitchFamily="18" charset="0"/>
                <a:cs typeface="Times New Roman" panose="02020603050405020304" pitchFamily="18" charset="0"/>
              </a:rPr>
              <a:t> Right Materials </a:t>
            </a:r>
          </a:p>
          <a:p>
            <a:pPr marL="0" indent="0" fontAlgn="b">
              <a:buNone/>
            </a:pPr>
            <a:endParaRPr lang="pl-PL" sz="3000" dirty="0">
              <a:latin typeface="Times New Roman" panose="02020603050405020304" pitchFamily="18" charset="0"/>
              <a:cs typeface="Times New Roman" panose="02020603050405020304" pitchFamily="18" charset="0"/>
            </a:endParaRPr>
          </a:p>
          <a:p>
            <a:pPr marL="0" indent="0" fontAlgn="b">
              <a:buNone/>
            </a:pPr>
            <a:r>
              <a:rPr lang="pl-PL" sz="3000" dirty="0" err="1">
                <a:latin typeface="Times New Roman" panose="02020603050405020304" pitchFamily="18" charset="0"/>
                <a:cs typeface="Times New Roman" panose="02020603050405020304" pitchFamily="18" charset="0"/>
              </a:rPr>
              <a:t>Lesson</a:t>
            </a:r>
            <a:r>
              <a:rPr lang="pl-PL" sz="3000" dirty="0">
                <a:latin typeface="Times New Roman" panose="02020603050405020304" pitchFamily="18" charset="0"/>
                <a:cs typeface="Times New Roman" panose="02020603050405020304" pitchFamily="18" charset="0"/>
              </a:rPr>
              <a:t> 26:</a:t>
            </a:r>
          </a:p>
          <a:p>
            <a:pPr marL="0" indent="0" fontAlgn="b">
              <a:buNone/>
            </a:pPr>
            <a:r>
              <a:rPr lang="pl-PL" sz="3000" dirty="0">
                <a:latin typeface="Times New Roman" panose="02020603050405020304" pitchFamily="18" charset="0"/>
                <a:cs typeface="Times New Roman" panose="02020603050405020304" pitchFamily="18" charset="0"/>
              </a:rPr>
              <a:t>Email </a:t>
            </a:r>
            <a:r>
              <a:rPr lang="pl-PL" sz="3000" dirty="0" err="1">
                <a:latin typeface="Times New Roman" panose="02020603050405020304" pitchFamily="18" charset="0"/>
                <a:cs typeface="Times New Roman" panose="02020603050405020304" pitchFamily="18" charset="0"/>
              </a:rPr>
              <a:t>Reports</a:t>
            </a:r>
            <a:r>
              <a:rPr lang="pl-PL" sz="3000" dirty="0">
                <a:latin typeface="Times New Roman" panose="02020603050405020304" pitchFamily="18" charset="0"/>
                <a:cs typeface="Times New Roman" panose="02020603050405020304" pitchFamily="18" charset="0"/>
              </a:rPr>
              <a:t> and </a:t>
            </a:r>
            <a:r>
              <a:rPr lang="pl-PL" sz="3000" dirty="0" err="1">
                <a:latin typeface="Times New Roman" panose="02020603050405020304" pitchFamily="18" charset="0"/>
                <a:cs typeface="Times New Roman" panose="02020603050405020304" pitchFamily="18" charset="0"/>
              </a:rPr>
              <a:t>Summaries</a:t>
            </a:r>
            <a:endParaRPr lang="pl-PL" sz="3000" dirty="0">
              <a:latin typeface="Times New Roman" panose="02020603050405020304" pitchFamily="18" charset="0"/>
              <a:cs typeface="Times New Roman" panose="02020603050405020304" pitchFamily="18" charset="0"/>
            </a:endParaRPr>
          </a:p>
          <a:p>
            <a:pPr marL="0" indent="0" fontAlgn="b">
              <a:buNone/>
            </a:pPr>
            <a:r>
              <a:rPr lang="pl-PL" sz="3000" dirty="0" err="1">
                <a:latin typeface="Times New Roman" panose="02020603050405020304" pitchFamily="18" charset="0"/>
                <a:cs typeface="Times New Roman" panose="02020603050405020304" pitchFamily="18" charset="0"/>
              </a:rPr>
              <a:t>Objectives</a:t>
            </a:r>
            <a:r>
              <a:rPr lang="pl-PL" sz="3000" dirty="0">
                <a:latin typeface="Times New Roman" panose="02020603050405020304" pitchFamily="18" charset="0"/>
                <a:cs typeface="Times New Roman" panose="02020603050405020304" pitchFamily="18" charset="0"/>
              </a:rPr>
              <a:t>: </a:t>
            </a:r>
          </a:p>
          <a:p>
            <a:pPr marL="0" indent="0" fontAlgn="b">
              <a:buNone/>
            </a:pPr>
            <a:r>
              <a:rPr lang="pl-PL" sz="3000" dirty="0" err="1">
                <a:solidFill>
                  <a:srgbClr val="000000"/>
                </a:solidFill>
                <a:latin typeface="Times New Roman" panose="02020603050405020304" pitchFamily="18" charset="0"/>
                <a:cs typeface="Times New Roman" panose="02020603050405020304" pitchFamily="18" charset="0"/>
              </a:rPr>
              <a:t>Composing</a:t>
            </a:r>
            <a:r>
              <a:rPr lang="pl-PL" sz="3000" dirty="0">
                <a:solidFill>
                  <a:srgbClr val="000000"/>
                </a:solidFill>
                <a:latin typeface="Times New Roman" panose="02020603050405020304" pitchFamily="18" charset="0"/>
                <a:cs typeface="Times New Roman" panose="02020603050405020304" pitchFamily="18" charset="0"/>
              </a:rPr>
              <a:t> </a:t>
            </a:r>
            <a:r>
              <a:rPr lang="pl-PL" sz="3000" dirty="0" err="1">
                <a:solidFill>
                  <a:srgbClr val="000000"/>
                </a:solidFill>
                <a:latin typeface="Times New Roman" panose="02020603050405020304" pitchFamily="18" charset="0"/>
                <a:cs typeface="Times New Roman" panose="02020603050405020304" pitchFamily="18" charset="0"/>
              </a:rPr>
              <a:t>Summary</a:t>
            </a:r>
            <a:endParaRPr lang="pl-PL" sz="3000" dirty="0">
              <a:latin typeface="Times New Roman" panose="02020603050405020304" pitchFamily="18" charset="0"/>
              <a:cs typeface="Times New Roman" panose="02020603050405020304" pitchFamily="18" charset="0"/>
            </a:endParaRPr>
          </a:p>
          <a:p>
            <a:pPr marL="0" indent="0" fontAlgn="b">
              <a:buNone/>
            </a:pPr>
            <a:endParaRPr lang="pl-PL" sz="2800" dirty="0"/>
          </a:p>
          <a:p>
            <a:pPr marL="0" indent="0" fontAlgn="b">
              <a:buNone/>
            </a:pPr>
            <a:endParaRPr lang="en-US" sz="2800" dirty="0"/>
          </a:p>
          <a:p>
            <a:pPr marL="0" marR="0" indent="0" algn="l" fontAlgn="b">
              <a:buNone/>
            </a:pPr>
            <a:endParaRPr lang="pl-PL" sz="2800" dirty="0">
              <a:solidFill>
                <a:srgbClr val="000000"/>
              </a:solidFill>
              <a:latin typeface="Times New Roman" panose="02020603050405020304" pitchFamily="18" charset="0"/>
              <a:cs typeface="Times New Roman" panose="02020603050405020304" pitchFamily="18" charset="0"/>
            </a:endParaRPr>
          </a:p>
          <a:p>
            <a:pPr marL="0" marR="0" indent="0" algn="l" fontAlgn="b">
              <a:buNone/>
            </a:pPr>
            <a:endParaRPr lang="pl-PL" sz="2800" dirty="0">
              <a:solidFill>
                <a:srgbClr val="000000"/>
              </a:solidFill>
              <a:effectLst/>
              <a:latin typeface="Times New Roman" panose="02020603050405020304" pitchFamily="18" charset="0"/>
              <a:cs typeface="Times New Roman" panose="02020603050405020304" pitchFamily="18" charset="0"/>
            </a:endParaRPr>
          </a:p>
          <a:p>
            <a:pPr marL="0" marR="0" indent="0" algn="l" fontAlgn="b">
              <a:buNone/>
            </a:pPr>
            <a:endParaRPr lang="pl-PL" sz="2800" dirty="0">
              <a:latin typeface="Times New Roman" panose="02020603050405020304" pitchFamily="18" charset="0"/>
              <a:cs typeface="Times New Roman" panose="02020603050405020304" pitchFamily="18" charset="0"/>
            </a:endParaRPr>
          </a:p>
        </p:txBody>
      </p:sp>
      <p:sp>
        <p:nvSpPr>
          <p:cNvPr id="5" name="Symbol zastępczy numeru slajdu 4">
            <a:extLst>
              <a:ext uri="{FF2B5EF4-FFF2-40B4-BE49-F238E27FC236}">
                <a16:creationId xmlns:a16="http://schemas.microsoft.com/office/drawing/2014/main" id="{24BA792E-6A7A-086C-8224-7C0E00BC3D36}"/>
              </a:ext>
            </a:extLst>
          </p:cNvPr>
          <p:cNvSpPr>
            <a:spLocks noGrp="1"/>
          </p:cNvSpPr>
          <p:nvPr>
            <p:ph type="sldNum" sz="quarter" idx="12"/>
          </p:nvPr>
        </p:nvSpPr>
        <p:spPr/>
        <p:txBody>
          <a:bodyPr/>
          <a:lstStyle/>
          <a:p>
            <a:pPr rtl="0"/>
            <a:fld id="{AEAA3239-9EA4-4A65-A281-97F994456D9F}" type="slidenum">
              <a:rPr lang="en-US" smtClean="0"/>
              <a:t>11</a:t>
            </a:fld>
            <a:endParaRPr lang="en-US" dirty="0"/>
          </a:p>
        </p:txBody>
      </p:sp>
    </p:spTree>
    <p:extLst>
      <p:ext uri="{BB962C8B-B14F-4D97-AF65-F5344CB8AC3E}">
        <p14:creationId xmlns:p14="http://schemas.microsoft.com/office/powerpoint/2010/main" val="18855958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6E21D-2445-948A-F6B9-23FA04BA15E2}"/>
            </a:ext>
          </a:extLst>
        </p:cNvPr>
        <p:cNvGrpSpPr/>
        <p:nvPr/>
      </p:nvGrpSpPr>
      <p:grpSpPr>
        <a:xfrm>
          <a:off x="0" y="0"/>
          <a:ext cx="0" cy="0"/>
          <a:chOff x="0" y="0"/>
          <a:chExt cx="0" cy="0"/>
        </a:xfrm>
      </p:grpSpPr>
      <p:pic>
        <p:nvPicPr>
          <p:cNvPr id="6" name="Symbol zastępczy zawartości 5">
            <a:extLst>
              <a:ext uri="{FF2B5EF4-FFF2-40B4-BE49-F238E27FC236}">
                <a16:creationId xmlns:a16="http://schemas.microsoft.com/office/drawing/2014/main" id="{27560ACC-013C-AB86-F96B-5BE8A1318F56}"/>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Symbol zastępczy zawartości 3">
            <a:extLst>
              <a:ext uri="{FF2B5EF4-FFF2-40B4-BE49-F238E27FC236}">
                <a16:creationId xmlns:a16="http://schemas.microsoft.com/office/drawing/2014/main" id="{9D92B9FD-B4F1-94CE-B3B5-C60571B67B62}"/>
              </a:ext>
            </a:extLst>
          </p:cNvPr>
          <p:cNvSpPr>
            <a:spLocks noGrp="1"/>
          </p:cNvSpPr>
          <p:nvPr>
            <p:ph sz="quarter" idx="16"/>
          </p:nvPr>
        </p:nvSpPr>
        <p:spPr>
          <a:xfrm>
            <a:off x="625475" y="977900"/>
            <a:ext cx="10534650" cy="4689122"/>
          </a:xfrm>
        </p:spPr>
        <p:txBody>
          <a:bodyPr>
            <a:normAutofit fontScale="77500" lnSpcReduction="20000"/>
          </a:bodyPr>
          <a:lstStyle/>
          <a:p>
            <a:pPr marL="0" marR="0" indent="0" algn="l" fontAlgn="b">
              <a:buNone/>
            </a:pPr>
            <a:r>
              <a:rPr lang="pl-PL" sz="3500" dirty="0" err="1">
                <a:effectLst/>
                <a:latin typeface="Times New Roman" panose="02020603050405020304" pitchFamily="18" charset="0"/>
                <a:cs typeface="Times New Roman" panose="02020603050405020304" pitchFamily="18" charset="0"/>
              </a:rPr>
              <a:t>Lesson</a:t>
            </a:r>
            <a:r>
              <a:rPr lang="pl-PL" sz="3500" dirty="0">
                <a:effectLst/>
                <a:latin typeface="Times New Roman" panose="02020603050405020304" pitchFamily="18" charset="0"/>
                <a:cs typeface="Times New Roman" panose="02020603050405020304" pitchFamily="18" charset="0"/>
              </a:rPr>
              <a:t> </a:t>
            </a:r>
            <a:r>
              <a:rPr lang="pl-PL" sz="3500" dirty="0">
                <a:latin typeface="Times New Roman" panose="02020603050405020304" pitchFamily="18" charset="0"/>
                <a:cs typeface="Times New Roman" panose="02020603050405020304" pitchFamily="18" charset="0"/>
              </a:rPr>
              <a:t>27</a:t>
            </a:r>
            <a:r>
              <a:rPr lang="pl-PL" sz="3500" dirty="0">
                <a:effectLst/>
                <a:latin typeface="Times New Roman" panose="02020603050405020304" pitchFamily="18" charset="0"/>
                <a:cs typeface="Times New Roman" panose="02020603050405020304" pitchFamily="18" charset="0"/>
              </a:rPr>
              <a:t> and 28 </a:t>
            </a:r>
          </a:p>
          <a:p>
            <a:pPr marL="0" indent="0" fontAlgn="b">
              <a:buNone/>
            </a:pPr>
            <a:r>
              <a:rPr lang="pl-PL" sz="3500" dirty="0" err="1">
                <a:latin typeface="Times New Roman" panose="02020603050405020304" pitchFamily="18" charset="0"/>
                <a:cs typeface="Times New Roman" panose="02020603050405020304" pitchFamily="18" charset="0"/>
              </a:rPr>
              <a:t>Floor</a:t>
            </a:r>
            <a:r>
              <a:rPr lang="pl-PL" sz="3500" dirty="0">
                <a:latin typeface="Times New Roman" panose="02020603050405020304" pitchFamily="18" charset="0"/>
                <a:cs typeface="Times New Roman" panose="02020603050405020304" pitchFamily="18" charset="0"/>
              </a:rPr>
              <a:t> </a:t>
            </a:r>
            <a:r>
              <a:rPr lang="pl-PL" sz="3500" dirty="0" err="1">
                <a:latin typeface="Times New Roman" panose="02020603050405020304" pitchFamily="18" charset="0"/>
                <a:cs typeface="Times New Roman" panose="02020603050405020304" pitchFamily="18" charset="0"/>
              </a:rPr>
              <a:t>Slabs</a:t>
            </a:r>
            <a:endParaRPr lang="pl-PL" sz="3500" dirty="0">
              <a:effectLst/>
              <a:latin typeface="Times New Roman" panose="02020603050405020304" pitchFamily="18" charset="0"/>
              <a:cs typeface="Times New Roman" panose="02020603050405020304" pitchFamily="18" charset="0"/>
            </a:endParaRPr>
          </a:p>
          <a:p>
            <a:pPr marL="0" indent="0" fontAlgn="b">
              <a:buNone/>
            </a:pPr>
            <a:r>
              <a:rPr lang="pl-PL" sz="3500" dirty="0" err="1">
                <a:latin typeface="Times New Roman" panose="02020603050405020304" pitchFamily="18" charset="0"/>
                <a:cs typeface="Times New Roman" panose="02020603050405020304" pitchFamily="18" charset="0"/>
              </a:rPr>
              <a:t>Objectives</a:t>
            </a:r>
            <a:r>
              <a:rPr lang="pl-PL" sz="3500" dirty="0">
                <a:latin typeface="Times New Roman" panose="02020603050405020304" pitchFamily="18" charset="0"/>
                <a:cs typeface="Times New Roman" panose="02020603050405020304" pitchFamily="18" charset="0"/>
              </a:rPr>
              <a:t>: </a:t>
            </a:r>
          </a:p>
          <a:p>
            <a:pPr marL="0" indent="0" fontAlgn="b">
              <a:buNone/>
            </a:pPr>
            <a:r>
              <a:rPr lang="pl-PL" sz="3500" dirty="0" err="1">
                <a:latin typeface="Times New Roman" panose="02020603050405020304" pitchFamily="18" charset="0"/>
                <a:cs typeface="Times New Roman" panose="02020603050405020304" pitchFamily="18" charset="0"/>
              </a:rPr>
              <a:t>Choosing</a:t>
            </a:r>
            <a:r>
              <a:rPr lang="pl-PL" sz="3500" dirty="0">
                <a:latin typeface="Times New Roman" panose="02020603050405020304" pitchFamily="18" charset="0"/>
                <a:cs typeface="Times New Roman" panose="02020603050405020304" pitchFamily="18" charset="0"/>
              </a:rPr>
              <a:t> Right Materials </a:t>
            </a:r>
          </a:p>
          <a:p>
            <a:pPr marL="0" indent="0" fontAlgn="b">
              <a:buNone/>
            </a:pPr>
            <a:endParaRPr lang="pl-PL" sz="3500" dirty="0">
              <a:latin typeface="Times New Roman" panose="02020603050405020304" pitchFamily="18" charset="0"/>
              <a:cs typeface="Times New Roman" panose="02020603050405020304" pitchFamily="18" charset="0"/>
            </a:endParaRPr>
          </a:p>
          <a:p>
            <a:pPr marL="0" indent="0" fontAlgn="b">
              <a:buNone/>
            </a:pPr>
            <a:r>
              <a:rPr lang="pl-PL" sz="3500" dirty="0" err="1">
                <a:latin typeface="Times New Roman" panose="02020603050405020304" pitchFamily="18" charset="0"/>
                <a:cs typeface="Times New Roman" panose="02020603050405020304" pitchFamily="18" charset="0"/>
              </a:rPr>
              <a:t>Lesson</a:t>
            </a:r>
            <a:r>
              <a:rPr lang="pl-PL" sz="3500" dirty="0">
                <a:latin typeface="Times New Roman" panose="02020603050405020304" pitchFamily="18" charset="0"/>
                <a:cs typeface="Times New Roman" panose="02020603050405020304" pitchFamily="18" charset="0"/>
              </a:rPr>
              <a:t> 29:</a:t>
            </a:r>
          </a:p>
          <a:p>
            <a:pPr marL="0" indent="0" fontAlgn="b">
              <a:buNone/>
            </a:pPr>
            <a:r>
              <a:rPr lang="pl-PL" sz="3500" dirty="0">
                <a:latin typeface="Times New Roman" panose="02020603050405020304" pitchFamily="18" charset="0"/>
                <a:cs typeface="Times New Roman" panose="02020603050405020304" pitchFamily="18" charset="0"/>
              </a:rPr>
              <a:t>Email </a:t>
            </a:r>
            <a:r>
              <a:rPr lang="pl-PL" sz="3500" dirty="0" err="1">
                <a:latin typeface="Times New Roman" panose="02020603050405020304" pitchFamily="18" charset="0"/>
                <a:cs typeface="Times New Roman" panose="02020603050405020304" pitchFamily="18" charset="0"/>
              </a:rPr>
              <a:t>Negotiations</a:t>
            </a:r>
            <a:endParaRPr lang="pl-PL" sz="3500" dirty="0">
              <a:latin typeface="Times New Roman" panose="02020603050405020304" pitchFamily="18" charset="0"/>
              <a:cs typeface="Times New Roman" panose="02020603050405020304" pitchFamily="18" charset="0"/>
            </a:endParaRPr>
          </a:p>
          <a:p>
            <a:pPr marL="0" indent="0" fontAlgn="b">
              <a:buNone/>
            </a:pPr>
            <a:r>
              <a:rPr lang="pl-PL" sz="3500" dirty="0" err="1">
                <a:latin typeface="Times New Roman" panose="02020603050405020304" pitchFamily="18" charset="0"/>
                <a:cs typeface="Times New Roman" panose="02020603050405020304" pitchFamily="18" charset="0"/>
              </a:rPr>
              <a:t>Objectives</a:t>
            </a:r>
            <a:r>
              <a:rPr lang="pl-PL" sz="3500" dirty="0">
                <a:latin typeface="Times New Roman" panose="02020603050405020304" pitchFamily="18" charset="0"/>
                <a:cs typeface="Times New Roman" panose="02020603050405020304" pitchFamily="18" charset="0"/>
              </a:rPr>
              <a:t>: </a:t>
            </a:r>
            <a:r>
              <a:rPr lang="pl-PL" sz="3500" dirty="0" err="1">
                <a:solidFill>
                  <a:srgbClr val="000000"/>
                </a:solidFill>
                <a:latin typeface="Times New Roman" panose="02020603050405020304" pitchFamily="18" charset="0"/>
                <a:cs typeface="Times New Roman" panose="02020603050405020304" pitchFamily="18" charset="0"/>
              </a:rPr>
              <a:t>Professionalism</a:t>
            </a:r>
            <a:r>
              <a:rPr lang="pl-PL" sz="3500" dirty="0">
                <a:solidFill>
                  <a:srgbClr val="000000"/>
                </a:solidFill>
                <a:latin typeface="Times New Roman" panose="02020603050405020304" pitchFamily="18" charset="0"/>
                <a:cs typeface="Times New Roman" panose="02020603050405020304" pitchFamily="18" charset="0"/>
              </a:rPr>
              <a:t> &amp; </a:t>
            </a:r>
            <a:r>
              <a:rPr lang="pl-PL" sz="3500" dirty="0" err="1">
                <a:solidFill>
                  <a:srgbClr val="000000"/>
                </a:solidFill>
                <a:latin typeface="Times New Roman" panose="02020603050405020304" pitchFamily="18" charset="0"/>
                <a:cs typeface="Times New Roman" panose="02020603050405020304" pitchFamily="18" charset="0"/>
              </a:rPr>
              <a:t>Conflict</a:t>
            </a:r>
            <a:r>
              <a:rPr lang="pl-PL" sz="3500" dirty="0">
                <a:solidFill>
                  <a:srgbClr val="000000"/>
                </a:solidFill>
                <a:latin typeface="Times New Roman" panose="02020603050405020304" pitchFamily="18" charset="0"/>
                <a:cs typeface="Times New Roman" panose="02020603050405020304" pitchFamily="18" charset="0"/>
              </a:rPr>
              <a:t> Resolution</a:t>
            </a:r>
            <a:r>
              <a:rPr lang="pl-PL" sz="3500" dirty="0">
                <a:latin typeface="Times New Roman" panose="02020603050405020304" pitchFamily="18" charset="0"/>
                <a:cs typeface="Times New Roman" panose="02020603050405020304" pitchFamily="18" charset="0"/>
              </a:rPr>
              <a:t> </a:t>
            </a:r>
          </a:p>
          <a:p>
            <a:pPr marL="0" indent="0" fontAlgn="b">
              <a:buNone/>
            </a:pPr>
            <a:endParaRPr lang="pl-PL" sz="3500" dirty="0">
              <a:latin typeface="Times New Roman" panose="02020603050405020304" pitchFamily="18" charset="0"/>
              <a:cs typeface="Times New Roman" panose="02020603050405020304" pitchFamily="18" charset="0"/>
            </a:endParaRPr>
          </a:p>
          <a:p>
            <a:pPr marL="0" indent="0" fontAlgn="b">
              <a:buNone/>
            </a:pPr>
            <a:r>
              <a:rPr lang="pl-PL" sz="3500" dirty="0" err="1">
                <a:latin typeface="Times New Roman" panose="02020603050405020304" pitchFamily="18" charset="0"/>
                <a:cs typeface="Times New Roman" panose="02020603050405020304" pitchFamily="18" charset="0"/>
              </a:rPr>
              <a:t>Lesson</a:t>
            </a:r>
            <a:r>
              <a:rPr lang="pl-PL" sz="3500" dirty="0">
                <a:latin typeface="Times New Roman" panose="02020603050405020304" pitchFamily="18" charset="0"/>
                <a:cs typeface="Times New Roman" panose="02020603050405020304" pitchFamily="18" charset="0"/>
              </a:rPr>
              <a:t> 30 </a:t>
            </a:r>
          </a:p>
          <a:p>
            <a:pPr marL="0" indent="0" fontAlgn="b">
              <a:buNone/>
            </a:pPr>
            <a:r>
              <a:rPr lang="pl-PL" sz="3500" dirty="0" err="1">
                <a:latin typeface="Times New Roman" panose="02020603050405020304" pitchFamily="18" charset="0"/>
                <a:cs typeface="Times New Roman" panose="02020603050405020304" pitchFamily="18" charset="0"/>
              </a:rPr>
              <a:t>Summary</a:t>
            </a:r>
            <a:r>
              <a:rPr lang="pl-PL" sz="3500" dirty="0">
                <a:latin typeface="Times New Roman" panose="02020603050405020304" pitchFamily="18" charset="0"/>
                <a:cs typeface="Times New Roman" panose="02020603050405020304" pitchFamily="18" charset="0"/>
              </a:rPr>
              <a:t> of the Course</a:t>
            </a:r>
          </a:p>
          <a:p>
            <a:pPr marL="0" indent="0" fontAlgn="b">
              <a:buNone/>
            </a:pPr>
            <a:endParaRPr lang="pl-PL" sz="3000" dirty="0">
              <a:latin typeface="Times New Roman" panose="02020603050405020304" pitchFamily="18" charset="0"/>
              <a:cs typeface="Times New Roman" panose="02020603050405020304" pitchFamily="18" charset="0"/>
            </a:endParaRPr>
          </a:p>
          <a:p>
            <a:pPr marL="0" indent="0" fontAlgn="b">
              <a:buNone/>
            </a:pPr>
            <a:endParaRPr lang="pl-PL" sz="3000" dirty="0">
              <a:latin typeface="Times New Roman" panose="02020603050405020304" pitchFamily="18" charset="0"/>
              <a:cs typeface="Times New Roman" panose="02020603050405020304" pitchFamily="18" charset="0"/>
            </a:endParaRPr>
          </a:p>
          <a:p>
            <a:pPr marL="0" indent="0" fontAlgn="b">
              <a:buNone/>
            </a:pPr>
            <a:endParaRPr lang="pl-PL" sz="2800" dirty="0"/>
          </a:p>
          <a:p>
            <a:pPr marL="0" indent="0" fontAlgn="b">
              <a:buNone/>
            </a:pPr>
            <a:endParaRPr lang="en-US" sz="2800" dirty="0"/>
          </a:p>
          <a:p>
            <a:pPr marL="0" marR="0" indent="0" algn="l" fontAlgn="b">
              <a:buNone/>
            </a:pPr>
            <a:endParaRPr lang="pl-PL" sz="2800" dirty="0">
              <a:solidFill>
                <a:srgbClr val="000000"/>
              </a:solidFill>
              <a:latin typeface="Times New Roman" panose="02020603050405020304" pitchFamily="18" charset="0"/>
              <a:cs typeface="Times New Roman" panose="02020603050405020304" pitchFamily="18" charset="0"/>
            </a:endParaRPr>
          </a:p>
          <a:p>
            <a:pPr marL="0" marR="0" indent="0" algn="l" fontAlgn="b">
              <a:buNone/>
            </a:pPr>
            <a:endParaRPr lang="pl-PL" sz="2800" dirty="0">
              <a:solidFill>
                <a:srgbClr val="000000"/>
              </a:solidFill>
              <a:effectLst/>
              <a:latin typeface="Times New Roman" panose="02020603050405020304" pitchFamily="18" charset="0"/>
              <a:cs typeface="Times New Roman" panose="02020603050405020304" pitchFamily="18" charset="0"/>
            </a:endParaRPr>
          </a:p>
          <a:p>
            <a:pPr marL="0" marR="0" indent="0" algn="l" fontAlgn="b">
              <a:buNone/>
            </a:pPr>
            <a:endParaRPr lang="pl-PL" sz="2800" dirty="0">
              <a:latin typeface="Times New Roman" panose="02020603050405020304" pitchFamily="18" charset="0"/>
              <a:cs typeface="Times New Roman" panose="02020603050405020304" pitchFamily="18" charset="0"/>
            </a:endParaRPr>
          </a:p>
        </p:txBody>
      </p:sp>
      <p:sp>
        <p:nvSpPr>
          <p:cNvPr id="5" name="Symbol zastępczy numeru slajdu 4">
            <a:extLst>
              <a:ext uri="{FF2B5EF4-FFF2-40B4-BE49-F238E27FC236}">
                <a16:creationId xmlns:a16="http://schemas.microsoft.com/office/drawing/2014/main" id="{3D3D1A5E-CDAC-FEB3-EFE3-849B4366AC1D}"/>
              </a:ext>
            </a:extLst>
          </p:cNvPr>
          <p:cNvSpPr>
            <a:spLocks noGrp="1"/>
          </p:cNvSpPr>
          <p:nvPr>
            <p:ph type="sldNum" sz="quarter" idx="12"/>
          </p:nvPr>
        </p:nvSpPr>
        <p:spPr/>
        <p:txBody>
          <a:bodyPr/>
          <a:lstStyle/>
          <a:p>
            <a:pPr rtl="0"/>
            <a:fld id="{AEAA3239-9EA4-4A65-A281-97F994456D9F}" type="slidenum">
              <a:rPr lang="en-US" smtClean="0"/>
              <a:t>12</a:t>
            </a:fld>
            <a:endParaRPr lang="en-US" dirty="0"/>
          </a:p>
        </p:txBody>
      </p:sp>
    </p:spTree>
    <p:extLst>
      <p:ext uri="{BB962C8B-B14F-4D97-AF65-F5344CB8AC3E}">
        <p14:creationId xmlns:p14="http://schemas.microsoft.com/office/powerpoint/2010/main" val="1975002848"/>
      </p:ext>
    </p:extLst>
  </p:cSld>
  <p:clrMapOvr>
    <a:masterClrMapping/>
  </p:clrMapOvr>
</p:sld>
</file>

<file path=ppt/theme/theme1.xml><?xml version="1.0" encoding="utf-8"?>
<a:theme xmlns:a="http://schemas.openxmlformats.org/drawingml/2006/main" name="Quick study">
  <a:themeElements>
    <a:clrScheme name="Custom 2">
      <a:dk1>
        <a:srgbClr val="000000"/>
      </a:dk1>
      <a:lt1>
        <a:srgbClr val="FFFFFF"/>
      </a:lt1>
      <a:dk2>
        <a:srgbClr val="6B6969"/>
      </a:dk2>
      <a:lt2>
        <a:srgbClr val="FFFEFA"/>
      </a:lt2>
      <a:accent1>
        <a:srgbClr val="DDA151"/>
      </a:accent1>
      <a:accent2>
        <a:srgbClr val="FFD33F"/>
      </a:accent2>
      <a:accent3>
        <a:srgbClr val="E0D9BE"/>
      </a:accent3>
      <a:accent4>
        <a:srgbClr val="0FAE60"/>
      </a:accent4>
      <a:accent5>
        <a:srgbClr val="2B8AD4"/>
      </a:accent5>
      <a:accent6>
        <a:srgbClr val="E1612E"/>
      </a:accent6>
      <a:hlink>
        <a:srgbClr val="467886"/>
      </a:hlink>
      <a:folHlink>
        <a:srgbClr val="96607D"/>
      </a:folHlink>
    </a:clrScheme>
    <a:fontScheme name="Quick study">
      <a:majorFont>
        <a:latin typeface="Mongolian Baiti"/>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Quick Study_win32_SD_V3" id="{7862D38F-3918-4751-8FC9-94B33112EE2E}" vid="{93E1B6CF-9AF6-4335-9490-2BAB09E8861E}"/>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TotalTime>
  <Words>339</Words>
  <Application>Microsoft Office PowerPoint</Application>
  <PresentationFormat>Panoramiczny</PresentationFormat>
  <Paragraphs>145</Paragraphs>
  <Slides>12</Slides>
  <Notes>12</Notes>
  <HiddenSlides>0</HiddenSlides>
  <MMClips>0</MMClips>
  <ScaleCrop>false</ScaleCrop>
  <HeadingPairs>
    <vt:vector size="6" baseType="variant">
      <vt:variant>
        <vt:lpstr>Używane czcionki</vt:lpstr>
      </vt:variant>
      <vt:variant>
        <vt:i4>6</vt:i4>
      </vt:variant>
      <vt:variant>
        <vt:lpstr>Motyw</vt:lpstr>
      </vt:variant>
      <vt:variant>
        <vt:i4>1</vt:i4>
      </vt:variant>
      <vt:variant>
        <vt:lpstr>Tytuły slajdów</vt:lpstr>
      </vt:variant>
      <vt:variant>
        <vt:i4>12</vt:i4>
      </vt:variant>
    </vt:vector>
  </HeadingPairs>
  <TitlesOfParts>
    <vt:vector size="19" baseType="lpstr">
      <vt:lpstr>Aptos</vt:lpstr>
      <vt:lpstr>Arial</vt:lpstr>
      <vt:lpstr>Avenir</vt:lpstr>
      <vt:lpstr>Avenir Next LT Pro</vt:lpstr>
      <vt:lpstr>Mongolian Baiti</vt:lpstr>
      <vt:lpstr>Times New Roman</vt:lpstr>
      <vt:lpstr>Quick study</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Aleksandra Giebień</dc:creator>
  <cp:lastModifiedBy>Aleksandra Giebień</cp:lastModifiedBy>
  <cp:revision>1</cp:revision>
  <dcterms:created xsi:type="dcterms:W3CDTF">2026-02-04T19:14:54Z</dcterms:created>
  <dcterms:modified xsi:type="dcterms:W3CDTF">2026-02-06T10:43:37Z</dcterms:modified>
</cp:coreProperties>
</file>